
<file path=[Content_Types].xml><?xml version="1.0" encoding="utf-8"?>
<Types xmlns="http://schemas.openxmlformats.org/package/2006/content-types">
  <Default Extension="jpeg" ContentType="image/jpeg"/>
  <Default Extension="png" ContentType="image/png"/>
  <Default Extension="gif" ContentType="image/gif"/>
  <Default Extension="wdp" ContentType="image/vnd.ms-photo"/>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8" r:id="rId3"/>
    <p:sldId id="257" r:id="rId4"/>
    <p:sldId id="259" r:id="rId5"/>
    <p:sldId id="260" r:id="rId6"/>
    <p:sldId id="261" r:id="rId7"/>
    <p:sldId id="263" r:id="rId8"/>
    <p:sldId id="265" r:id="rId9"/>
    <p:sldId id="266" r:id="rId10"/>
    <p:sldId id="267" r:id="rId11"/>
    <p:sldId id="268" r:id="rId12"/>
    <p:sldId id="264" r:id="rId14"/>
    <p:sldId id="269" r:id="rId15"/>
    <p:sldId id="270" r:id="rId16"/>
    <p:sldId id="272" r:id="rId17"/>
    <p:sldId id="273" r:id="rId18"/>
    <p:sldId id="274" r:id="rId19"/>
    <p:sldId id="275" r:id="rId20"/>
    <p:sldId id="276" r:id="rId21"/>
    <p:sldId id="271" r:id="rId22"/>
    <p:sldId id="277" r:id="rId23"/>
    <p:sldId id="278" r:id="rId24"/>
    <p:sldId id="279" r:id="rId25"/>
    <p:sldId id="280" r:id="rId26"/>
    <p:sldId id="281" r:id="rId27"/>
    <p:sldId id="282" r:id="rId28"/>
    <p:sldId id="283" r:id="rId29"/>
    <p:sldId id="284" r:id="rId30"/>
    <p:sldId id="285" r:id="rId31"/>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8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76" autoAdjust="0"/>
    <p:restoredTop sz="88811" autoAdjust="0"/>
  </p:normalViewPr>
  <p:slideViewPr>
    <p:cSldViewPr snapToGrid="0">
      <p:cViewPr varScale="1">
        <p:scale>
          <a:sx n="56" d="100"/>
          <a:sy n="56" d="100"/>
        </p:scale>
        <p:origin x="108" y="108"/>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4" Type="http://schemas.openxmlformats.org/officeDocument/2006/relationships/tableStyles" Target="tableStyles.xml"/><Relationship Id="rId33" Type="http://schemas.openxmlformats.org/officeDocument/2006/relationships/viewProps" Target="viewProps.xml"/><Relationship Id="rId32" Type="http://schemas.openxmlformats.org/officeDocument/2006/relationships/presProps" Target="presProps.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notesMaster" Target="notesMasters/notesMaster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5ADE993-7C9B-4F76-A5D2-51F22BFA1A20}"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56ADBE2-52C4-423E-AEC4-CA623BCE1D45}"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56ADBE2-52C4-423E-AEC4-CA623BCE1D45}"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smtClean="0"/>
              <a:t>一个流程图包括以下几部分。</a:t>
            </a:r>
            <a:endParaRPr lang="zh-CN" altLang="en-US" dirty="0" smtClean="0"/>
          </a:p>
          <a:p>
            <a:r>
              <a:rPr lang="en-US" altLang="zh-CN" dirty="0" smtClean="0"/>
              <a:t>(1) </a:t>
            </a:r>
            <a:r>
              <a:rPr lang="zh-CN" altLang="en-US" dirty="0" smtClean="0"/>
              <a:t>表示相应操作的框；</a:t>
            </a:r>
            <a:endParaRPr lang="zh-CN" altLang="en-US" dirty="0" smtClean="0"/>
          </a:p>
          <a:p>
            <a:r>
              <a:rPr lang="en-US" altLang="zh-CN" dirty="0" smtClean="0"/>
              <a:t>(2) </a:t>
            </a:r>
            <a:r>
              <a:rPr lang="zh-CN" altLang="en-US" dirty="0" smtClean="0"/>
              <a:t>带箭头的流程线；</a:t>
            </a:r>
            <a:endParaRPr lang="zh-CN" altLang="en-US" dirty="0" smtClean="0"/>
          </a:p>
          <a:p>
            <a:r>
              <a:rPr lang="en-US" altLang="zh-CN" dirty="0" smtClean="0"/>
              <a:t>(3) </a:t>
            </a:r>
            <a:r>
              <a:rPr lang="zh-CN" altLang="en-US" dirty="0" smtClean="0"/>
              <a:t>框内外必要的文字说明。</a:t>
            </a:r>
            <a:endParaRPr lang="zh-CN" altLang="en-US" dirty="0"/>
          </a:p>
        </p:txBody>
      </p:sp>
      <p:sp>
        <p:nvSpPr>
          <p:cNvPr id="4" name="灯片编号占位符 3"/>
          <p:cNvSpPr>
            <a:spLocks noGrp="1"/>
          </p:cNvSpPr>
          <p:nvPr>
            <p:ph type="sldNum" sz="quarter" idx="10"/>
          </p:nvPr>
        </p:nvSpPr>
        <p:spPr/>
        <p:txBody>
          <a:bodyPr/>
          <a:lstStyle/>
          <a:p>
            <a:fld id="{756ADBE2-52C4-423E-AEC4-CA623BCE1D45}"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756ADBE2-52C4-423E-AEC4-CA623BCE1D45}"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56ADBE2-52C4-423E-AEC4-CA623BCE1D45}"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756ADBE2-52C4-423E-AEC4-CA623BCE1D45}"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atin typeface="微软雅黑" panose="020B0503020204020204" pitchFamily="34" charset="-122"/>
                <a:ea typeface="微软雅黑" panose="020B0503020204020204" pitchFamily="34" charset="-122"/>
              </a:defRPr>
            </a:lvl1pPr>
          </a:lstStyle>
          <a:p>
            <a:r>
              <a:rPr lang="zh-CN" altLang="en-US" smtClean="0"/>
              <a:t>单击此处编辑母版标题样式</a:t>
            </a:r>
            <a:endParaRPr lang="zh-CN" altLang="en-US"/>
          </a:p>
        </p:txBody>
      </p:sp>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atin typeface="微软雅黑" panose="020B0503020204020204" pitchFamily="34" charset="-122"/>
                <a:ea typeface="微软雅黑" panose="020B0503020204020204" pitchFamily="34" charset="-122"/>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单击以编辑母版副标题样式</a:t>
            </a:r>
            <a:endParaRPr lang="zh-CN" altLang="en-US"/>
          </a:p>
        </p:txBody>
      </p:sp>
      <p:sp>
        <p:nvSpPr>
          <p:cNvPr id="4" name="日期占位符 3"/>
          <p:cNvSpPr>
            <a:spLocks noGrp="1"/>
          </p:cNvSpPr>
          <p:nvPr>
            <p:ph type="dt" sz="half" idx="10"/>
          </p:nvPr>
        </p:nvSpPr>
        <p:spPr/>
        <p:txBody>
          <a:bodyPr/>
          <a:lstStyle>
            <a:lvl1pPr>
              <a:defRPr>
                <a:latin typeface="微软雅黑" panose="020B0503020204020204" pitchFamily="34" charset="-122"/>
                <a:ea typeface="微软雅黑" panose="020B0503020204020204" pitchFamily="34" charset="-122"/>
              </a:defRPr>
            </a:lvl1pPr>
          </a:lstStyle>
          <a:p>
            <a:fld id="{203BE4FF-4FD3-4C1E-8C0A-F7315B6A3FD7}"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atin typeface="微软雅黑" panose="020B0503020204020204" pitchFamily="34" charset="-122"/>
                <a:ea typeface="微软雅黑" panose="020B0503020204020204" pitchFamily="34" charset="-122"/>
              </a:defRPr>
            </a:lvl1pPr>
          </a:lstStyle>
          <a:p>
            <a:endParaRPr lang="zh-CN" altLang="en-US"/>
          </a:p>
        </p:txBody>
      </p:sp>
      <p:sp>
        <p:nvSpPr>
          <p:cNvPr id="6" name="灯片编号占位符 5"/>
          <p:cNvSpPr>
            <a:spLocks noGrp="1"/>
          </p:cNvSpPr>
          <p:nvPr>
            <p:ph type="sldNum" sz="quarter" idx="12"/>
          </p:nvPr>
        </p:nvSpPr>
        <p:spPr/>
        <p:txBody>
          <a:bodyPr/>
          <a:lstStyle>
            <a:lvl1pPr>
              <a:defRPr>
                <a:latin typeface="微软雅黑" panose="020B0503020204020204" pitchFamily="34" charset="-122"/>
                <a:ea typeface="微软雅黑" panose="020B0503020204020204" pitchFamily="34" charset="-122"/>
              </a:defRPr>
            </a:lvl1pPr>
          </a:lstStyle>
          <a:p>
            <a:fld id="{B058512A-BF6F-43D0-855A-BBBF14572BDB}"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lvl1pPr>
              <a:defRPr sz="3200">
                <a:latin typeface="微软雅黑" panose="020B0503020204020204" pitchFamily="34" charset="-122"/>
                <a:ea typeface="微软雅黑" panose="020B0503020204020204" pitchFamily="34" charset="-122"/>
              </a:defRPr>
            </a:lvl1pPr>
          </a:lstStyle>
          <a:p>
            <a:r>
              <a:rPr lang="zh-CN" altLang="en-US" dirty="0" smtClean="0"/>
              <a:t>单击此处编辑母版标题样式</a:t>
            </a:r>
            <a:endParaRPr lang="zh-CN" altLang="en-US" dirty="0"/>
          </a:p>
        </p:txBody>
      </p:sp>
      <p:sp>
        <p:nvSpPr>
          <p:cNvPr id="3" name="内容占位符 2"/>
          <p:cNvSpPr>
            <a:spLocks noGrp="1"/>
          </p:cNvSpPr>
          <p:nvPr>
            <p:ph idx="1" hasCustomPrompt="1"/>
          </p:nvPr>
        </p:nvSpPr>
        <p:spPr/>
        <p:txBody>
          <a:bodyPr/>
          <a:lstStyle>
            <a:lvl1pPr>
              <a:defRPr>
                <a:latin typeface="微软雅黑" panose="020B0503020204020204" pitchFamily="34" charset="-122"/>
                <a:ea typeface="微软雅黑" panose="020B0503020204020204" pitchFamily="34" charset="-122"/>
              </a:defRPr>
            </a:lvl1pPr>
            <a:lvl2pPr>
              <a:defRPr>
                <a:latin typeface="微软雅黑" panose="020B0503020204020204" pitchFamily="34" charset="-122"/>
                <a:ea typeface="微软雅黑" panose="020B0503020204020204" pitchFamily="34" charset="-122"/>
              </a:defRPr>
            </a:lvl2pPr>
            <a:lvl3pPr>
              <a:defRPr>
                <a:latin typeface="微软雅黑" panose="020B0503020204020204" pitchFamily="34" charset="-122"/>
                <a:ea typeface="微软雅黑" panose="020B0503020204020204" pitchFamily="34" charset="-122"/>
              </a:defRPr>
            </a:lvl3pPr>
            <a:lvl4pPr>
              <a:defRPr>
                <a:latin typeface="微软雅黑" panose="020B0503020204020204" pitchFamily="34" charset="-122"/>
                <a:ea typeface="微软雅黑" panose="020B0503020204020204" pitchFamily="34" charset="-122"/>
              </a:defRPr>
            </a:lvl4pPr>
            <a:lvl5pPr>
              <a:defRPr>
                <a:latin typeface="微软雅黑" panose="020B0503020204020204" pitchFamily="34" charset="-122"/>
                <a:ea typeface="微软雅黑" panose="020B0503020204020204" pitchFamily="34" charset="-122"/>
              </a:defRPr>
            </a:lvl5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atin typeface="微软雅黑" panose="020B0503020204020204" pitchFamily="34" charset="-122"/>
                <a:ea typeface="微软雅黑" panose="020B0503020204020204" pitchFamily="34" charset="-122"/>
              </a:defRPr>
            </a:lvl1pPr>
          </a:lstStyle>
          <a:p>
            <a:fld id="{203BE4FF-4FD3-4C1E-8C0A-F7315B6A3FD7}" type="datetimeFigureOut">
              <a:rPr lang="zh-CN" altLang="en-US" smtClean="0"/>
            </a:fld>
            <a:endParaRPr lang="zh-CN" altLang="en-US"/>
          </a:p>
        </p:txBody>
      </p:sp>
      <p:sp>
        <p:nvSpPr>
          <p:cNvPr id="5" name="页脚占位符 4"/>
          <p:cNvSpPr>
            <a:spLocks noGrp="1"/>
          </p:cNvSpPr>
          <p:nvPr>
            <p:ph type="ftr" sz="quarter" idx="11"/>
          </p:nvPr>
        </p:nvSpPr>
        <p:spPr/>
        <p:txBody>
          <a:bodyPr/>
          <a:lstStyle>
            <a:lvl1pPr>
              <a:defRPr>
                <a:latin typeface="微软雅黑" panose="020B0503020204020204" pitchFamily="34" charset="-122"/>
                <a:ea typeface="微软雅黑" panose="020B0503020204020204" pitchFamily="34" charset="-122"/>
              </a:defRPr>
            </a:lvl1pPr>
          </a:lstStyle>
          <a:p>
            <a:endParaRPr lang="zh-CN" altLang="en-US"/>
          </a:p>
        </p:txBody>
      </p:sp>
      <p:sp>
        <p:nvSpPr>
          <p:cNvPr id="6" name="灯片编号占位符 5"/>
          <p:cNvSpPr>
            <a:spLocks noGrp="1"/>
          </p:cNvSpPr>
          <p:nvPr>
            <p:ph type="sldNum" sz="quarter" idx="12"/>
          </p:nvPr>
        </p:nvSpPr>
        <p:spPr/>
        <p:txBody>
          <a:bodyPr/>
          <a:lstStyle>
            <a:lvl1pPr>
              <a:defRPr>
                <a:latin typeface="微软雅黑" panose="020B0503020204020204" pitchFamily="34" charset="-122"/>
                <a:ea typeface="微软雅黑" panose="020B0503020204020204" pitchFamily="34" charset="-122"/>
              </a:defRPr>
            </a:lvl1pPr>
          </a:lstStyle>
          <a:p>
            <a:fld id="{B058512A-BF6F-43D0-855A-BBBF14572BDB}" type="slidenum">
              <a:rPr lang="zh-CN" altLang="en-US" smtClean="0"/>
            </a:fld>
            <a:endParaRPr lang="zh-CN" alt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编辑母版文本样式</a:t>
            </a:r>
            <a:endParaRPr lang="zh-CN" altLang="en-US" smtClean="0"/>
          </a:p>
        </p:txBody>
      </p:sp>
      <p:sp>
        <p:nvSpPr>
          <p:cNvPr id="4" name="日期占位符 3"/>
          <p:cNvSpPr>
            <a:spLocks noGrp="1"/>
          </p:cNvSpPr>
          <p:nvPr>
            <p:ph type="dt" sz="half" idx="10"/>
          </p:nvPr>
        </p:nvSpPr>
        <p:spPr/>
        <p:txBody>
          <a:bodyPr/>
          <a:lstStyle/>
          <a:p>
            <a:fld id="{203BE4FF-4FD3-4C1E-8C0A-F7315B6A3FD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058512A-BF6F-43D0-855A-BBBF14572BDB}"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hasCustomPrompt="1"/>
          </p:nvPr>
        </p:nvSpPr>
        <p:spPr>
          <a:xfrm>
            <a:off x="838200" y="1825625"/>
            <a:ext cx="5181600" cy="435133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hasCustomPrompt="1"/>
          </p:nvPr>
        </p:nvSpPr>
        <p:spPr>
          <a:xfrm>
            <a:off x="6172200" y="1825625"/>
            <a:ext cx="5181600" cy="435133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203BE4FF-4FD3-4C1E-8C0A-F7315B6A3FD7}"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058512A-BF6F-43D0-855A-BBBF14572BDB}"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hasCustomPrompt="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4" name="内容占位符 3"/>
          <p:cNvSpPr>
            <a:spLocks noGrp="1"/>
          </p:cNvSpPr>
          <p:nvPr>
            <p:ph sz="half" idx="2" hasCustomPrompt="1"/>
          </p:nvPr>
        </p:nvSpPr>
        <p:spPr>
          <a:xfrm>
            <a:off x="839788" y="2505075"/>
            <a:ext cx="5157787" cy="368458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编辑母版文本样式</a:t>
            </a:r>
            <a:endParaRPr lang="zh-CN" altLang="en-US" smtClean="0"/>
          </a:p>
        </p:txBody>
      </p:sp>
      <p:sp>
        <p:nvSpPr>
          <p:cNvPr id="6" name="内容占位符 5"/>
          <p:cNvSpPr>
            <a:spLocks noGrp="1"/>
          </p:cNvSpPr>
          <p:nvPr>
            <p:ph sz="quarter" idx="4" hasCustomPrompt="1"/>
          </p:nvPr>
        </p:nvSpPr>
        <p:spPr>
          <a:xfrm>
            <a:off x="6172200" y="2505075"/>
            <a:ext cx="5183188" cy="3684588"/>
          </a:xfrm>
        </p:spPr>
        <p:txBody>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203BE4FF-4FD3-4C1E-8C0A-F7315B6A3FD7}"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B058512A-BF6F-43D0-855A-BBBF14572BDB}"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203BE4FF-4FD3-4C1E-8C0A-F7315B6A3FD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B058512A-BF6F-43D0-855A-BBBF14572BDB}"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203BE4FF-4FD3-4C1E-8C0A-F7315B6A3FD7}"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B058512A-BF6F-43D0-855A-BBBF14572BDB}"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内容占位符 2"/>
          <p:cNvSpPr>
            <a:spLocks noGrp="1"/>
          </p:cNvSpPr>
          <p:nvPr>
            <p:ph idx="1" hasCustomPrompt="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
        <p:nvSpPr>
          <p:cNvPr id="5" name="日期占位符 4"/>
          <p:cNvSpPr>
            <a:spLocks noGrp="1"/>
          </p:cNvSpPr>
          <p:nvPr>
            <p:ph type="dt" sz="half" idx="10"/>
          </p:nvPr>
        </p:nvSpPr>
        <p:spPr/>
        <p:txBody>
          <a:bodyPr/>
          <a:lstStyle/>
          <a:p>
            <a:fld id="{203BE4FF-4FD3-4C1E-8C0A-F7315B6A3FD7}"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058512A-BF6F-43D0-855A-BBBF14572BDB}"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hasCustomPrompt="1"/>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编辑母版文本样式</a:t>
            </a:r>
            <a:endParaRPr lang="zh-CN" altLang="en-US" smtClean="0"/>
          </a:p>
        </p:txBody>
      </p:sp>
      <p:sp>
        <p:nvSpPr>
          <p:cNvPr id="5" name="日期占位符 4"/>
          <p:cNvSpPr>
            <a:spLocks noGrp="1"/>
          </p:cNvSpPr>
          <p:nvPr>
            <p:ph type="dt" sz="half" idx="10"/>
          </p:nvPr>
        </p:nvSpPr>
        <p:spPr/>
        <p:txBody>
          <a:bodyPr/>
          <a:lstStyle/>
          <a:p>
            <a:fld id="{203BE4FF-4FD3-4C1E-8C0A-F7315B6A3FD7}"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B058512A-BF6F-43D0-855A-BBBF14572BDB}"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03BE4FF-4FD3-4C1E-8C0A-F7315B6A3FD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058512A-BF6F-43D0-855A-BBBF14572BDB}" type="slidenum">
              <a:rPr lang="zh-CN" altLang="en-US" smtClean="0"/>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hasCustomPrompt="1"/>
          </p:nvPr>
        </p:nvSpPr>
        <p:spPr>
          <a:xfrm>
            <a:off x="838200" y="365125"/>
            <a:ext cx="7734300" cy="5811838"/>
          </a:xfrm>
        </p:spPr>
        <p:txBody>
          <a:bodyPr vert="eaVert"/>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203BE4FF-4FD3-4C1E-8C0A-F7315B6A3FD7}"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B058512A-BF6F-43D0-855A-BBBF14572BDB}"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smtClean="0"/>
              <a:t>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03BE4FF-4FD3-4C1E-8C0A-F7315B6A3FD7}"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058512A-BF6F-43D0-855A-BBBF14572BDB}"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9" Type="http://schemas.openxmlformats.org/officeDocument/2006/relationships/slideLayout" Target="../slideLayouts/slideLayout7.xml"/><Relationship Id="rId8" Type="http://schemas.openxmlformats.org/officeDocument/2006/relationships/tags" Target="../tags/tag8.xml"/><Relationship Id="rId7" Type="http://schemas.openxmlformats.org/officeDocument/2006/relationships/tags" Target="../tags/tag7.xml"/><Relationship Id="rId6" Type="http://schemas.openxmlformats.org/officeDocument/2006/relationships/tags" Target="../tags/tag6.xml"/><Relationship Id="rId5" Type="http://schemas.openxmlformats.org/officeDocument/2006/relationships/tags" Target="../tags/tag5.xml"/><Relationship Id="rId4" Type="http://schemas.openxmlformats.org/officeDocument/2006/relationships/tags" Target="../tags/tag4.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0.xml"/><Relationship Id="rId4" Type="http://schemas.openxmlformats.org/officeDocument/2006/relationships/tags" Target="../tags/tag9.xml"/><Relationship Id="rId3" Type="http://schemas.openxmlformats.org/officeDocument/2006/relationships/image" Target="../media/image3.png"/><Relationship Id="rId2" Type="http://schemas.microsoft.com/office/2007/relationships/hdphoto" Target="../media/image2.wdp"/><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11.xml"/><Relationship Id="rId6" Type="http://schemas.openxmlformats.org/officeDocument/2006/relationships/image" Target="../media/image9.jpeg"/><Relationship Id="rId5" Type="http://schemas.microsoft.com/office/2007/relationships/hdphoto" Target="../media/image8.wdp"/><Relationship Id="rId4" Type="http://schemas.openxmlformats.org/officeDocument/2006/relationships/image" Target="../media/image7.png"/><Relationship Id="rId3" Type="http://schemas.openxmlformats.org/officeDocument/2006/relationships/image" Target="../media/image6.jpeg"/><Relationship Id="rId2" Type="http://schemas.microsoft.com/office/2007/relationships/hdphoto" Target="../media/image5.wdp"/><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6.xml"/><Relationship Id="rId4" Type="http://schemas.openxmlformats.org/officeDocument/2006/relationships/tags" Target="../tags/tag15.xml"/><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s>
</file>

<file path=ppt/slides/_rels/slide6.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24.xml"/><Relationship Id="rId7" Type="http://schemas.openxmlformats.org/officeDocument/2006/relationships/tags" Target="../tags/tag23.xml"/><Relationship Id="rId6" Type="http://schemas.openxmlformats.org/officeDocument/2006/relationships/tags" Target="../tags/tag22.xml"/><Relationship Id="rId5" Type="http://schemas.openxmlformats.org/officeDocument/2006/relationships/tags" Target="../tags/tag21.xml"/><Relationship Id="rId4" Type="http://schemas.openxmlformats.org/officeDocument/2006/relationships/tags" Target="../tags/tag20.xml"/><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s>
</file>

<file path=ppt/slides/_rels/slide7.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29.xml"/><Relationship Id="rId4" Type="http://schemas.openxmlformats.org/officeDocument/2006/relationships/tags" Target="../tags/tag28.xml"/><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tags" Target="../tags/tag25.xml"/></Relationships>
</file>

<file path=ppt/slides/_rels/slide8.xml.rels><?xml version="1.0" encoding="UTF-8" standalone="yes"?>
<Relationships xmlns="http://schemas.openxmlformats.org/package/2006/relationships"><Relationship Id="rId9" Type="http://schemas.openxmlformats.org/officeDocument/2006/relationships/tags" Target="../tags/tag38.xml"/><Relationship Id="rId8" Type="http://schemas.openxmlformats.org/officeDocument/2006/relationships/tags" Target="../tags/tag37.xml"/><Relationship Id="rId7" Type="http://schemas.openxmlformats.org/officeDocument/2006/relationships/tags" Target="../tags/tag36.xml"/><Relationship Id="rId6" Type="http://schemas.openxmlformats.org/officeDocument/2006/relationships/tags" Target="../tags/tag35.xml"/><Relationship Id="rId5" Type="http://schemas.openxmlformats.org/officeDocument/2006/relationships/tags" Target="../tags/tag34.xml"/><Relationship Id="rId4" Type="http://schemas.openxmlformats.org/officeDocument/2006/relationships/tags" Target="../tags/tag33.xml"/><Relationship Id="rId3" Type="http://schemas.openxmlformats.org/officeDocument/2006/relationships/tags" Target="../tags/tag32.xml"/><Relationship Id="rId2" Type="http://schemas.openxmlformats.org/officeDocument/2006/relationships/tags" Target="../tags/tag31.xml"/><Relationship Id="rId17" Type="http://schemas.openxmlformats.org/officeDocument/2006/relationships/slideLayout" Target="../slideLayouts/slideLayout2.xml"/><Relationship Id="rId16" Type="http://schemas.openxmlformats.org/officeDocument/2006/relationships/tags" Target="../tags/tag45.xml"/><Relationship Id="rId15" Type="http://schemas.openxmlformats.org/officeDocument/2006/relationships/tags" Target="../tags/tag44.xml"/><Relationship Id="rId14" Type="http://schemas.openxmlformats.org/officeDocument/2006/relationships/tags" Target="../tags/tag43.xml"/><Relationship Id="rId13" Type="http://schemas.openxmlformats.org/officeDocument/2006/relationships/tags" Target="../tags/tag42.xml"/><Relationship Id="rId12" Type="http://schemas.openxmlformats.org/officeDocument/2006/relationships/tags" Target="../tags/tag41.xml"/><Relationship Id="rId11" Type="http://schemas.openxmlformats.org/officeDocument/2006/relationships/tags" Target="../tags/tag40.xml"/><Relationship Id="rId10" Type="http://schemas.openxmlformats.org/officeDocument/2006/relationships/tags" Target="../tags/tag39.xml"/><Relationship Id="rId1" Type="http://schemas.openxmlformats.org/officeDocument/2006/relationships/tags" Target="../tags/tag30.xml"/></Relationships>
</file>

<file path=ppt/slides/_rels/slide9.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50.xml"/><Relationship Id="rId5" Type="http://schemas.openxmlformats.org/officeDocument/2006/relationships/tags" Target="../tags/tag49.xml"/><Relationship Id="rId4" Type="http://schemas.openxmlformats.org/officeDocument/2006/relationships/tags" Target="../tags/tag48.xml"/><Relationship Id="rId3" Type="http://schemas.openxmlformats.org/officeDocument/2006/relationships/tags" Target="../tags/tag47.xml"/><Relationship Id="rId2" Type="http://schemas.openxmlformats.org/officeDocument/2006/relationships/tags" Target="../tags/tag46.xml"/><Relationship Id="rId1" Type="http://schemas.openxmlformats.org/officeDocument/2006/relationships/image" Target="../media/image10.png"/></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1.xml"/><Relationship Id="rId7"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tags" Target="../tags/tag51.xml"/></Relationships>
</file>

<file path=ppt/slides/_rels/slide11.xml.rels><?xml version="1.0" encoding="UTF-8" standalone="yes"?>
<Relationships xmlns="http://schemas.openxmlformats.org/package/2006/relationships"><Relationship Id="rId9" Type="http://schemas.openxmlformats.org/officeDocument/2006/relationships/tags" Target="../tags/tag63.xml"/><Relationship Id="rId8" Type="http://schemas.openxmlformats.org/officeDocument/2006/relationships/tags" Target="../tags/tag62.xml"/><Relationship Id="rId7" Type="http://schemas.openxmlformats.org/officeDocument/2006/relationships/tags" Target="../tags/tag61.xml"/><Relationship Id="rId6" Type="http://schemas.openxmlformats.org/officeDocument/2006/relationships/tags" Target="../tags/tag60.xml"/><Relationship Id="rId5" Type="http://schemas.openxmlformats.org/officeDocument/2006/relationships/tags" Target="../tags/tag59.xml"/><Relationship Id="rId4" Type="http://schemas.openxmlformats.org/officeDocument/2006/relationships/tags" Target="../tags/tag58.xml"/><Relationship Id="rId31" Type="http://schemas.openxmlformats.org/officeDocument/2006/relationships/slideLayout" Target="../slideLayouts/slideLayout2.xml"/><Relationship Id="rId30" Type="http://schemas.openxmlformats.org/officeDocument/2006/relationships/tags" Target="../tags/tag84.xml"/><Relationship Id="rId3" Type="http://schemas.openxmlformats.org/officeDocument/2006/relationships/tags" Target="../tags/tag57.xml"/><Relationship Id="rId29" Type="http://schemas.openxmlformats.org/officeDocument/2006/relationships/tags" Target="../tags/tag83.xml"/><Relationship Id="rId28" Type="http://schemas.openxmlformats.org/officeDocument/2006/relationships/tags" Target="../tags/tag82.xml"/><Relationship Id="rId27" Type="http://schemas.openxmlformats.org/officeDocument/2006/relationships/tags" Target="../tags/tag81.xml"/><Relationship Id="rId26" Type="http://schemas.openxmlformats.org/officeDocument/2006/relationships/tags" Target="../tags/tag80.xml"/><Relationship Id="rId25" Type="http://schemas.openxmlformats.org/officeDocument/2006/relationships/tags" Target="../tags/tag79.xml"/><Relationship Id="rId24" Type="http://schemas.openxmlformats.org/officeDocument/2006/relationships/tags" Target="../tags/tag78.xml"/><Relationship Id="rId23" Type="http://schemas.openxmlformats.org/officeDocument/2006/relationships/tags" Target="../tags/tag77.xml"/><Relationship Id="rId22" Type="http://schemas.openxmlformats.org/officeDocument/2006/relationships/tags" Target="../tags/tag76.xml"/><Relationship Id="rId21" Type="http://schemas.openxmlformats.org/officeDocument/2006/relationships/tags" Target="../tags/tag75.xml"/><Relationship Id="rId20" Type="http://schemas.openxmlformats.org/officeDocument/2006/relationships/tags" Target="../tags/tag74.xml"/><Relationship Id="rId2" Type="http://schemas.openxmlformats.org/officeDocument/2006/relationships/tags" Target="../tags/tag56.xml"/><Relationship Id="rId19" Type="http://schemas.openxmlformats.org/officeDocument/2006/relationships/tags" Target="../tags/tag73.xml"/><Relationship Id="rId18" Type="http://schemas.openxmlformats.org/officeDocument/2006/relationships/tags" Target="../tags/tag72.xml"/><Relationship Id="rId17" Type="http://schemas.openxmlformats.org/officeDocument/2006/relationships/tags" Target="../tags/tag71.xml"/><Relationship Id="rId16" Type="http://schemas.openxmlformats.org/officeDocument/2006/relationships/tags" Target="../tags/tag70.xml"/><Relationship Id="rId15" Type="http://schemas.openxmlformats.org/officeDocument/2006/relationships/tags" Target="../tags/tag69.xml"/><Relationship Id="rId14" Type="http://schemas.openxmlformats.org/officeDocument/2006/relationships/tags" Target="../tags/tag68.xml"/><Relationship Id="rId13" Type="http://schemas.openxmlformats.org/officeDocument/2006/relationships/tags" Target="../tags/tag67.xml"/><Relationship Id="rId12" Type="http://schemas.openxmlformats.org/officeDocument/2006/relationships/tags" Target="../tags/tag66.xml"/><Relationship Id="rId11" Type="http://schemas.openxmlformats.org/officeDocument/2006/relationships/tags" Target="../tags/tag65.xml"/><Relationship Id="rId10" Type="http://schemas.openxmlformats.org/officeDocument/2006/relationships/tags" Target="../tags/tag64.xml"/><Relationship Id="rId1" Type="http://schemas.openxmlformats.org/officeDocument/2006/relationships/tags" Target="../tags/tag55.xml"/></Relationships>
</file>

<file path=ppt/slides/_rels/slide12.xml.rels><?xml version="1.0" encoding="UTF-8" standalone="yes"?>
<Relationships xmlns="http://schemas.openxmlformats.org/package/2006/relationships"><Relationship Id="rId9" Type="http://schemas.openxmlformats.org/officeDocument/2006/relationships/tags" Target="../tags/tag93.xml"/><Relationship Id="rId8" Type="http://schemas.openxmlformats.org/officeDocument/2006/relationships/tags" Target="../tags/tag92.xml"/><Relationship Id="rId7" Type="http://schemas.openxmlformats.org/officeDocument/2006/relationships/tags" Target="../tags/tag91.xml"/><Relationship Id="rId6" Type="http://schemas.openxmlformats.org/officeDocument/2006/relationships/tags" Target="../tags/tag90.xml"/><Relationship Id="rId5" Type="http://schemas.openxmlformats.org/officeDocument/2006/relationships/tags" Target="../tags/tag89.xml"/><Relationship Id="rId4" Type="http://schemas.openxmlformats.org/officeDocument/2006/relationships/tags" Target="../tags/tag88.xml"/><Relationship Id="rId3" Type="http://schemas.openxmlformats.org/officeDocument/2006/relationships/tags" Target="../tags/tag87.xml"/><Relationship Id="rId2" Type="http://schemas.openxmlformats.org/officeDocument/2006/relationships/tags" Target="../tags/tag86.xml"/><Relationship Id="rId15" Type="http://schemas.openxmlformats.org/officeDocument/2006/relationships/slideLayout" Target="../slideLayouts/slideLayout2.xml"/><Relationship Id="rId14" Type="http://schemas.openxmlformats.org/officeDocument/2006/relationships/tags" Target="../tags/tag98.xml"/><Relationship Id="rId13" Type="http://schemas.openxmlformats.org/officeDocument/2006/relationships/tags" Target="../tags/tag97.xml"/><Relationship Id="rId12" Type="http://schemas.openxmlformats.org/officeDocument/2006/relationships/tags" Target="../tags/tag96.xml"/><Relationship Id="rId11" Type="http://schemas.openxmlformats.org/officeDocument/2006/relationships/tags" Target="../tags/tag95.xml"/><Relationship Id="rId10" Type="http://schemas.openxmlformats.org/officeDocument/2006/relationships/tags" Target="../tags/tag94.xml"/><Relationship Id="rId1" Type="http://schemas.openxmlformats.org/officeDocument/2006/relationships/tags" Target="../tags/tag8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03.xml"/><Relationship Id="rId4" Type="http://schemas.openxmlformats.org/officeDocument/2006/relationships/tags" Target="../tags/tag102.xml"/><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tags" Target="../tags/tag99.xml"/></Relationships>
</file>

<file path=ppt/slides/_rels/slide15.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2.xml"/><Relationship Id="rId5" Type="http://schemas.openxmlformats.org/officeDocument/2006/relationships/tags" Target="../tags/tag108.xml"/><Relationship Id="rId4" Type="http://schemas.openxmlformats.org/officeDocument/2006/relationships/tags" Target="../tags/tag107.xml"/><Relationship Id="rId3" Type="http://schemas.openxmlformats.org/officeDocument/2006/relationships/tags" Target="../tags/tag106.xml"/><Relationship Id="rId2" Type="http://schemas.openxmlformats.org/officeDocument/2006/relationships/tags" Target="../tags/tag105.xml"/><Relationship Id="rId1" Type="http://schemas.openxmlformats.org/officeDocument/2006/relationships/tags" Target="../tags/tag10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113.xml"/><Relationship Id="rId5" Type="http://schemas.openxmlformats.org/officeDocument/2006/relationships/tags" Target="../tags/tag112.xml"/><Relationship Id="rId4" Type="http://schemas.openxmlformats.org/officeDocument/2006/relationships/tags" Target="../tags/tag111.xml"/><Relationship Id="rId3" Type="http://schemas.openxmlformats.org/officeDocument/2006/relationships/tags" Target="../tags/tag110.xml"/><Relationship Id="rId2" Type="http://schemas.openxmlformats.org/officeDocument/2006/relationships/tags" Target="../tags/tag109.xml"/><Relationship Id="rId1" Type="http://schemas.openxmlformats.org/officeDocument/2006/relationships/image" Target="../media/image13.png"/></Relationships>
</file>

<file path=ppt/slides/_rels/slide18.xml.rels><?xml version="1.0" encoding="UTF-8" standalone="yes"?>
<Relationships xmlns="http://schemas.openxmlformats.org/package/2006/relationships"><Relationship Id="rId9" Type="http://schemas.openxmlformats.org/officeDocument/2006/relationships/notesSlide" Target="../notesSlides/notesSlide4.xml"/><Relationship Id="rId8" Type="http://schemas.openxmlformats.org/officeDocument/2006/relationships/slideLayout" Target="../slideLayouts/slideLayout2.xml"/><Relationship Id="rId7" Type="http://schemas.openxmlformats.org/officeDocument/2006/relationships/image" Target="../media/image15.png"/><Relationship Id="rId6" Type="http://schemas.openxmlformats.org/officeDocument/2006/relationships/tags" Target="../tags/tag117.xml"/><Relationship Id="rId5" Type="http://schemas.openxmlformats.org/officeDocument/2006/relationships/tags" Target="../tags/tag116.xml"/><Relationship Id="rId4" Type="http://schemas.openxmlformats.org/officeDocument/2006/relationships/tags" Target="../tags/tag115.xml"/><Relationship Id="rId3" Type="http://schemas.openxmlformats.org/officeDocument/2006/relationships/image" Target="../media/image14.png"/><Relationship Id="rId2" Type="http://schemas.openxmlformats.org/officeDocument/2006/relationships/tags" Target="../tags/tag114.xml"/><Relationship Id="rId1" Type="http://schemas.openxmlformats.org/officeDocument/2006/relationships/tags" Target="../../../../../tags/tag114.xml"/></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jpe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9" Type="http://schemas.openxmlformats.org/officeDocument/2006/relationships/tags" Target="../tags/tag126.xml"/><Relationship Id="rId8" Type="http://schemas.openxmlformats.org/officeDocument/2006/relationships/tags" Target="../tags/tag125.xml"/><Relationship Id="rId7" Type="http://schemas.openxmlformats.org/officeDocument/2006/relationships/tags" Target="../tags/tag124.xml"/><Relationship Id="rId6" Type="http://schemas.openxmlformats.org/officeDocument/2006/relationships/tags" Target="../tags/tag123.xml"/><Relationship Id="rId5" Type="http://schemas.openxmlformats.org/officeDocument/2006/relationships/tags" Target="../tags/tag122.xml"/><Relationship Id="rId4" Type="http://schemas.openxmlformats.org/officeDocument/2006/relationships/tags" Target="../tags/tag121.xml"/><Relationship Id="rId3" Type="http://schemas.openxmlformats.org/officeDocument/2006/relationships/tags" Target="../tags/tag120.xml"/><Relationship Id="rId2" Type="http://schemas.openxmlformats.org/officeDocument/2006/relationships/tags" Target="../tags/tag119.xml"/><Relationship Id="rId13" Type="http://schemas.openxmlformats.org/officeDocument/2006/relationships/slideLayout" Target="../slideLayouts/slideLayout2.xml"/><Relationship Id="rId12" Type="http://schemas.openxmlformats.org/officeDocument/2006/relationships/tags" Target="../tags/tag129.xml"/><Relationship Id="rId11" Type="http://schemas.openxmlformats.org/officeDocument/2006/relationships/tags" Target="../tags/tag128.xml"/><Relationship Id="rId10" Type="http://schemas.openxmlformats.org/officeDocument/2006/relationships/tags" Target="../tags/tag127.xml"/><Relationship Id="rId1" Type="http://schemas.openxmlformats.org/officeDocument/2006/relationships/tags" Target="../tags/tag118.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GIF"/></Relationships>
</file>

<file path=ppt/slides/_rels/slide23.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135.xml"/><Relationship Id="rId5" Type="http://schemas.openxmlformats.org/officeDocument/2006/relationships/tags" Target="../tags/tag134.xml"/><Relationship Id="rId4" Type="http://schemas.openxmlformats.org/officeDocument/2006/relationships/tags" Target="../tags/tag133.xml"/><Relationship Id="rId3" Type="http://schemas.openxmlformats.org/officeDocument/2006/relationships/tags" Target="../tags/tag132.xml"/><Relationship Id="rId2" Type="http://schemas.openxmlformats.org/officeDocument/2006/relationships/tags" Target="../tags/tag131.xml"/><Relationship Id="rId1" Type="http://schemas.openxmlformats.org/officeDocument/2006/relationships/tags" Target="../tags/tag130.xml"/></Relationships>
</file>

<file path=ppt/slides/_rels/slide24.xml.rels><?xml version="1.0" encoding="UTF-8" standalone="yes"?>
<Relationships xmlns="http://schemas.openxmlformats.org/package/2006/relationships"><Relationship Id="rId8" Type="http://schemas.openxmlformats.org/officeDocument/2006/relationships/slideLayout" Target="../slideLayouts/slideLayout2.xml"/><Relationship Id="rId7" Type="http://schemas.openxmlformats.org/officeDocument/2006/relationships/tags" Target="../tags/tag142.xml"/><Relationship Id="rId6" Type="http://schemas.openxmlformats.org/officeDocument/2006/relationships/tags" Target="../tags/tag141.xml"/><Relationship Id="rId5" Type="http://schemas.openxmlformats.org/officeDocument/2006/relationships/tags" Target="../tags/tag140.xml"/><Relationship Id="rId4" Type="http://schemas.openxmlformats.org/officeDocument/2006/relationships/tags" Target="../tags/tag139.xml"/><Relationship Id="rId3" Type="http://schemas.openxmlformats.org/officeDocument/2006/relationships/tags" Target="../tags/tag138.xml"/><Relationship Id="rId2" Type="http://schemas.openxmlformats.org/officeDocument/2006/relationships/tags" Target="../tags/tag137.xml"/><Relationship Id="rId1" Type="http://schemas.openxmlformats.org/officeDocument/2006/relationships/tags" Target="../tags/tag136.xml"/></Relationships>
</file>

<file path=ppt/slides/_rels/slide25.xml.rels><?xml version="1.0" encoding="UTF-8" standalone="yes"?>
<Relationships xmlns="http://schemas.openxmlformats.org/package/2006/relationships"><Relationship Id="rId9" Type="http://schemas.openxmlformats.org/officeDocument/2006/relationships/slideLayout" Target="../slideLayouts/slideLayout2.xml"/><Relationship Id="rId8" Type="http://schemas.openxmlformats.org/officeDocument/2006/relationships/tags" Target="../tags/tag149.xml"/><Relationship Id="rId7" Type="http://schemas.openxmlformats.org/officeDocument/2006/relationships/tags" Target="../tags/tag148.xml"/><Relationship Id="rId6" Type="http://schemas.openxmlformats.org/officeDocument/2006/relationships/tags" Target="../tags/tag147.xml"/><Relationship Id="rId5" Type="http://schemas.openxmlformats.org/officeDocument/2006/relationships/tags" Target="../tags/tag146.xml"/><Relationship Id="rId4" Type="http://schemas.openxmlformats.org/officeDocument/2006/relationships/tags" Target="../tags/tag145.xml"/><Relationship Id="rId3" Type="http://schemas.openxmlformats.org/officeDocument/2006/relationships/tags" Target="../tags/tag144.xml"/><Relationship Id="rId2" Type="http://schemas.openxmlformats.org/officeDocument/2006/relationships/tags" Target="../tags/tag143.xml"/><Relationship Id="rId10" Type="http://schemas.openxmlformats.org/officeDocument/2006/relationships/notesSlide" Target="../notesSlides/notesSlide5.xml"/><Relationship Id="rId1" Type="http://schemas.openxmlformats.org/officeDocument/2006/relationships/image" Target="../media/image18.png"/></Relationships>
</file>

<file path=ppt/slides/_rels/slide26.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openxmlformats.org/officeDocument/2006/relationships/tags" Target="../tags/tag154.xml"/><Relationship Id="rId4" Type="http://schemas.openxmlformats.org/officeDocument/2006/relationships/tags" Target="../tags/tag153.xml"/><Relationship Id="rId3" Type="http://schemas.openxmlformats.org/officeDocument/2006/relationships/tags" Target="../tags/tag152.xml"/><Relationship Id="rId2" Type="http://schemas.openxmlformats.org/officeDocument/2006/relationships/tags" Target="../tags/tag151.xml"/><Relationship Id="rId1" Type="http://schemas.openxmlformats.org/officeDocument/2006/relationships/tags" Target="../tags/tag150.xml"/></Relationships>
</file>

<file path=ppt/slides/_rels/slide27.xml.rels><?xml version="1.0" encoding="UTF-8" standalone="yes"?>
<Relationships xmlns="http://schemas.openxmlformats.org/package/2006/relationships"><Relationship Id="rId7" Type="http://schemas.openxmlformats.org/officeDocument/2006/relationships/slideLayout" Target="../slideLayouts/slideLayout2.xml"/><Relationship Id="rId6" Type="http://schemas.openxmlformats.org/officeDocument/2006/relationships/tags" Target="../tags/tag159.xml"/><Relationship Id="rId5" Type="http://schemas.openxmlformats.org/officeDocument/2006/relationships/tags" Target="../tags/tag158.xml"/><Relationship Id="rId4" Type="http://schemas.openxmlformats.org/officeDocument/2006/relationships/tags" Target="../tags/tag157.xml"/><Relationship Id="rId3" Type="http://schemas.openxmlformats.org/officeDocument/2006/relationships/tags" Target="../tags/tag156.xml"/><Relationship Id="rId2" Type="http://schemas.openxmlformats.org/officeDocument/2006/relationships/tags" Target="../tags/tag155.xml"/><Relationship Id="rId1" Type="http://schemas.openxmlformats.org/officeDocument/2006/relationships/image" Target="../media/image19.png"/></Relationships>
</file>

<file path=ppt/slides/_rels/slide28.xml.rels><?xml version="1.0" encoding="UTF-8" standalone="yes"?>
<Relationships xmlns="http://schemas.openxmlformats.org/package/2006/relationships"><Relationship Id="rId9" Type="http://schemas.openxmlformats.org/officeDocument/2006/relationships/tags" Target="../tags/tag168.xml"/><Relationship Id="rId8" Type="http://schemas.openxmlformats.org/officeDocument/2006/relationships/tags" Target="../tags/tag167.xml"/><Relationship Id="rId7" Type="http://schemas.openxmlformats.org/officeDocument/2006/relationships/tags" Target="../tags/tag166.xml"/><Relationship Id="rId6" Type="http://schemas.openxmlformats.org/officeDocument/2006/relationships/tags" Target="../tags/tag165.xml"/><Relationship Id="rId5" Type="http://schemas.openxmlformats.org/officeDocument/2006/relationships/tags" Target="../tags/tag164.xml"/><Relationship Id="rId4" Type="http://schemas.openxmlformats.org/officeDocument/2006/relationships/tags" Target="../tags/tag163.xml"/><Relationship Id="rId3" Type="http://schemas.openxmlformats.org/officeDocument/2006/relationships/tags" Target="../tags/tag162.xml"/><Relationship Id="rId24" Type="http://schemas.openxmlformats.org/officeDocument/2006/relationships/slideLayout" Target="../slideLayouts/slideLayout2.xml"/><Relationship Id="rId23" Type="http://schemas.openxmlformats.org/officeDocument/2006/relationships/tags" Target="../tags/tag182.xml"/><Relationship Id="rId22" Type="http://schemas.openxmlformats.org/officeDocument/2006/relationships/tags" Target="../tags/tag181.xml"/><Relationship Id="rId21" Type="http://schemas.openxmlformats.org/officeDocument/2006/relationships/tags" Target="../tags/tag180.xml"/><Relationship Id="rId20" Type="http://schemas.openxmlformats.org/officeDocument/2006/relationships/tags" Target="../tags/tag179.xml"/><Relationship Id="rId2" Type="http://schemas.openxmlformats.org/officeDocument/2006/relationships/tags" Target="../tags/tag161.xml"/><Relationship Id="rId19" Type="http://schemas.openxmlformats.org/officeDocument/2006/relationships/tags" Target="../tags/tag178.xml"/><Relationship Id="rId18" Type="http://schemas.openxmlformats.org/officeDocument/2006/relationships/tags" Target="../tags/tag177.xml"/><Relationship Id="rId17" Type="http://schemas.openxmlformats.org/officeDocument/2006/relationships/tags" Target="../tags/tag176.xml"/><Relationship Id="rId16" Type="http://schemas.openxmlformats.org/officeDocument/2006/relationships/tags" Target="../tags/tag175.xml"/><Relationship Id="rId15" Type="http://schemas.openxmlformats.org/officeDocument/2006/relationships/tags" Target="../tags/tag174.xml"/><Relationship Id="rId14" Type="http://schemas.openxmlformats.org/officeDocument/2006/relationships/tags" Target="../tags/tag173.xml"/><Relationship Id="rId13" Type="http://schemas.openxmlformats.org/officeDocument/2006/relationships/tags" Target="../tags/tag172.xml"/><Relationship Id="rId12" Type="http://schemas.openxmlformats.org/officeDocument/2006/relationships/tags" Target="../tags/tag171.xml"/><Relationship Id="rId11" Type="http://schemas.openxmlformats.org/officeDocument/2006/relationships/tags" Target="../tags/tag170.xml"/><Relationship Id="rId10" Type="http://schemas.openxmlformats.org/officeDocument/2006/relationships/tags" Target="../tags/tag169.xml"/><Relationship Id="rId1" Type="http://schemas.openxmlformats.org/officeDocument/2006/relationships/tags" Target="../tags/tag16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2" name="任意多边形 21"/>
          <p:cNvSpPr/>
          <p:nvPr>
            <p:custDataLst>
              <p:tags r:id="rId1"/>
            </p:custDataLst>
          </p:nvPr>
        </p:nvSpPr>
        <p:spPr>
          <a:xfrm>
            <a:off x="3673476" y="2312988"/>
            <a:ext cx="4900613" cy="1801812"/>
          </a:xfrm>
          <a:custGeom>
            <a:avLst/>
            <a:gdLst>
              <a:gd name="connsiteX0" fmla="*/ 1112071 w 4901184"/>
              <a:gd name="connsiteY0" fmla="*/ 0 h 1801368"/>
              <a:gd name="connsiteX1" fmla="*/ 4901184 w 4901184"/>
              <a:gd name="connsiteY1" fmla="*/ 0 h 1801368"/>
              <a:gd name="connsiteX2" fmla="*/ 4901184 w 4901184"/>
              <a:gd name="connsiteY2" fmla="*/ 1008251 h 1801368"/>
              <a:gd name="connsiteX3" fmla="*/ 3799357 w 4901184"/>
              <a:gd name="connsiteY3" fmla="*/ 1801368 h 1801368"/>
              <a:gd name="connsiteX4" fmla="*/ 0 w 4901184"/>
              <a:gd name="connsiteY4" fmla="*/ 1801368 h 1801368"/>
              <a:gd name="connsiteX5" fmla="*/ 0 w 4901184"/>
              <a:gd name="connsiteY5" fmla="*/ 800490 h 18013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01184" h="1801368">
                <a:moveTo>
                  <a:pt x="1112071" y="0"/>
                </a:moveTo>
                <a:lnTo>
                  <a:pt x="4901184" y="0"/>
                </a:lnTo>
                <a:lnTo>
                  <a:pt x="4901184" y="1008251"/>
                </a:lnTo>
                <a:lnTo>
                  <a:pt x="3799357" y="1801368"/>
                </a:lnTo>
                <a:lnTo>
                  <a:pt x="0" y="1801368"/>
                </a:lnTo>
                <a:lnTo>
                  <a:pt x="0" y="800490"/>
                </a:lnTo>
                <a:close/>
              </a:path>
            </a:pathLst>
          </a:custGeom>
          <a:solidFill>
            <a:schemeClr val="accent1"/>
          </a:solidFill>
          <a:ln w="12700" cap="flat" cmpd="sng" algn="ctr">
            <a:noFill/>
            <a:prstDash val="solid"/>
            <a:miter lim="800000"/>
          </a:ln>
          <a:effectLst/>
        </p:spPr>
        <p:txBody>
          <a:bodyPr anchor="ctr"/>
          <a:lstStyle/>
          <a:p>
            <a:pPr algn="ctr">
              <a:defRPr/>
            </a:pPr>
            <a:endParaRPr lang="zh-CN" altLang="en-US" kern="0">
              <a:solidFill>
                <a:prstClr val="white"/>
              </a:solidFill>
            </a:endParaRPr>
          </a:p>
        </p:txBody>
      </p:sp>
      <p:cxnSp>
        <p:nvCxnSpPr>
          <p:cNvPr id="23" name="直接连接符 22"/>
          <p:cNvCxnSpPr/>
          <p:nvPr>
            <p:custDataLst>
              <p:tags r:id="rId2"/>
            </p:custDataLst>
          </p:nvPr>
        </p:nvCxnSpPr>
        <p:spPr>
          <a:xfrm flipH="1">
            <a:off x="3170239" y="1947863"/>
            <a:ext cx="2103437" cy="1517650"/>
          </a:xfrm>
          <a:prstGeom prst="line">
            <a:avLst/>
          </a:prstGeom>
          <a:noFill/>
          <a:ln w="12700" cap="flat" cmpd="sng" algn="ctr">
            <a:solidFill>
              <a:schemeClr val="accent1">
                <a:lumMod val="75000"/>
              </a:schemeClr>
            </a:solidFill>
            <a:prstDash val="solid"/>
            <a:miter lim="800000"/>
          </a:ln>
          <a:effectLst/>
        </p:spPr>
      </p:cxnSp>
      <p:cxnSp>
        <p:nvCxnSpPr>
          <p:cNvPr id="24" name="直接连接符 23"/>
          <p:cNvCxnSpPr/>
          <p:nvPr>
            <p:custDataLst>
              <p:tags r:id="rId3"/>
            </p:custDataLst>
          </p:nvPr>
        </p:nvCxnSpPr>
        <p:spPr>
          <a:xfrm flipH="1">
            <a:off x="6927850" y="2981325"/>
            <a:ext cx="2103438" cy="1517650"/>
          </a:xfrm>
          <a:prstGeom prst="line">
            <a:avLst/>
          </a:prstGeom>
          <a:noFill/>
          <a:ln w="12700" cap="flat" cmpd="sng" algn="ctr">
            <a:solidFill>
              <a:schemeClr val="accent1">
                <a:lumMod val="75000"/>
              </a:schemeClr>
            </a:solidFill>
            <a:prstDash val="solid"/>
            <a:miter lim="800000"/>
          </a:ln>
          <a:effectLst/>
        </p:spPr>
      </p:cxnSp>
      <p:sp>
        <p:nvSpPr>
          <p:cNvPr id="25" name="文本框 24"/>
          <p:cNvSpPr txBox="1"/>
          <p:nvPr>
            <p:custDataLst>
              <p:tags r:id="rId4"/>
            </p:custDataLst>
          </p:nvPr>
        </p:nvSpPr>
        <p:spPr>
          <a:xfrm>
            <a:off x="7104063" y="2312988"/>
            <a:ext cx="614362" cy="1016000"/>
          </a:xfrm>
          <a:prstGeom prst="rect">
            <a:avLst/>
          </a:prstGeom>
          <a:noFill/>
        </p:spPr>
        <p:txBody>
          <a:bodyPr wrap="none"/>
          <a:lstStyle/>
          <a:p>
            <a:pPr>
              <a:defRPr/>
            </a:pPr>
            <a:r>
              <a:rPr lang="en-US" altLang="zh-CN" sz="6000" b="1" spc="400" dirty="0" smtClean="0">
                <a:solidFill>
                  <a:prstClr val="white"/>
                </a:solidFill>
                <a:effectLst>
                  <a:outerShdw dist="25400" dir="2700000" algn="tl" rotWithShape="0">
                    <a:prstClr val="black">
                      <a:alpha val="29000"/>
                    </a:prstClr>
                  </a:outerShdw>
                </a:effectLst>
                <a:latin typeface="Baskerville Old Face" panose="02020602080505020303" pitchFamily="18" charset="0"/>
                <a:ea typeface="华文隶书" panose="02010800040101010101" pitchFamily="2" charset="-122"/>
                <a:cs typeface="Microsoft New Tai Lue" panose="020B0502040204020203" pitchFamily="34" charset="0"/>
              </a:rPr>
              <a:t>2</a:t>
            </a:r>
            <a:endParaRPr lang="zh-CN" altLang="en-US" sz="6000" b="1" spc="400" dirty="0">
              <a:solidFill>
                <a:prstClr val="white"/>
              </a:solidFill>
              <a:effectLst>
                <a:outerShdw dist="25400" dir="2700000" algn="tl" rotWithShape="0">
                  <a:prstClr val="black">
                    <a:alpha val="29000"/>
                  </a:prstClr>
                </a:outerShdw>
              </a:effectLst>
              <a:latin typeface="Baskerville Old Face" panose="02020602080505020303" pitchFamily="18" charset="0"/>
              <a:ea typeface="华文隶书" panose="02010800040101010101" pitchFamily="2" charset="-122"/>
              <a:cs typeface="Microsoft New Tai Lue" panose="020B0502040204020203" pitchFamily="34" charset="0"/>
            </a:endParaRPr>
          </a:p>
        </p:txBody>
      </p:sp>
      <p:sp>
        <p:nvSpPr>
          <p:cNvPr id="2054" name="文本框 25"/>
          <p:cNvSpPr txBox="1">
            <a:spLocks noChangeArrowheads="1"/>
          </p:cNvSpPr>
          <p:nvPr>
            <p:custDataLst>
              <p:tags r:id="rId5"/>
            </p:custDataLst>
          </p:nvPr>
        </p:nvSpPr>
        <p:spPr bwMode="auto">
          <a:xfrm>
            <a:off x="4002089" y="3171826"/>
            <a:ext cx="3101973"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dist" eaLnBrk="1" hangingPunct="1">
              <a:lnSpc>
                <a:spcPct val="150000"/>
              </a:lnSpc>
            </a:pPr>
            <a:r>
              <a:rPr lang="zh-CN" altLang="en-US" sz="2400" dirty="0" smtClean="0">
                <a:solidFill>
                  <a:srgbClr val="FFFFFF"/>
                </a:solidFill>
                <a:latin typeface="微软雅黑" panose="020B0503020204020204" pitchFamily="34" charset="-122"/>
                <a:ea typeface="微软雅黑" panose="020B0503020204020204" pitchFamily="34" charset="-122"/>
              </a:rPr>
              <a:t>算法</a:t>
            </a:r>
            <a:r>
              <a:rPr lang="en-US" altLang="zh-CN" sz="2400" dirty="0" smtClean="0">
                <a:solidFill>
                  <a:srgbClr val="FFFFFF"/>
                </a:solidFill>
                <a:latin typeface="微软雅黑" panose="020B0503020204020204" pitchFamily="34" charset="-122"/>
                <a:ea typeface="微软雅黑" panose="020B0503020204020204" pitchFamily="34" charset="-122"/>
              </a:rPr>
              <a:t>——</a:t>
            </a:r>
            <a:r>
              <a:rPr lang="zh-CN" altLang="en-US" sz="2400" dirty="0" smtClean="0">
                <a:solidFill>
                  <a:srgbClr val="FFFFFF"/>
                </a:solidFill>
                <a:latin typeface="微软雅黑" panose="020B0503020204020204" pitchFamily="34" charset="-122"/>
                <a:ea typeface="微软雅黑" panose="020B0503020204020204" pitchFamily="34" charset="-122"/>
              </a:rPr>
              <a:t>程序的灵魂</a:t>
            </a:r>
            <a:endParaRPr lang="zh-CN" altLang="en-US" sz="2400" dirty="0">
              <a:solidFill>
                <a:srgbClr val="FFFFFF"/>
              </a:solidFill>
              <a:latin typeface="微软雅黑" panose="020B0503020204020204" pitchFamily="34" charset="-122"/>
              <a:ea typeface="微软雅黑" panose="020B0503020204020204" pitchFamily="34" charset="-122"/>
            </a:endParaRPr>
          </a:p>
        </p:txBody>
      </p:sp>
      <p:sp>
        <p:nvSpPr>
          <p:cNvPr id="27" name="文本框 26"/>
          <p:cNvSpPr txBox="1"/>
          <p:nvPr>
            <p:custDataLst>
              <p:tags r:id="rId6"/>
            </p:custDataLst>
          </p:nvPr>
        </p:nvSpPr>
        <p:spPr>
          <a:xfrm>
            <a:off x="6535738" y="2570164"/>
            <a:ext cx="647700" cy="585787"/>
          </a:xfrm>
          <a:prstGeom prst="rect">
            <a:avLst/>
          </a:prstGeom>
          <a:noFill/>
        </p:spPr>
        <p:txBody>
          <a:bodyPr wrap="none"/>
          <a:lstStyle/>
          <a:p>
            <a:pPr>
              <a:defRPr/>
            </a:pPr>
            <a:r>
              <a:rPr lang="zh-CN" altLang="en-US" sz="3200" b="1" spc="400" dirty="0">
                <a:solidFill>
                  <a:prstClr val="white"/>
                </a:solidFill>
                <a:effectLst>
                  <a:outerShdw dist="25400" dir="2700000" algn="tl" rotWithShape="0">
                    <a:prstClr val="black">
                      <a:alpha val="29000"/>
                    </a:prstClr>
                  </a:outerShdw>
                </a:effectLst>
                <a:latin typeface="华文中宋" panose="02010600040101010101" pitchFamily="2" charset="-122"/>
                <a:ea typeface="华文中宋" panose="02010600040101010101" pitchFamily="2" charset="-122"/>
                <a:cs typeface="Microsoft New Tai Lue" panose="020B0502040204020203" pitchFamily="34" charset="0"/>
              </a:rPr>
              <a:t>第</a:t>
            </a:r>
            <a:endParaRPr lang="zh-CN" altLang="en-US" sz="4400" b="1" spc="400" dirty="0">
              <a:solidFill>
                <a:prstClr val="white"/>
              </a:solidFill>
              <a:effectLst>
                <a:outerShdw dist="25400" dir="2700000" algn="tl" rotWithShape="0">
                  <a:prstClr val="black">
                    <a:alpha val="29000"/>
                  </a:prstClr>
                </a:outerShdw>
              </a:effectLst>
              <a:latin typeface="华文中宋" panose="02010600040101010101" pitchFamily="2" charset="-122"/>
              <a:ea typeface="华文中宋" panose="02010600040101010101" pitchFamily="2" charset="-122"/>
              <a:cs typeface="Microsoft New Tai Lue" panose="020B0502040204020203" pitchFamily="34" charset="0"/>
            </a:endParaRPr>
          </a:p>
        </p:txBody>
      </p:sp>
      <p:sp>
        <p:nvSpPr>
          <p:cNvPr id="28" name="文本框 27"/>
          <p:cNvSpPr txBox="1"/>
          <p:nvPr>
            <p:custDataLst>
              <p:tags r:id="rId7"/>
            </p:custDataLst>
          </p:nvPr>
        </p:nvSpPr>
        <p:spPr>
          <a:xfrm>
            <a:off x="7581901" y="2570164"/>
            <a:ext cx="646113" cy="585787"/>
          </a:xfrm>
          <a:prstGeom prst="rect">
            <a:avLst/>
          </a:prstGeom>
          <a:noFill/>
        </p:spPr>
        <p:txBody>
          <a:bodyPr wrap="none"/>
          <a:lstStyle>
            <a:defPPr>
              <a:defRPr lang="zh-CN"/>
            </a:defPPr>
            <a:lvl1pPr>
              <a:defRPr sz="3200" b="1" spc="400">
                <a:solidFill>
                  <a:schemeClr val="bg1"/>
                </a:solidFill>
                <a:effectLst>
                  <a:outerShdw dist="25400" dir="2700000" algn="tl" rotWithShape="0">
                    <a:prstClr val="black">
                      <a:alpha val="29000"/>
                    </a:prstClr>
                  </a:outerShdw>
                </a:effectLst>
                <a:latin typeface="华文中宋" panose="02010600040101010101" pitchFamily="2" charset="-122"/>
                <a:ea typeface="华文中宋" panose="02010600040101010101" pitchFamily="2" charset="-122"/>
                <a:cs typeface="Microsoft New Tai Lue" panose="020B0502040204020203" pitchFamily="34" charset="0"/>
              </a:defRPr>
            </a:lvl1pPr>
          </a:lstStyle>
          <a:p>
            <a:pPr>
              <a:defRPr/>
            </a:pPr>
            <a:r>
              <a:rPr lang="zh-CN" altLang="en-US" kern="0" dirty="0">
                <a:solidFill>
                  <a:prstClr val="white"/>
                </a:solidFill>
              </a:rPr>
              <a:t>章</a:t>
            </a:r>
            <a:endParaRPr lang="zh-CN" altLang="en-US" kern="0" dirty="0">
              <a:solidFill>
                <a:prstClr val="white"/>
              </a:solidFill>
            </a:endParaRPr>
          </a:p>
        </p:txBody>
      </p:sp>
    </p:spTree>
    <p:custDataLst>
      <p:tags r:id="rId8"/>
    </p:custData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图片 2"/>
          <p:cNvPicPr>
            <a:picLocks noChangeAspect="1"/>
          </p:cNvPicPr>
          <p:nvPr/>
        </p:nvPicPr>
        <p:blipFill>
          <a:blip r:embed="rId1">
            <a:duotone>
              <a:schemeClr val="accent3">
                <a:shade val="45000"/>
                <a:satMod val="135000"/>
              </a:schemeClr>
              <a:prstClr val="white"/>
            </a:duotone>
            <a:extLst>
              <a:ext uri="{BEBA8EAE-BF5A-486C-A8C5-ECC9F3942E4B}">
                <a14:imgProps xmlns:a14="http://schemas.microsoft.com/office/drawing/2010/main">
                  <a14:imgLayer r:embed="rId2">
                    <a14:imgEffect>
                      <a14:sharpenSoften amount="50000"/>
                    </a14:imgEffect>
                  </a14:imgLayer>
                </a14:imgProps>
              </a:ext>
            </a:extLst>
          </a:blip>
          <a:stretch>
            <a:fillRect/>
          </a:stretch>
        </p:blipFill>
        <p:spPr>
          <a:xfrm>
            <a:off x="2738699" y="1968500"/>
            <a:ext cx="1863680" cy="2781612"/>
          </a:xfrm>
          <a:prstGeom prst="ellipse">
            <a:avLst/>
          </a:prstGeom>
          <a:blipFill dpi="0" rotWithShape="1">
            <a:blip r:embed="rId3">
              <a:duotone>
                <a:schemeClr val="accent3">
                  <a:shade val="45000"/>
                  <a:satMod val="135000"/>
                </a:schemeClr>
                <a:prstClr val="white"/>
              </a:duotone>
              <a:extLst>
                <a:ext uri="{28A0092B-C50C-407E-A947-70E740481C1C}">
                  <a14:useLocalDpi xmlns:a14="http://schemas.microsoft.com/office/drawing/2010/main" val="0"/>
                </a:ext>
              </a:extLst>
            </a:blip>
            <a:srcRect/>
            <a:stretch>
              <a:fillRect/>
            </a:stretch>
          </a:blipFill>
          <a:ln w="101600">
            <a:solidFill>
              <a:schemeClr val="accent1"/>
            </a:solidFill>
          </a:ln>
        </p:spPr>
      </p:pic>
      <p:sp>
        <p:nvSpPr>
          <p:cNvPr id="25" name="MH_Text_1"/>
          <p:cNvSpPr txBox="1"/>
          <p:nvPr>
            <p:custDataLst>
              <p:tags r:id="rId4"/>
            </p:custDataLst>
          </p:nvPr>
        </p:nvSpPr>
        <p:spPr>
          <a:xfrm>
            <a:off x="6027898" y="1968500"/>
            <a:ext cx="4050822" cy="3269065"/>
          </a:xfrm>
          <a:prstGeom prst="rect">
            <a:avLst/>
          </a:prstGeom>
          <a:noFill/>
        </p:spPr>
        <p:txBody>
          <a:bodyPr>
            <a:noAutofit/>
          </a:bodyPr>
          <a:lstStyle/>
          <a:p>
            <a:pPr>
              <a:lnSpc>
                <a:spcPct val="150000"/>
              </a:lnSpc>
              <a:spcAft>
                <a:spcPts val="600"/>
              </a:spcAft>
              <a:defRPr/>
            </a:pPr>
            <a:r>
              <a:rPr lang="zh-CN" altLang="en-US" sz="2400" b="1" dirty="0" smtClean="0">
                <a:solidFill>
                  <a:schemeClr val="accent1"/>
                </a:solidFill>
              </a:rPr>
              <a:t>数据结构</a:t>
            </a:r>
            <a:endParaRPr lang="en-US" altLang="zh-CN" sz="2400" b="1" dirty="0" smtClean="0">
              <a:solidFill>
                <a:schemeClr val="accent1"/>
              </a:solidFill>
            </a:endParaRPr>
          </a:p>
          <a:p>
            <a:pPr>
              <a:lnSpc>
                <a:spcPct val="150000"/>
              </a:lnSpc>
              <a:spcAft>
                <a:spcPts val="600"/>
              </a:spcAft>
              <a:defRPr/>
            </a:pPr>
            <a:r>
              <a:rPr lang="zh-CN" altLang="en-US" sz="2400" b="1" dirty="0"/>
              <a:t>对数据的描述。在程序中要指定用到哪些数据，以及这些数据的类型和数据的组织形式</a:t>
            </a:r>
            <a:r>
              <a:rPr lang="zh-CN" altLang="en-US" sz="2400" b="1" dirty="0" smtClean="0"/>
              <a:t>。</a:t>
            </a:r>
            <a:endParaRPr lang="en-US" altLang="zh-CN" sz="2400" b="1" dirty="0" smtClean="0"/>
          </a:p>
          <a:p>
            <a:pPr>
              <a:lnSpc>
                <a:spcPct val="150000"/>
              </a:lnSpc>
              <a:spcAft>
                <a:spcPts val="600"/>
              </a:spcAft>
              <a:defRPr/>
            </a:pPr>
            <a:r>
              <a:rPr lang="zh-CN" altLang="en-US" sz="2400" b="1" dirty="0" smtClean="0">
                <a:solidFill>
                  <a:schemeClr val="accent1"/>
                </a:solidFill>
              </a:rPr>
              <a:t>算法</a:t>
            </a:r>
            <a:endParaRPr lang="en-US" altLang="zh-CN" sz="2400" b="1" dirty="0" smtClean="0">
              <a:solidFill>
                <a:schemeClr val="accent1"/>
              </a:solidFill>
            </a:endParaRPr>
          </a:p>
          <a:p>
            <a:pPr>
              <a:lnSpc>
                <a:spcPct val="150000"/>
              </a:lnSpc>
              <a:spcAft>
                <a:spcPts val="600"/>
              </a:spcAft>
              <a:defRPr/>
            </a:pPr>
            <a:r>
              <a:rPr lang="zh-CN" altLang="en-US" sz="2400" b="1" dirty="0"/>
              <a:t>对操作的描述。即要求计算机进行操作</a:t>
            </a:r>
            <a:r>
              <a:rPr lang="zh-CN" altLang="en-US" sz="2400" b="1"/>
              <a:t>的</a:t>
            </a:r>
            <a:r>
              <a:rPr lang="zh-CN" altLang="en-US" sz="2400" b="1" smtClean="0"/>
              <a:t>步骤</a:t>
            </a:r>
            <a:r>
              <a:rPr lang="zh-CN" altLang="en-US" sz="2400" b="1"/>
              <a:t>。</a:t>
            </a:r>
            <a:endParaRPr lang="zh-CN" altLang="en-US" sz="2400" b="1" dirty="0"/>
          </a:p>
        </p:txBody>
      </p:sp>
      <p:sp>
        <p:nvSpPr>
          <p:cNvPr id="26" name="MH_SubTitle_1"/>
          <p:cNvSpPr txBox="1"/>
          <p:nvPr>
            <p:custDataLst>
              <p:tags r:id="rId5"/>
            </p:custDataLst>
          </p:nvPr>
        </p:nvSpPr>
        <p:spPr>
          <a:xfrm>
            <a:off x="5956778" y="1186851"/>
            <a:ext cx="4314981" cy="635000"/>
          </a:xfrm>
          <a:prstGeom prst="rect">
            <a:avLst/>
          </a:prstGeom>
          <a:noFill/>
        </p:spPr>
        <p:txBody>
          <a:bodyPr anchor="ctr">
            <a:noAutofit/>
          </a:bodyPr>
          <a:lstStyle/>
          <a:p>
            <a:pPr>
              <a:lnSpc>
                <a:spcPct val="120000"/>
              </a:lnSpc>
              <a:spcBef>
                <a:spcPts val="1200"/>
              </a:spcBef>
              <a:spcAft>
                <a:spcPts val="600"/>
              </a:spcAft>
              <a:defRPr/>
            </a:pPr>
            <a:r>
              <a:rPr lang="zh-CN" altLang="en-US" sz="3200" dirty="0">
                <a:latin typeface="微软雅黑" panose="020B0503020204020204" pitchFamily="34" charset="-122"/>
                <a:ea typeface="微软雅黑" panose="020B0503020204020204" pitchFamily="34" charset="-122"/>
              </a:rPr>
              <a:t>算法</a:t>
            </a:r>
            <a:r>
              <a:rPr lang="en-US" altLang="zh-CN" sz="3200" dirty="0">
                <a:latin typeface="微软雅黑" panose="020B0503020204020204" pitchFamily="34" charset="-122"/>
                <a:ea typeface="微软雅黑" panose="020B0503020204020204" pitchFamily="34" charset="-122"/>
              </a:rPr>
              <a:t>+</a:t>
            </a:r>
            <a:r>
              <a:rPr lang="zh-CN" altLang="en-US" sz="3200" dirty="0">
                <a:latin typeface="微软雅黑" panose="020B0503020204020204" pitchFamily="34" charset="-122"/>
                <a:ea typeface="微软雅黑" panose="020B0503020204020204" pitchFamily="34" charset="-122"/>
              </a:rPr>
              <a:t>数据结构</a:t>
            </a:r>
            <a:r>
              <a:rPr lang="en-US" altLang="zh-CN" sz="3200" dirty="0">
                <a:latin typeface="微软雅黑" panose="020B0503020204020204" pitchFamily="34" charset="-122"/>
                <a:ea typeface="微软雅黑" panose="020B0503020204020204" pitchFamily="34" charset="-122"/>
              </a:rPr>
              <a:t>=</a:t>
            </a:r>
            <a:r>
              <a:rPr lang="zh-CN" altLang="en-US" sz="3200" dirty="0">
                <a:latin typeface="微软雅黑" panose="020B0503020204020204" pitchFamily="34" charset="-122"/>
                <a:ea typeface="微软雅黑" panose="020B0503020204020204" pitchFamily="34" charset="-122"/>
              </a:rPr>
              <a:t>程序</a:t>
            </a:r>
            <a:endParaRPr lang="zh-CN" altLang="en-US" sz="3200" dirty="0">
              <a:latin typeface="微软雅黑" panose="020B0503020204020204" pitchFamily="34" charset="-122"/>
              <a:ea typeface="微软雅黑" panose="020B0503020204020204" pitchFamily="34" charset="-122"/>
            </a:endParaRPr>
          </a:p>
        </p:txBody>
      </p:sp>
      <p:sp>
        <p:nvSpPr>
          <p:cNvPr id="28" name="文本框 27"/>
          <p:cNvSpPr txBox="1"/>
          <p:nvPr/>
        </p:nvSpPr>
        <p:spPr>
          <a:xfrm>
            <a:off x="2915728" y="4868233"/>
            <a:ext cx="1509623" cy="369332"/>
          </a:xfrm>
          <a:prstGeom prst="rect">
            <a:avLst/>
          </a:prstGeom>
          <a:noFill/>
        </p:spPr>
        <p:txBody>
          <a:bodyPr wrap="square" rtlCol="0">
            <a:spAutoFit/>
          </a:bodyPr>
          <a:lstStyle/>
          <a:p>
            <a:pPr algn="ctr"/>
            <a:r>
              <a:rPr lang="zh-CN" altLang="en-US" dirty="0" smtClean="0"/>
              <a:t>沃思</a:t>
            </a:r>
            <a:endParaRPr lang="zh-CN" altLang="en-US" dirty="0"/>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KSO_Shape"/>
          <p:cNvSpPr/>
          <p:nvPr/>
        </p:nvSpPr>
        <p:spPr bwMode="auto">
          <a:xfrm>
            <a:off x="4858828" y="3262343"/>
            <a:ext cx="1905000" cy="1765300"/>
          </a:xfrm>
          <a:custGeom>
            <a:avLst/>
            <a:gdLst>
              <a:gd name="T0" fmla="*/ 416334317 w 5965"/>
              <a:gd name="T1" fmla="*/ 75815881 h 5525"/>
              <a:gd name="T2" fmla="*/ 416538070 w 5965"/>
              <a:gd name="T3" fmla="*/ 102142015 h 5525"/>
              <a:gd name="T4" fmla="*/ 412968551 w 5965"/>
              <a:gd name="T5" fmla="*/ 149998739 h 5525"/>
              <a:gd name="T6" fmla="*/ 415008322 w 5965"/>
              <a:gd name="T7" fmla="*/ 163264210 h 5525"/>
              <a:gd name="T8" fmla="*/ 420413859 w 5965"/>
              <a:gd name="T9" fmla="*/ 173672291 h 5525"/>
              <a:gd name="T10" fmla="*/ 424493721 w 5965"/>
              <a:gd name="T11" fmla="*/ 190712788 h 5525"/>
              <a:gd name="T12" fmla="*/ 423983698 w 5965"/>
              <a:gd name="T13" fmla="*/ 209080215 h 5525"/>
              <a:gd name="T14" fmla="*/ 420107909 w 5965"/>
              <a:gd name="T15" fmla="*/ 229590285 h 5525"/>
              <a:gd name="T16" fmla="*/ 413478254 w 5965"/>
              <a:gd name="T17" fmla="*/ 244691987 h 5525"/>
              <a:gd name="T18" fmla="*/ 407766767 w 5965"/>
              <a:gd name="T19" fmla="*/ 249590096 h 5525"/>
              <a:gd name="T20" fmla="*/ 397465396 w 5965"/>
              <a:gd name="T21" fmla="*/ 255814496 h 5525"/>
              <a:gd name="T22" fmla="*/ 392671758 w 5965"/>
              <a:gd name="T23" fmla="*/ 263977690 h 5525"/>
              <a:gd name="T24" fmla="*/ 390020087 w 5965"/>
              <a:gd name="T25" fmla="*/ 284385517 h 5525"/>
              <a:gd name="T26" fmla="*/ 387878120 w 5965"/>
              <a:gd name="T27" fmla="*/ 299385614 h 5525"/>
              <a:gd name="T28" fmla="*/ 380840638 w 5965"/>
              <a:gd name="T29" fmla="*/ 311222230 h 5525"/>
              <a:gd name="T30" fmla="*/ 372681234 w 5965"/>
              <a:gd name="T31" fmla="*/ 324079365 h 5525"/>
              <a:gd name="T32" fmla="*/ 387878120 w 5965"/>
              <a:gd name="T33" fmla="*/ 335099630 h 5525"/>
              <a:gd name="T34" fmla="*/ 404502878 w 5965"/>
              <a:gd name="T35" fmla="*/ 367242149 h 5525"/>
              <a:gd name="T36" fmla="*/ 414090473 w 5965"/>
              <a:gd name="T37" fmla="*/ 377956321 h 5525"/>
              <a:gd name="T38" fmla="*/ 487932935 w 5965"/>
              <a:gd name="T39" fmla="*/ 405201051 h 5525"/>
              <a:gd name="T40" fmla="*/ 557083956 w 5965"/>
              <a:gd name="T41" fmla="*/ 433568224 h 5525"/>
              <a:gd name="T42" fmla="*/ 582786287 w 5965"/>
              <a:gd name="T43" fmla="*/ 444180473 h 5525"/>
              <a:gd name="T44" fmla="*/ 595535256 w 5965"/>
              <a:gd name="T45" fmla="*/ 453160019 h 5525"/>
              <a:gd name="T46" fmla="*/ 604816582 w 5965"/>
              <a:gd name="T47" fmla="*/ 465710742 h 5525"/>
              <a:gd name="T48" fmla="*/ 607774521 w 5965"/>
              <a:gd name="T49" fmla="*/ 515098245 h 5525"/>
              <a:gd name="T50" fmla="*/ 204073 w 5965"/>
              <a:gd name="T51" fmla="*/ 563771320 h 5525"/>
              <a:gd name="T52" fmla="*/ 1427872 w 5965"/>
              <a:gd name="T53" fmla="*/ 479588397 h 5525"/>
              <a:gd name="T54" fmla="*/ 6323706 w 5965"/>
              <a:gd name="T55" fmla="*/ 461017121 h 5525"/>
              <a:gd name="T56" fmla="*/ 16930707 w 5965"/>
              <a:gd name="T57" fmla="*/ 449792689 h 5525"/>
              <a:gd name="T58" fmla="*/ 30495968 w 5965"/>
              <a:gd name="T59" fmla="*/ 441629494 h 5525"/>
              <a:gd name="T60" fmla="*/ 67621272 w 5965"/>
              <a:gd name="T61" fmla="*/ 427751840 h 5525"/>
              <a:gd name="T62" fmla="*/ 156558744 w 5965"/>
              <a:gd name="T63" fmla="*/ 389895181 h 5525"/>
              <a:gd name="T64" fmla="*/ 196336039 w 5965"/>
              <a:gd name="T65" fmla="*/ 376425862 h 5525"/>
              <a:gd name="T66" fmla="*/ 207555259 w 5965"/>
              <a:gd name="T67" fmla="*/ 361425765 h 5525"/>
              <a:gd name="T68" fmla="*/ 232951320 w 5965"/>
              <a:gd name="T69" fmla="*/ 332038392 h 5525"/>
              <a:gd name="T70" fmla="*/ 227545783 w 5965"/>
              <a:gd name="T71" fmla="*/ 319283501 h 5525"/>
              <a:gd name="T72" fmla="*/ 219284183 w 5965"/>
              <a:gd name="T73" fmla="*/ 309487603 h 5525"/>
              <a:gd name="T74" fmla="*/ 211634801 w 5965"/>
              <a:gd name="T75" fmla="*/ 254079869 h 5525"/>
              <a:gd name="T76" fmla="*/ 201435626 w 5965"/>
              <a:gd name="T77" fmla="*/ 252038830 h 5525"/>
              <a:gd name="T78" fmla="*/ 194602217 w 5965"/>
              <a:gd name="T79" fmla="*/ 247549057 h 5525"/>
              <a:gd name="T80" fmla="*/ 188584461 w 5965"/>
              <a:gd name="T81" fmla="*/ 236324625 h 5525"/>
              <a:gd name="T82" fmla="*/ 183484873 w 5965"/>
              <a:gd name="T83" fmla="*/ 214284096 h 5525"/>
              <a:gd name="T84" fmla="*/ 180731007 w 5965"/>
              <a:gd name="T85" fmla="*/ 182651837 h 5525"/>
              <a:gd name="T86" fmla="*/ 183484873 w 5965"/>
              <a:gd name="T87" fmla="*/ 173978383 h 5525"/>
              <a:gd name="T88" fmla="*/ 188380388 w 5965"/>
              <a:gd name="T89" fmla="*/ 161325415 h 5525"/>
              <a:gd name="T90" fmla="*/ 186442494 w 5965"/>
              <a:gd name="T91" fmla="*/ 146325318 h 5525"/>
              <a:gd name="T92" fmla="*/ 182158878 w 5965"/>
              <a:gd name="T93" fmla="*/ 105101329 h 5525"/>
              <a:gd name="T94" fmla="*/ 185728718 w 5965"/>
              <a:gd name="T95" fmla="*/ 72550475 h 5525"/>
              <a:gd name="T96" fmla="*/ 195927893 w 5965"/>
              <a:gd name="T97" fmla="*/ 47856724 h 5525"/>
              <a:gd name="T98" fmla="*/ 211736678 w 5965"/>
              <a:gd name="T99" fmla="*/ 30203724 h 5525"/>
              <a:gd name="T100" fmla="*/ 231931275 w 5965"/>
              <a:gd name="T101" fmla="*/ 18979291 h 5525"/>
              <a:gd name="T102" fmla="*/ 260693422 w 5965"/>
              <a:gd name="T103" fmla="*/ 8367362 h 5525"/>
              <a:gd name="T104" fmla="*/ 283845639 w 5965"/>
              <a:gd name="T105" fmla="*/ 2346811 h 5525"/>
              <a:gd name="T106" fmla="*/ 309547969 w 5965"/>
              <a:gd name="T107" fmla="*/ 0 h 5525"/>
              <a:gd name="T108" fmla="*/ 336575975 w 5965"/>
              <a:gd name="T109" fmla="*/ 3469254 h 5525"/>
              <a:gd name="T110" fmla="*/ 364114003 w 5965"/>
              <a:gd name="T111" fmla="*/ 15305870 h 5525"/>
              <a:gd name="T112" fmla="*/ 399199536 w 5965"/>
              <a:gd name="T113" fmla="*/ 32550854 h 5525"/>
              <a:gd name="T114" fmla="*/ 407256744 w 5965"/>
              <a:gd name="T115" fmla="*/ 44081378 h 5525"/>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60000 65536"/>
              <a:gd name="T160" fmla="*/ 0 60000 65536"/>
              <a:gd name="T161" fmla="*/ 0 60000 65536"/>
              <a:gd name="T162" fmla="*/ 0 60000 65536"/>
              <a:gd name="T163" fmla="*/ 0 60000 65536"/>
              <a:gd name="T164" fmla="*/ 0 60000 65536"/>
              <a:gd name="T165" fmla="*/ 0 60000 65536"/>
              <a:gd name="T166" fmla="*/ 0 60000 65536"/>
              <a:gd name="T167" fmla="*/ 0 60000 65536"/>
              <a:gd name="T168" fmla="*/ 0 60000 65536"/>
              <a:gd name="T169" fmla="*/ 0 60000 65536"/>
              <a:gd name="T170" fmla="*/ 0 60000 65536"/>
              <a:gd name="T171" fmla="*/ 0 60000 65536"/>
              <a:gd name="T172" fmla="*/ 0 60000 65536"/>
              <a:gd name="T173" fmla="*/ 0 60000 65536"/>
            </a:gdLst>
            <a:ahLst/>
            <a:cxnLst>
              <a:cxn ang="T116">
                <a:pos x="T0" y="T1"/>
              </a:cxn>
              <a:cxn ang="T117">
                <a:pos x="T2" y="T3"/>
              </a:cxn>
              <a:cxn ang="T118">
                <a:pos x="T4" y="T5"/>
              </a:cxn>
              <a:cxn ang="T119">
                <a:pos x="T6" y="T7"/>
              </a:cxn>
              <a:cxn ang="T120">
                <a:pos x="T8" y="T9"/>
              </a:cxn>
              <a:cxn ang="T121">
                <a:pos x="T10" y="T11"/>
              </a:cxn>
              <a:cxn ang="T122">
                <a:pos x="T12" y="T13"/>
              </a:cxn>
              <a:cxn ang="T123">
                <a:pos x="T14" y="T15"/>
              </a:cxn>
              <a:cxn ang="T124">
                <a:pos x="T16" y="T17"/>
              </a:cxn>
              <a:cxn ang="T125">
                <a:pos x="T18" y="T19"/>
              </a:cxn>
              <a:cxn ang="T126">
                <a:pos x="T20" y="T21"/>
              </a:cxn>
              <a:cxn ang="T127">
                <a:pos x="T22" y="T23"/>
              </a:cxn>
              <a:cxn ang="T128">
                <a:pos x="T24" y="T25"/>
              </a:cxn>
              <a:cxn ang="T129">
                <a:pos x="T26" y="T27"/>
              </a:cxn>
              <a:cxn ang="T130">
                <a:pos x="T28" y="T29"/>
              </a:cxn>
              <a:cxn ang="T131">
                <a:pos x="T30" y="T31"/>
              </a:cxn>
              <a:cxn ang="T132">
                <a:pos x="T32" y="T33"/>
              </a:cxn>
              <a:cxn ang="T133">
                <a:pos x="T34" y="T35"/>
              </a:cxn>
              <a:cxn ang="T134">
                <a:pos x="T36" y="T37"/>
              </a:cxn>
              <a:cxn ang="T135">
                <a:pos x="T38" y="T39"/>
              </a:cxn>
              <a:cxn ang="T136">
                <a:pos x="T40" y="T41"/>
              </a:cxn>
              <a:cxn ang="T137">
                <a:pos x="T42" y="T43"/>
              </a:cxn>
              <a:cxn ang="T138">
                <a:pos x="T44" y="T45"/>
              </a:cxn>
              <a:cxn ang="T139">
                <a:pos x="T46" y="T47"/>
              </a:cxn>
              <a:cxn ang="T140">
                <a:pos x="T48" y="T49"/>
              </a:cxn>
              <a:cxn ang="T141">
                <a:pos x="T50" y="T51"/>
              </a:cxn>
              <a:cxn ang="T142">
                <a:pos x="T52" y="T53"/>
              </a:cxn>
              <a:cxn ang="T143">
                <a:pos x="T54" y="T55"/>
              </a:cxn>
              <a:cxn ang="T144">
                <a:pos x="T56" y="T57"/>
              </a:cxn>
              <a:cxn ang="T145">
                <a:pos x="T58" y="T59"/>
              </a:cxn>
              <a:cxn ang="T146">
                <a:pos x="T60" y="T61"/>
              </a:cxn>
              <a:cxn ang="T147">
                <a:pos x="T62" y="T63"/>
              </a:cxn>
              <a:cxn ang="T148">
                <a:pos x="T64" y="T65"/>
              </a:cxn>
              <a:cxn ang="T149">
                <a:pos x="T66" y="T67"/>
              </a:cxn>
              <a:cxn ang="T150">
                <a:pos x="T68" y="T69"/>
              </a:cxn>
              <a:cxn ang="T151">
                <a:pos x="T70" y="T71"/>
              </a:cxn>
              <a:cxn ang="T152">
                <a:pos x="T72" y="T73"/>
              </a:cxn>
              <a:cxn ang="T153">
                <a:pos x="T74" y="T75"/>
              </a:cxn>
              <a:cxn ang="T154">
                <a:pos x="T76" y="T77"/>
              </a:cxn>
              <a:cxn ang="T155">
                <a:pos x="T78" y="T79"/>
              </a:cxn>
              <a:cxn ang="T156">
                <a:pos x="T80" y="T81"/>
              </a:cxn>
              <a:cxn ang="T157">
                <a:pos x="T82" y="T83"/>
              </a:cxn>
              <a:cxn ang="T158">
                <a:pos x="T84" y="T85"/>
              </a:cxn>
              <a:cxn ang="T159">
                <a:pos x="T86" y="T87"/>
              </a:cxn>
              <a:cxn ang="T160">
                <a:pos x="T88" y="T89"/>
              </a:cxn>
              <a:cxn ang="T161">
                <a:pos x="T90" y="T91"/>
              </a:cxn>
              <a:cxn ang="T162">
                <a:pos x="T92" y="T93"/>
              </a:cxn>
              <a:cxn ang="T163">
                <a:pos x="T94" y="T95"/>
              </a:cxn>
              <a:cxn ang="T164">
                <a:pos x="T96" y="T97"/>
              </a:cxn>
              <a:cxn ang="T165">
                <a:pos x="T98" y="T99"/>
              </a:cxn>
              <a:cxn ang="T166">
                <a:pos x="T100" y="T101"/>
              </a:cxn>
              <a:cxn ang="T167">
                <a:pos x="T102" y="T103"/>
              </a:cxn>
              <a:cxn ang="T168">
                <a:pos x="T104" y="T105"/>
              </a:cxn>
              <a:cxn ang="T169">
                <a:pos x="T106" y="T107"/>
              </a:cxn>
              <a:cxn ang="T170">
                <a:pos x="T108" y="T109"/>
              </a:cxn>
              <a:cxn ang="T171">
                <a:pos x="T110" y="T111"/>
              </a:cxn>
              <a:cxn ang="T172">
                <a:pos x="T112" y="T113"/>
              </a:cxn>
              <a:cxn ang="T173">
                <a:pos x="T114" y="T115"/>
              </a:cxn>
            </a:cxnLst>
            <a:rect l="0" t="0" r="r" b="b"/>
            <a:pathLst>
              <a:path w="5965" h="5525">
                <a:moveTo>
                  <a:pt x="4036" y="532"/>
                </a:moveTo>
                <a:lnTo>
                  <a:pt x="4036" y="532"/>
                </a:lnTo>
                <a:lnTo>
                  <a:pt x="4053" y="600"/>
                </a:lnTo>
                <a:lnTo>
                  <a:pt x="4065" y="654"/>
                </a:lnTo>
                <a:lnTo>
                  <a:pt x="4075" y="700"/>
                </a:lnTo>
                <a:lnTo>
                  <a:pt x="4082" y="743"/>
                </a:lnTo>
                <a:lnTo>
                  <a:pt x="4085" y="785"/>
                </a:lnTo>
                <a:lnTo>
                  <a:pt x="4088" y="833"/>
                </a:lnTo>
                <a:lnTo>
                  <a:pt x="4088" y="889"/>
                </a:lnTo>
                <a:lnTo>
                  <a:pt x="4087" y="959"/>
                </a:lnTo>
                <a:lnTo>
                  <a:pt x="4084" y="1001"/>
                </a:lnTo>
                <a:lnTo>
                  <a:pt x="4079" y="1065"/>
                </a:lnTo>
                <a:lnTo>
                  <a:pt x="4063" y="1229"/>
                </a:lnTo>
                <a:lnTo>
                  <a:pt x="4056" y="1316"/>
                </a:lnTo>
                <a:lnTo>
                  <a:pt x="4051" y="1398"/>
                </a:lnTo>
                <a:lnTo>
                  <a:pt x="4050" y="1436"/>
                </a:lnTo>
                <a:lnTo>
                  <a:pt x="4049" y="1470"/>
                </a:lnTo>
                <a:lnTo>
                  <a:pt x="4050" y="1499"/>
                </a:lnTo>
                <a:lnTo>
                  <a:pt x="4051" y="1523"/>
                </a:lnTo>
                <a:lnTo>
                  <a:pt x="4055" y="1555"/>
                </a:lnTo>
                <a:lnTo>
                  <a:pt x="4061" y="1580"/>
                </a:lnTo>
                <a:lnTo>
                  <a:pt x="4069" y="1600"/>
                </a:lnTo>
                <a:lnTo>
                  <a:pt x="4076" y="1619"/>
                </a:lnTo>
                <a:lnTo>
                  <a:pt x="4085" y="1636"/>
                </a:lnTo>
                <a:lnTo>
                  <a:pt x="4097" y="1655"/>
                </a:lnTo>
                <a:lnTo>
                  <a:pt x="4109" y="1676"/>
                </a:lnTo>
                <a:lnTo>
                  <a:pt x="4122" y="1702"/>
                </a:lnTo>
                <a:lnTo>
                  <a:pt x="4133" y="1727"/>
                </a:lnTo>
                <a:lnTo>
                  <a:pt x="4142" y="1754"/>
                </a:lnTo>
                <a:lnTo>
                  <a:pt x="4149" y="1782"/>
                </a:lnTo>
                <a:lnTo>
                  <a:pt x="4156" y="1811"/>
                </a:lnTo>
                <a:lnTo>
                  <a:pt x="4159" y="1840"/>
                </a:lnTo>
                <a:lnTo>
                  <a:pt x="4162" y="1869"/>
                </a:lnTo>
                <a:lnTo>
                  <a:pt x="4163" y="1899"/>
                </a:lnTo>
                <a:lnTo>
                  <a:pt x="4165" y="1929"/>
                </a:lnTo>
                <a:lnTo>
                  <a:pt x="4163" y="1959"/>
                </a:lnTo>
                <a:lnTo>
                  <a:pt x="4162" y="1989"/>
                </a:lnTo>
                <a:lnTo>
                  <a:pt x="4160" y="2018"/>
                </a:lnTo>
                <a:lnTo>
                  <a:pt x="4157" y="2049"/>
                </a:lnTo>
                <a:lnTo>
                  <a:pt x="4149" y="2104"/>
                </a:lnTo>
                <a:lnTo>
                  <a:pt x="4140" y="2158"/>
                </a:lnTo>
                <a:lnTo>
                  <a:pt x="4134" y="2187"/>
                </a:lnTo>
                <a:lnTo>
                  <a:pt x="4127" y="2218"/>
                </a:lnTo>
                <a:lnTo>
                  <a:pt x="4119" y="2250"/>
                </a:lnTo>
                <a:lnTo>
                  <a:pt x="4109" y="2283"/>
                </a:lnTo>
                <a:lnTo>
                  <a:pt x="4097" y="2315"/>
                </a:lnTo>
                <a:lnTo>
                  <a:pt x="4084" y="2345"/>
                </a:lnTo>
                <a:lnTo>
                  <a:pt x="4070" y="2373"/>
                </a:lnTo>
                <a:lnTo>
                  <a:pt x="4062" y="2387"/>
                </a:lnTo>
                <a:lnTo>
                  <a:pt x="4054" y="2398"/>
                </a:lnTo>
                <a:lnTo>
                  <a:pt x="4045" y="2410"/>
                </a:lnTo>
                <a:lnTo>
                  <a:pt x="4034" y="2420"/>
                </a:lnTo>
                <a:lnTo>
                  <a:pt x="4023" y="2430"/>
                </a:lnTo>
                <a:lnTo>
                  <a:pt x="4011" y="2438"/>
                </a:lnTo>
                <a:lnTo>
                  <a:pt x="3998" y="2446"/>
                </a:lnTo>
                <a:lnTo>
                  <a:pt x="3986" y="2452"/>
                </a:lnTo>
                <a:lnTo>
                  <a:pt x="3959" y="2467"/>
                </a:lnTo>
                <a:lnTo>
                  <a:pt x="3933" y="2480"/>
                </a:lnTo>
                <a:lnTo>
                  <a:pt x="3920" y="2488"/>
                </a:lnTo>
                <a:lnTo>
                  <a:pt x="3908" y="2497"/>
                </a:lnTo>
                <a:lnTo>
                  <a:pt x="3897" y="2507"/>
                </a:lnTo>
                <a:lnTo>
                  <a:pt x="3887" y="2517"/>
                </a:lnTo>
                <a:lnTo>
                  <a:pt x="3877" y="2529"/>
                </a:lnTo>
                <a:lnTo>
                  <a:pt x="3868" y="2544"/>
                </a:lnTo>
                <a:lnTo>
                  <a:pt x="3858" y="2565"/>
                </a:lnTo>
                <a:lnTo>
                  <a:pt x="3850" y="2587"/>
                </a:lnTo>
                <a:lnTo>
                  <a:pt x="3843" y="2611"/>
                </a:lnTo>
                <a:lnTo>
                  <a:pt x="3838" y="2634"/>
                </a:lnTo>
                <a:lnTo>
                  <a:pt x="3834" y="2659"/>
                </a:lnTo>
                <a:lnTo>
                  <a:pt x="3831" y="2684"/>
                </a:lnTo>
                <a:lnTo>
                  <a:pt x="3828" y="2736"/>
                </a:lnTo>
                <a:lnTo>
                  <a:pt x="3824" y="2787"/>
                </a:lnTo>
                <a:lnTo>
                  <a:pt x="3821" y="2837"/>
                </a:lnTo>
                <a:lnTo>
                  <a:pt x="3819" y="2863"/>
                </a:lnTo>
                <a:lnTo>
                  <a:pt x="3814" y="2887"/>
                </a:lnTo>
                <a:lnTo>
                  <a:pt x="3810" y="2911"/>
                </a:lnTo>
                <a:lnTo>
                  <a:pt x="3803" y="2934"/>
                </a:lnTo>
                <a:lnTo>
                  <a:pt x="3794" y="2959"/>
                </a:lnTo>
                <a:lnTo>
                  <a:pt x="3784" y="2980"/>
                </a:lnTo>
                <a:lnTo>
                  <a:pt x="3773" y="3000"/>
                </a:lnTo>
                <a:lnTo>
                  <a:pt x="3761" y="3018"/>
                </a:lnTo>
                <a:lnTo>
                  <a:pt x="3747" y="3035"/>
                </a:lnTo>
                <a:lnTo>
                  <a:pt x="3734" y="3050"/>
                </a:lnTo>
                <a:lnTo>
                  <a:pt x="3708" y="3081"/>
                </a:lnTo>
                <a:lnTo>
                  <a:pt x="3696" y="3098"/>
                </a:lnTo>
                <a:lnTo>
                  <a:pt x="3684" y="3115"/>
                </a:lnTo>
                <a:lnTo>
                  <a:pt x="3673" y="3133"/>
                </a:lnTo>
                <a:lnTo>
                  <a:pt x="3663" y="3153"/>
                </a:lnTo>
                <a:lnTo>
                  <a:pt x="3654" y="3176"/>
                </a:lnTo>
                <a:lnTo>
                  <a:pt x="3647" y="3201"/>
                </a:lnTo>
                <a:lnTo>
                  <a:pt x="3643" y="3229"/>
                </a:lnTo>
                <a:lnTo>
                  <a:pt x="3640" y="3261"/>
                </a:lnTo>
                <a:lnTo>
                  <a:pt x="3803" y="3284"/>
                </a:lnTo>
                <a:lnTo>
                  <a:pt x="3852" y="3389"/>
                </a:lnTo>
                <a:lnTo>
                  <a:pt x="3881" y="3449"/>
                </a:lnTo>
                <a:lnTo>
                  <a:pt x="3914" y="3511"/>
                </a:lnTo>
                <a:lnTo>
                  <a:pt x="3930" y="3542"/>
                </a:lnTo>
                <a:lnTo>
                  <a:pt x="3948" y="3571"/>
                </a:lnTo>
                <a:lnTo>
                  <a:pt x="3966" y="3599"/>
                </a:lnTo>
                <a:lnTo>
                  <a:pt x="3985" y="3626"/>
                </a:lnTo>
                <a:lnTo>
                  <a:pt x="4003" y="3649"/>
                </a:lnTo>
                <a:lnTo>
                  <a:pt x="4022" y="3670"/>
                </a:lnTo>
                <a:lnTo>
                  <a:pt x="4041" y="3689"/>
                </a:lnTo>
                <a:lnTo>
                  <a:pt x="4051" y="3697"/>
                </a:lnTo>
                <a:lnTo>
                  <a:pt x="4060" y="3704"/>
                </a:lnTo>
                <a:lnTo>
                  <a:pt x="4316" y="3774"/>
                </a:lnTo>
                <a:lnTo>
                  <a:pt x="4431" y="3821"/>
                </a:lnTo>
                <a:lnTo>
                  <a:pt x="4547" y="3870"/>
                </a:lnTo>
                <a:lnTo>
                  <a:pt x="4784" y="3971"/>
                </a:lnTo>
                <a:lnTo>
                  <a:pt x="5020" y="4073"/>
                </a:lnTo>
                <a:lnTo>
                  <a:pt x="5251" y="4171"/>
                </a:lnTo>
                <a:lnTo>
                  <a:pt x="5302" y="4192"/>
                </a:lnTo>
                <a:lnTo>
                  <a:pt x="5356" y="4211"/>
                </a:lnTo>
                <a:lnTo>
                  <a:pt x="5462" y="4249"/>
                </a:lnTo>
                <a:lnTo>
                  <a:pt x="5514" y="4267"/>
                </a:lnTo>
                <a:lnTo>
                  <a:pt x="5567" y="4287"/>
                </a:lnTo>
                <a:lnTo>
                  <a:pt x="5617" y="4307"/>
                </a:lnTo>
                <a:lnTo>
                  <a:pt x="5666" y="4328"/>
                </a:lnTo>
                <a:lnTo>
                  <a:pt x="5691" y="4341"/>
                </a:lnTo>
                <a:lnTo>
                  <a:pt x="5714" y="4353"/>
                </a:lnTo>
                <a:lnTo>
                  <a:pt x="5736" y="4365"/>
                </a:lnTo>
                <a:lnTo>
                  <a:pt x="5759" y="4379"/>
                </a:lnTo>
                <a:lnTo>
                  <a:pt x="5780" y="4393"/>
                </a:lnTo>
                <a:lnTo>
                  <a:pt x="5800" y="4408"/>
                </a:lnTo>
                <a:lnTo>
                  <a:pt x="5820" y="4424"/>
                </a:lnTo>
                <a:lnTo>
                  <a:pt x="5839" y="4441"/>
                </a:lnTo>
                <a:lnTo>
                  <a:pt x="5857" y="4459"/>
                </a:lnTo>
                <a:lnTo>
                  <a:pt x="5874" y="4477"/>
                </a:lnTo>
                <a:lnTo>
                  <a:pt x="5889" y="4497"/>
                </a:lnTo>
                <a:lnTo>
                  <a:pt x="5904" y="4518"/>
                </a:lnTo>
                <a:lnTo>
                  <a:pt x="5917" y="4540"/>
                </a:lnTo>
                <a:lnTo>
                  <a:pt x="5930" y="4564"/>
                </a:lnTo>
                <a:lnTo>
                  <a:pt x="5942" y="4588"/>
                </a:lnTo>
                <a:lnTo>
                  <a:pt x="5952" y="4615"/>
                </a:lnTo>
                <a:lnTo>
                  <a:pt x="5952" y="4700"/>
                </a:lnTo>
                <a:lnTo>
                  <a:pt x="5954" y="4804"/>
                </a:lnTo>
                <a:lnTo>
                  <a:pt x="5959" y="5048"/>
                </a:lnTo>
                <a:lnTo>
                  <a:pt x="5963" y="5176"/>
                </a:lnTo>
                <a:lnTo>
                  <a:pt x="5965" y="5302"/>
                </a:lnTo>
                <a:lnTo>
                  <a:pt x="5965" y="5420"/>
                </a:lnTo>
                <a:lnTo>
                  <a:pt x="5965" y="5525"/>
                </a:lnTo>
                <a:lnTo>
                  <a:pt x="2" y="5525"/>
                </a:lnTo>
                <a:lnTo>
                  <a:pt x="0" y="5420"/>
                </a:lnTo>
                <a:lnTo>
                  <a:pt x="2" y="5302"/>
                </a:lnTo>
                <a:lnTo>
                  <a:pt x="4" y="5176"/>
                </a:lnTo>
                <a:lnTo>
                  <a:pt x="6" y="5048"/>
                </a:lnTo>
                <a:lnTo>
                  <a:pt x="12" y="4804"/>
                </a:lnTo>
                <a:lnTo>
                  <a:pt x="14" y="4700"/>
                </a:lnTo>
                <a:lnTo>
                  <a:pt x="15" y="4615"/>
                </a:lnTo>
                <a:lnTo>
                  <a:pt x="25" y="4588"/>
                </a:lnTo>
                <a:lnTo>
                  <a:pt x="36" y="4564"/>
                </a:lnTo>
                <a:lnTo>
                  <a:pt x="48" y="4540"/>
                </a:lnTo>
                <a:lnTo>
                  <a:pt x="62" y="4518"/>
                </a:lnTo>
                <a:lnTo>
                  <a:pt x="77" y="4497"/>
                </a:lnTo>
                <a:lnTo>
                  <a:pt x="93" y="4477"/>
                </a:lnTo>
                <a:lnTo>
                  <a:pt x="110" y="4459"/>
                </a:lnTo>
                <a:lnTo>
                  <a:pt x="128" y="4441"/>
                </a:lnTo>
                <a:lnTo>
                  <a:pt x="147" y="4424"/>
                </a:lnTo>
                <a:lnTo>
                  <a:pt x="166" y="4408"/>
                </a:lnTo>
                <a:lnTo>
                  <a:pt x="187" y="4393"/>
                </a:lnTo>
                <a:lnTo>
                  <a:pt x="208" y="4379"/>
                </a:lnTo>
                <a:lnTo>
                  <a:pt x="230" y="4365"/>
                </a:lnTo>
                <a:lnTo>
                  <a:pt x="253" y="4353"/>
                </a:lnTo>
                <a:lnTo>
                  <a:pt x="276" y="4341"/>
                </a:lnTo>
                <a:lnTo>
                  <a:pt x="299" y="4328"/>
                </a:lnTo>
                <a:lnTo>
                  <a:pt x="349" y="4307"/>
                </a:lnTo>
                <a:lnTo>
                  <a:pt x="400" y="4287"/>
                </a:lnTo>
                <a:lnTo>
                  <a:pt x="451" y="4267"/>
                </a:lnTo>
                <a:lnTo>
                  <a:pt x="505" y="4249"/>
                </a:lnTo>
                <a:lnTo>
                  <a:pt x="611" y="4211"/>
                </a:lnTo>
                <a:lnTo>
                  <a:pt x="663" y="4192"/>
                </a:lnTo>
                <a:lnTo>
                  <a:pt x="716" y="4171"/>
                </a:lnTo>
                <a:lnTo>
                  <a:pt x="945" y="4073"/>
                </a:lnTo>
                <a:lnTo>
                  <a:pt x="1183" y="3971"/>
                </a:lnTo>
                <a:lnTo>
                  <a:pt x="1419" y="3870"/>
                </a:lnTo>
                <a:lnTo>
                  <a:pt x="1535" y="3821"/>
                </a:lnTo>
                <a:lnTo>
                  <a:pt x="1649" y="3774"/>
                </a:lnTo>
                <a:lnTo>
                  <a:pt x="1906" y="3704"/>
                </a:lnTo>
                <a:lnTo>
                  <a:pt x="1916" y="3697"/>
                </a:lnTo>
                <a:lnTo>
                  <a:pt x="1925" y="3689"/>
                </a:lnTo>
                <a:lnTo>
                  <a:pt x="1944" y="3670"/>
                </a:lnTo>
                <a:lnTo>
                  <a:pt x="1963" y="3649"/>
                </a:lnTo>
                <a:lnTo>
                  <a:pt x="1982" y="3626"/>
                </a:lnTo>
                <a:lnTo>
                  <a:pt x="1999" y="3599"/>
                </a:lnTo>
                <a:lnTo>
                  <a:pt x="2017" y="3571"/>
                </a:lnTo>
                <a:lnTo>
                  <a:pt x="2035" y="3542"/>
                </a:lnTo>
                <a:lnTo>
                  <a:pt x="2052" y="3511"/>
                </a:lnTo>
                <a:lnTo>
                  <a:pt x="2084" y="3449"/>
                </a:lnTo>
                <a:lnTo>
                  <a:pt x="2114" y="3389"/>
                </a:lnTo>
                <a:lnTo>
                  <a:pt x="2162" y="3284"/>
                </a:lnTo>
                <a:lnTo>
                  <a:pt x="2284" y="3254"/>
                </a:lnTo>
                <a:lnTo>
                  <a:pt x="2278" y="3228"/>
                </a:lnTo>
                <a:lnTo>
                  <a:pt x="2272" y="3203"/>
                </a:lnTo>
                <a:lnTo>
                  <a:pt x="2263" y="3182"/>
                </a:lnTo>
                <a:lnTo>
                  <a:pt x="2253" y="3162"/>
                </a:lnTo>
                <a:lnTo>
                  <a:pt x="2243" y="3145"/>
                </a:lnTo>
                <a:lnTo>
                  <a:pt x="2231" y="3129"/>
                </a:lnTo>
                <a:lnTo>
                  <a:pt x="2220" y="3115"/>
                </a:lnTo>
                <a:lnTo>
                  <a:pt x="2208" y="3100"/>
                </a:lnTo>
                <a:lnTo>
                  <a:pt x="2183" y="3075"/>
                </a:lnTo>
                <a:lnTo>
                  <a:pt x="2172" y="3061"/>
                </a:lnTo>
                <a:lnTo>
                  <a:pt x="2160" y="3048"/>
                </a:lnTo>
                <a:lnTo>
                  <a:pt x="2150" y="3033"/>
                </a:lnTo>
                <a:lnTo>
                  <a:pt x="2139" y="3017"/>
                </a:lnTo>
                <a:lnTo>
                  <a:pt x="2130" y="3000"/>
                </a:lnTo>
                <a:lnTo>
                  <a:pt x="2122" y="2981"/>
                </a:lnTo>
                <a:lnTo>
                  <a:pt x="2075" y="2490"/>
                </a:lnTo>
                <a:lnTo>
                  <a:pt x="2074" y="2491"/>
                </a:lnTo>
                <a:lnTo>
                  <a:pt x="2071" y="2491"/>
                </a:lnTo>
                <a:lnTo>
                  <a:pt x="2059" y="2490"/>
                </a:lnTo>
                <a:lnTo>
                  <a:pt x="2040" y="2487"/>
                </a:lnTo>
                <a:lnTo>
                  <a:pt x="2018" y="2481"/>
                </a:lnTo>
                <a:lnTo>
                  <a:pt x="1975" y="2470"/>
                </a:lnTo>
                <a:lnTo>
                  <a:pt x="1959" y="2465"/>
                </a:lnTo>
                <a:lnTo>
                  <a:pt x="1949" y="2460"/>
                </a:lnTo>
                <a:lnTo>
                  <a:pt x="1935" y="2450"/>
                </a:lnTo>
                <a:lnTo>
                  <a:pt x="1921" y="2439"/>
                </a:lnTo>
                <a:lnTo>
                  <a:pt x="1908" y="2426"/>
                </a:lnTo>
                <a:lnTo>
                  <a:pt x="1897" y="2410"/>
                </a:lnTo>
                <a:lnTo>
                  <a:pt x="1886" y="2394"/>
                </a:lnTo>
                <a:lnTo>
                  <a:pt x="1876" y="2377"/>
                </a:lnTo>
                <a:lnTo>
                  <a:pt x="1866" y="2358"/>
                </a:lnTo>
                <a:lnTo>
                  <a:pt x="1857" y="2337"/>
                </a:lnTo>
                <a:lnTo>
                  <a:pt x="1849" y="2316"/>
                </a:lnTo>
                <a:lnTo>
                  <a:pt x="1841" y="2295"/>
                </a:lnTo>
                <a:lnTo>
                  <a:pt x="1834" y="2273"/>
                </a:lnTo>
                <a:lnTo>
                  <a:pt x="1828" y="2249"/>
                </a:lnTo>
                <a:lnTo>
                  <a:pt x="1817" y="2200"/>
                </a:lnTo>
                <a:lnTo>
                  <a:pt x="1806" y="2151"/>
                </a:lnTo>
                <a:lnTo>
                  <a:pt x="1799" y="2100"/>
                </a:lnTo>
                <a:lnTo>
                  <a:pt x="1793" y="2050"/>
                </a:lnTo>
                <a:lnTo>
                  <a:pt x="1787" y="2000"/>
                </a:lnTo>
                <a:lnTo>
                  <a:pt x="1784" y="1952"/>
                </a:lnTo>
                <a:lnTo>
                  <a:pt x="1777" y="1863"/>
                </a:lnTo>
                <a:lnTo>
                  <a:pt x="1772" y="1790"/>
                </a:lnTo>
                <a:lnTo>
                  <a:pt x="1772" y="1775"/>
                </a:lnTo>
                <a:lnTo>
                  <a:pt x="1774" y="1762"/>
                </a:lnTo>
                <a:lnTo>
                  <a:pt x="1779" y="1747"/>
                </a:lnTo>
                <a:lnTo>
                  <a:pt x="1784" y="1734"/>
                </a:lnTo>
                <a:lnTo>
                  <a:pt x="1791" y="1720"/>
                </a:lnTo>
                <a:lnTo>
                  <a:pt x="1799" y="1705"/>
                </a:lnTo>
                <a:lnTo>
                  <a:pt x="1815" y="1674"/>
                </a:lnTo>
                <a:lnTo>
                  <a:pt x="1823" y="1657"/>
                </a:lnTo>
                <a:lnTo>
                  <a:pt x="1831" y="1640"/>
                </a:lnTo>
                <a:lnTo>
                  <a:pt x="1838" y="1621"/>
                </a:lnTo>
                <a:lnTo>
                  <a:pt x="1842" y="1602"/>
                </a:lnTo>
                <a:lnTo>
                  <a:pt x="1847" y="1581"/>
                </a:lnTo>
                <a:lnTo>
                  <a:pt x="1848" y="1559"/>
                </a:lnTo>
                <a:lnTo>
                  <a:pt x="1847" y="1536"/>
                </a:lnTo>
                <a:lnTo>
                  <a:pt x="1844" y="1523"/>
                </a:lnTo>
                <a:lnTo>
                  <a:pt x="1842" y="1510"/>
                </a:lnTo>
                <a:lnTo>
                  <a:pt x="1828" y="1434"/>
                </a:lnTo>
                <a:lnTo>
                  <a:pt x="1814" y="1360"/>
                </a:lnTo>
                <a:lnTo>
                  <a:pt x="1804" y="1290"/>
                </a:lnTo>
                <a:lnTo>
                  <a:pt x="1796" y="1221"/>
                </a:lnTo>
                <a:lnTo>
                  <a:pt x="1791" y="1155"/>
                </a:lnTo>
                <a:lnTo>
                  <a:pt x="1787" y="1092"/>
                </a:lnTo>
                <a:lnTo>
                  <a:pt x="1786" y="1030"/>
                </a:lnTo>
                <a:lnTo>
                  <a:pt x="1786" y="971"/>
                </a:lnTo>
                <a:lnTo>
                  <a:pt x="1790" y="915"/>
                </a:lnTo>
                <a:lnTo>
                  <a:pt x="1794" y="861"/>
                </a:lnTo>
                <a:lnTo>
                  <a:pt x="1802" y="808"/>
                </a:lnTo>
                <a:lnTo>
                  <a:pt x="1810" y="759"/>
                </a:lnTo>
                <a:lnTo>
                  <a:pt x="1821" y="711"/>
                </a:lnTo>
                <a:lnTo>
                  <a:pt x="1833" y="666"/>
                </a:lnTo>
                <a:lnTo>
                  <a:pt x="1848" y="622"/>
                </a:lnTo>
                <a:lnTo>
                  <a:pt x="1863" y="581"/>
                </a:lnTo>
                <a:lnTo>
                  <a:pt x="1881" y="542"/>
                </a:lnTo>
                <a:lnTo>
                  <a:pt x="1900" y="504"/>
                </a:lnTo>
                <a:lnTo>
                  <a:pt x="1921" y="469"/>
                </a:lnTo>
                <a:lnTo>
                  <a:pt x="1944" y="436"/>
                </a:lnTo>
                <a:lnTo>
                  <a:pt x="1967" y="403"/>
                </a:lnTo>
                <a:lnTo>
                  <a:pt x="1993" y="374"/>
                </a:lnTo>
                <a:lnTo>
                  <a:pt x="2020" y="347"/>
                </a:lnTo>
                <a:lnTo>
                  <a:pt x="2047" y="320"/>
                </a:lnTo>
                <a:lnTo>
                  <a:pt x="2076" y="296"/>
                </a:lnTo>
                <a:lnTo>
                  <a:pt x="2107" y="274"/>
                </a:lnTo>
                <a:lnTo>
                  <a:pt x="2138" y="253"/>
                </a:lnTo>
                <a:lnTo>
                  <a:pt x="2170" y="234"/>
                </a:lnTo>
                <a:lnTo>
                  <a:pt x="2204" y="216"/>
                </a:lnTo>
                <a:lnTo>
                  <a:pt x="2239" y="200"/>
                </a:lnTo>
                <a:lnTo>
                  <a:pt x="2274" y="186"/>
                </a:lnTo>
                <a:lnTo>
                  <a:pt x="2311" y="174"/>
                </a:lnTo>
                <a:lnTo>
                  <a:pt x="2364" y="151"/>
                </a:lnTo>
                <a:lnTo>
                  <a:pt x="2423" y="129"/>
                </a:lnTo>
                <a:lnTo>
                  <a:pt x="2488" y="105"/>
                </a:lnTo>
                <a:lnTo>
                  <a:pt x="2556" y="82"/>
                </a:lnTo>
                <a:lnTo>
                  <a:pt x="2592" y="71"/>
                </a:lnTo>
                <a:lnTo>
                  <a:pt x="2627" y="60"/>
                </a:lnTo>
                <a:lnTo>
                  <a:pt x="2665" y="50"/>
                </a:lnTo>
                <a:lnTo>
                  <a:pt x="2703" y="40"/>
                </a:lnTo>
                <a:lnTo>
                  <a:pt x="2742" y="31"/>
                </a:lnTo>
                <a:lnTo>
                  <a:pt x="2783" y="23"/>
                </a:lnTo>
                <a:lnTo>
                  <a:pt x="2823" y="16"/>
                </a:lnTo>
                <a:lnTo>
                  <a:pt x="2864" y="11"/>
                </a:lnTo>
                <a:lnTo>
                  <a:pt x="2906" y="5"/>
                </a:lnTo>
                <a:lnTo>
                  <a:pt x="2949" y="2"/>
                </a:lnTo>
                <a:lnTo>
                  <a:pt x="2991" y="0"/>
                </a:lnTo>
                <a:lnTo>
                  <a:pt x="3035" y="0"/>
                </a:lnTo>
                <a:lnTo>
                  <a:pt x="3078" y="1"/>
                </a:lnTo>
                <a:lnTo>
                  <a:pt x="3122" y="3"/>
                </a:lnTo>
                <a:lnTo>
                  <a:pt x="3166" y="9"/>
                </a:lnTo>
                <a:lnTo>
                  <a:pt x="3211" y="14"/>
                </a:lnTo>
                <a:lnTo>
                  <a:pt x="3255" y="23"/>
                </a:lnTo>
                <a:lnTo>
                  <a:pt x="3300" y="34"/>
                </a:lnTo>
                <a:lnTo>
                  <a:pt x="3346" y="47"/>
                </a:lnTo>
                <a:lnTo>
                  <a:pt x="3390" y="62"/>
                </a:lnTo>
                <a:lnTo>
                  <a:pt x="3435" y="80"/>
                </a:lnTo>
                <a:lnTo>
                  <a:pt x="3481" y="101"/>
                </a:lnTo>
                <a:lnTo>
                  <a:pt x="3525" y="123"/>
                </a:lnTo>
                <a:lnTo>
                  <a:pt x="3570" y="150"/>
                </a:lnTo>
                <a:lnTo>
                  <a:pt x="3688" y="260"/>
                </a:lnTo>
                <a:lnTo>
                  <a:pt x="3879" y="292"/>
                </a:lnTo>
                <a:lnTo>
                  <a:pt x="3888" y="297"/>
                </a:lnTo>
                <a:lnTo>
                  <a:pt x="3897" y="304"/>
                </a:lnTo>
                <a:lnTo>
                  <a:pt x="3914" y="319"/>
                </a:lnTo>
                <a:lnTo>
                  <a:pt x="3929" y="335"/>
                </a:lnTo>
                <a:lnTo>
                  <a:pt x="3944" y="353"/>
                </a:lnTo>
                <a:lnTo>
                  <a:pt x="3958" y="372"/>
                </a:lnTo>
                <a:lnTo>
                  <a:pt x="3971" y="392"/>
                </a:lnTo>
                <a:lnTo>
                  <a:pt x="3983" y="412"/>
                </a:lnTo>
                <a:lnTo>
                  <a:pt x="3993" y="432"/>
                </a:lnTo>
                <a:lnTo>
                  <a:pt x="4012" y="470"/>
                </a:lnTo>
                <a:lnTo>
                  <a:pt x="4025" y="502"/>
                </a:lnTo>
                <a:lnTo>
                  <a:pt x="4036" y="532"/>
                </a:lnTo>
                <a:close/>
              </a:path>
            </a:pathLst>
          </a:custGeom>
          <a:solidFill>
            <a:schemeClr val="accent2"/>
          </a:solidFill>
          <a:ln>
            <a:noFill/>
          </a:ln>
        </p:spPr>
        <p:txBody>
          <a:bodyPr anchor="ctr"/>
          <a:lstStyle>
            <a:defPPr>
              <a:defRPr lang="zh-CN"/>
            </a:defPPr>
            <a:lvl1pPr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宋体" panose="02010600030101010101" pitchFamily="2" charset="-122"/>
                <a:cs typeface="+mn-cs"/>
              </a:defRPr>
            </a:lvl5pPr>
            <a:lvl6pPr marL="22860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6pPr>
            <a:lvl7pPr marL="27432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7pPr>
            <a:lvl8pPr marL="32004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8pPr>
            <a:lvl9pPr marL="3657600" algn="l" defTabSz="914400" rtl="0" eaLnBrk="1" latinLnBrk="0" hangingPunct="1">
              <a:defRPr kern="1200">
                <a:solidFill>
                  <a:schemeClr val="tx1"/>
                </a:solidFill>
                <a:latin typeface="Calibri" panose="020F0502020204030204" pitchFamily="34" charset="0"/>
                <a:ea typeface="宋体" panose="02010600030101010101" pitchFamily="2" charset="-122"/>
                <a:cs typeface="+mn-cs"/>
              </a:defRPr>
            </a:lvl9pPr>
          </a:lstStyle>
          <a:p>
            <a:endParaRPr lang="zh-CN" altLang="en-US"/>
          </a:p>
        </p:txBody>
      </p:sp>
      <p:sp>
        <p:nvSpPr>
          <p:cNvPr id="5" name="线形标注 1 4"/>
          <p:cNvSpPr/>
          <p:nvPr/>
        </p:nvSpPr>
        <p:spPr>
          <a:xfrm flipH="1">
            <a:off x="2820839" y="3076875"/>
            <a:ext cx="1800000" cy="370936"/>
          </a:xfrm>
          <a:prstGeom prst="borderCallout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算法</a:t>
            </a:r>
            <a:endParaRPr lang="zh-CN" altLang="en-US" dirty="0"/>
          </a:p>
        </p:txBody>
      </p:sp>
      <p:sp>
        <p:nvSpPr>
          <p:cNvPr id="6" name="文本框 5"/>
          <p:cNvSpPr txBox="1"/>
          <p:nvPr/>
        </p:nvSpPr>
        <p:spPr>
          <a:xfrm>
            <a:off x="5302369" y="4627533"/>
            <a:ext cx="1017917" cy="400110"/>
          </a:xfrm>
          <a:prstGeom prst="rect">
            <a:avLst/>
          </a:prstGeom>
          <a:noFill/>
        </p:spPr>
        <p:txBody>
          <a:bodyPr wrap="square" rtlCol="0">
            <a:spAutoFit/>
          </a:bodyPr>
          <a:lstStyle/>
          <a:p>
            <a:pPr algn="ctr"/>
            <a:r>
              <a:rPr lang="zh-CN" altLang="en-US" sz="2000" b="1" dirty="0" smtClean="0">
                <a:solidFill>
                  <a:schemeClr val="bg1"/>
                </a:solidFill>
              </a:rPr>
              <a:t>程序员</a:t>
            </a:r>
            <a:endParaRPr lang="zh-CN" altLang="en-US" sz="2000" b="1" dirty="0">
              <a:solidFill>
                <a:schemeClr val="bg1"/>
              </a:solidFill>
            </a:endParaRPr>
          </a:p>
        </p:txBody>
      </p:sp>
      <p:sp>
        <p:nvSpPr>
          <p:cNvPr id="7" name="线形标注 1 6"/>
          <p:cNvSpPr/>
          <p:nvPr/>
        </p:nvSpPr>
        <p:spPr>
          <a:xfrm flipH="1">
            <a:off x="3058828" y="2283245"/>
            <a:ext cx="1800000" cy="370936"/>
          </a:xfrm>
          <a:prstGeom prst="borderCallout1">
            <a:avLst>
              <a:gd name="adj1" fmla="val 18750"/>
              <a:gd name="adj2" fmla="val -8333"/>
              <a:gd name="adj3" fmla="val 219477"/>
              <a:gd name="adj4" fmla="val -3730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数据结构</a:t>
            </a:r>
            <a:endParaRPr lang="zh-CN" altLang="en-US" dirty="0"/>
          </a:p>
        </p:txBody>
      </p:sp>
      <p:sp>
        <p:nvSpPr>
          <p:cNvPr id="8" name="线形标注 1 7"/>
          <p:cNvSpPr/>
          <p:nvPr/>
        </p:nvSpPr>
        <p:spPr>
          <a:xfrm>
            <a:off x="6941432" y="3048240"/>
            <a:ext cx="1800000" cy="370936"/>
          </a:xfrm>
          <a:prstGeom prst="borderCallout1">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语言工具</a:t>
            </a:r>
            <a:endParaRPr lang="zh-CN" altLang="en-US" dirty="0"/>
          </a:p>
        </p:txBody>
      </p:sp>
      <p:sp>
        <p:nvSpPr>
          <p:cNvPr id="9" name="线形标注 1 8"/>
          <p:cNvSpPr/>
          <p:nvPr/>
        </p:nvSpPr>
        <p:spPr>
          <a:xfrm>
            <a:off x="6763828" y="2283245"/>
            <a:ext cx="1800000" cy="370936"/>
          </a:xfrm>
          <a:prstGeom prst="borderCallout1">
            <a:avLst>
              <a:gd name="adj1" fmla="val 18750"/>
              <a:gd name="adj2" fmla="val -8333"/>
              <a:gd name="adj3" fmla="val 219477"/>
              <a:gd name="adj4" fmla="val -37307"/>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程序设计方法</a:t>
            </a:r>
            <a:endParaRPr lang="zh-CN" altLang="en-US" dirty="0"/>
          </a:p>
        </p:txBody>
      </p:sp>
      <p:sp>
        <p:nvSpPr>
          <p:cNvPr id="10" name="椭圆 9"/>
          <p:cNvSpPr/>
          <p:nvPr/>
        </p:nvSpPr>
        <p:spPr>
          <a:xfrm>
            <a:off x="1595887" y="552091"/>
            <a:ext cx="8479766" cy="5883215"/>
          </a:xfrm>
          <a:prstGeom prst="ellipse">
            <a:avLst/>
          </a:prstGeom>
          <a:noFill/>
          <a:ln w="38100">
            <a:solidFill>
              <a:schemeClr val="bg1">
                <a:lumMod val="75000"/>
              </a:schemeClr>
            </a:solidFill>
            <a:prstDash val="lgDash"/>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867954" y="1181908"/>
            <a:ext cx="1188485" cy="759035"/>
          </a:xfrm>
        </p:spPr>
        <p:txBody>
          <a:bodyPr/>
          <a:lstStyle/>
          <a:p>
            <a:pPr algn="dist"/>
            <a:r>
              <a:rPr lang="zh-CN" altLang="en-US" dirty="0" smtClean="0"/>
              <a:t>算法</a:t>
            </a:r>
            <a:endParaRPr lang="zh-CN" altLang="en-US" dirty="0"/>
          </a:p>
        </p:txBody>
      </p:sp>
      <p:sp>
        <p:nvSpPr>
          <p:cNvPr id="3" name="内容占位符 2"/>
          <p:cNvSpPr>
            <a:spLocks noGrp="1"/>
          </p:cNvSpPr>
          <p:nvPr>
            <p:ph idx="1"/>
          </p:nvPr>
        </p:nvSpPr>
        <p:spPr>
          <a:xfrm>
            <a:off x="6340475" y="1857375"/>
            <a:ext cx="4907915" cy="4351655"/>
          </a:xfrm>
        </p:spPr>
        <p:txBody>
          <a:bodyPr>
            <a:normAutofit/>
          </a:bodyPr>
          <a:lstStyle/>
          <a:p>
            <a:pPr marL="0" indent="0">
              <a:lnSpc>
                <a:spcPct val="150000"/>
              </a:lnSpc>
              <a:buNone/>
            </a:pPr>
            <a:r>
              <a:rPr lang="zh-CN" altLang="en-US" sz="2400" b="1" dirty="0">
                <a:latin typeface="+mn-ea"/>
                <a:ea typeface="+mn-ea"/>
              </a:rPr>
              <a:t>广义地说，为解决一个问题而采取的方法和步骤，就称为“算法”。</a:t>
            </a:r>
            <a:endParaRPr lang="zh-CN" altLang="en-US" sz="2400" b="1" dirty="0">
              <a:latin typeface="+mn-ea"/>
              <a:ea typeface="+mn-ea"/>
            </a:endParaRPr>
          </a:p>
          <a:p>
            <a:pPr marL="0" indent="0">
              <a:lnSpc>
                <a:spcPct val="150000"/>
              </a:lnSpc>
              <a:buNone/>
            </a:pPr>
            <a:r>
              <a:rPr lang="zh-CN" altLang="en-US" sz="2400" b="1" dirty="0" smtClean="0">
                <a:latin typeface="+mn-ea"/>
                <a:ea typeface="+mn-ea"/>
              </a:rPr>
              <a:t>对</a:t>
            </a:r>
            <a:r>
              <a:rPr lang="zh-CN" altLang="en-US" sz="2400" b="1" dirty="0">
                <a:latin typeface="+mn-ea"/>
                <a:ea typeface="+mn-ea"/>
              </a:rPr>
              <a:t>同一个问题，可以有不同的解题方法和步骤</a:t>
            </a:r>
            <a:r>
              <a:rPr lang="zh-CN" altLang="en-US" sz="2400" b="1" dirty="0" smtClean="0">
                <a:latin typeface="+mn-ea"/>
                <a:ea typeface="+mn-ea"/>
              </a:rPr>
              <a:t>。</a:t>
            </a:r>
            <a:endParaRPr lang="en-US" altLang="zh-CN" sz="2400" b="1" dirty="0" smtClean="0">
              <a:latin typeface="+mn-ea"/>
              <a:ea typeface="+mn-ea"/>
            </a:endParaRPr>
          </a:p>
          <a:p>
            <a:pPr marL="0" indent="0">
              <a:lnSpc>
                <a:spcPct val="150000"/>
              </a:lnSpc>
              <a:buNone/>
            </a:pPr>
            <a:r>
              <a:rPr lang="zh-CN" altLang="en-US" sz="2400" b="1" dirty="0">
                <a:latin typeface="+mn-ea"/>
                <a:ea typeface="+mn-ea"/>
              </a:rPr>
              <a:t>为了有效地进行解题，不仅需要保证算法正确，还要考虑算法的质量，选择合适的算法。</a:t>
            </a:r>
            <a:r>
              <a:rPr lang="zh-CN" altLang="en-US" sz="2000" dirty="0">
                <a:latin typeface="+mn-ea"/>
                <a:ea typeface="+mn-ea"/>
              </a:rPr>
              <a:t> </a:t>
            </a:r>
            <a:endParaRPr lang="zh-CN" altLang="en-US" sz="2000" dirty="0">
              <a:latin typeface="+mn-ea"/>
              <a:ea typeface="+mn-ea"/>
            </a:endParaRPr>
          </a:p>
        </p:txBody>
      </p:sp>
      <p:pic>
        <p:nvPicPr>
          <p:cNvPr id="5" name="图片 4"/>
          <p:cNvPicPr>
            <a:picLocks noChangeAspect="1"/>
          </p:cNvPicPr>
          <p:nvPr/>
        </p:nvPicPr>
        <p:blipFill rotWithShape="1">
          <a:blip r:embed="rId1">
            <a:extLst>
              <a:ext uri="{BEBA8EAE-BF5A-486C-A8C5-ECC9F3942E4B}">
                <a14:imgProps xmlns:a14="http://schemas.microsoft.com/office/drawing/2010/main">
                  <a14:imgLayer r:embed="rId2">
                    <a14:imgEffect>
                      <a14:brightnessContrast bright="20000" contrast="-20000"/>
                    </a14:imgEffect>
                  </a14:imgLayer>
                </a14:imgProps>
              </a:ext>
            </a:extLst>
          </a:blip>
          <a:srcRect l="6964" r="3078"/>
          <a:stretch>
            <a:fillRect/>
          </a:stretch>
        </p:blipFill>
        <p:spPr>
          <a:xfrm rot="637110">
            <a:off x="3953223" y="2756831"/>
            <a:ext cx="1893008" cy="2744727"/>
          </a:xfrm>
          <a:prstGeom prst="rect">
            <a:avLst/>
          </a:prstGeom>
          <a:blipFill dpi="0" rotWithShape="1">
            <a:blip r:embed="rId3">
              <a:extLst>
                <a:ext uri="{28A0092B-C50C-407E-A947-70E740481C1C}">
                  <a14:useLocalDpi xmlns:a14="http://schemas.microsoft.com/office/drawing/2010/main" val="0"/>
                </a:ext>
              </a:extLst>
            </a:blip>
            <a:srcRect/>
            <a:stretch>
              <a:fillRect l="-100000" r="-49876"/>
            </a:stretch>
          </a:blipFill>
          <a:ln w="25400">
            <a:solidFill>
              <a:srgbClr val="FFFFFF"/>
            </a:solidFill>
          </a:ln>
          <a:effectLst>
            <a:outerShdw blurRad="25400" dist="38100" dir="2700000" algn="tl" rotWithShape="0">
              <a:prstClr val="black">
                <a:alpha val="30000"/>
              </a:prstClr>
            </a:outerShdw>
          </a:effectLst>
        </p:spPr>
      </p:pic>
      <p:pic>
        <p:nvPicPr>
          <p:cNvPr id="6" name="图片 5"/>
          <p:cNvPicPr>
            <a:picLocks noChangeAspect="1"/>
          </p:cNvPicPr>
          <p:nvPr/>
        </p:nvPicPr>
        <p:blipFill rotWithShape="1">
          <a:blip r:embed="rId4">
            <a:extLst>
              <a:ext uri="{BEBA8EAE-BF5A-486C-A8C5-ECC9F3942E4B}">
                <a14:imgProps xmlns:a14="http://schemas.microsoft.com/office/drawing/2010/main">
                  <a14:imgLayer r:embed="rId5">
                    <a14:imgEffect>
                      <a14:colorTemperature colorTemp="7200"/>
                    </a14:imgEffect>
                  </a14:imgLayer>
                </a14:imgProps>
              </a:ext>
            </a:extLst>
          </a:blip>
          <a:srcRect l="17319" r="13060"/>
          <a:stretch>
            <a:fillRect/>
          </a:stretch>
        </p:blipFill>
        <p:spPr>
          <a:xfrm>
            <a:off x="931652" y="1437437"/>
            <a:ext cx="2691442" cy="4145380"/>
          </a:xfrm>
          <a:prstGeom prst="rect">
            <a:avLst/>
          </a:prstGeom>
          <a:blipFill dpi="0" rotWithShape="1">
            <a:blip r:embed="rId6" cstate="print">
              <a:extLst>
                <a:ext uri="{28A0092B-C50C-407E-A947-70E740481C1C}">
                  <a14:useLocalDpi xmlns:a14="http://schemas.microsoft.com/office/drawing/2010/main" val="0"/>
                </a:ext>
              </a:extLst>
            </a:blip>
            <a:srcRect/>
            <a:stretch>
              <a:fillRect l="-10096" t="-1719" r="-78408" b="-3535"/>
            </a:stretch>
          </a:blipFill>
          <a:ln w="25400">
            <a:solidFill>
              <a:srgbClr val="FFFFFF"/>
            </a:solidFill>
          </a:ln>
          <a:effectLst>
            <a:outerShdw blurRad="25400" dist="25400" dir="2700000" algn="tl" rotWithShape="0">
              <a:prstClr val="black">
                <a:alpha val="30000"/>
              </a:prstClr>
            </a:outerShdw>
          </a:effectLst>
        </p:spPr>
      </p:pic>
      <p:cxnSp>
        <p:nvCxnSpPr>
          <p:cNvPr id="7" name="MH_Other_1"/>
          <p:cNvCxnSpPr/>
          <p:nvPr>
            <p:custDataLst>
              <p:tags r:id="rId7"/>
            </p:custDataLst>
          </p:nvPr>
        </p:nvCxnSpPr>
        <p:spPr bwMode="auto">
          <a:xfrm>
            <a:off x="6240016" y="1857524"/>
            <a:ext cx="3816424" cy="0"/>
          </a:xfrm>
          <a:prstGeom prst="line">
            <a:avLst/>
          </a:prstGeom>
          <a:solidFill>
            <a:schemeClr val="accent1"/>
          </a:solidFill>
          <a:ln w="12700" cap="flat" cmpd="sng" algn="ctr">
            <a:solidFill>
              <a:schemeClr val="accent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MH_SubTitle_2"/>
          <p:cNvSpPr/>
          <p:nvPr>
            <p:custDataLst>
              <p:tags r:id="rId1"/>
            </p:custDataLst>
          </p:nvPr>
        </p:nvSpPr>
        <p:spPr bwMode="auto">
          <a:xfrm>
            <a:off x="5975112" y="2043532"/>
            <a:ext cx="3275013" cy="431800"/>
          </a:xfrm>
          <a:custGeom>
            <a:avLst/>
            <a:gdLst>
              <a:gd name="T0" fmla="*/ 27367 w 3275513"/>
              <a:gd name="T1" fmla="*/ 0 h 431880"/>
              <a:gd name="T2" fmla="*/ 3058172 w 3275513"/>
              <a:gd name="T3" fmla="*/ 0 h 431880"/>
              <a:gd name="T4" fmla="*/ 3274013 w 3275513"/>
              <a:gd name="T5" fmla="*/ 215820 h 431880"/>
              <a:gd name="T6" fmla="*/ 3058172 w 3275513"/>
              <a:gd name="T7" fmla="*/ 431640 h 431880"/>
              <a:gd name="T8" fmla="*/ 873032 w 3275513"/>
              <a:gd name="T9" fmla="*/ 431640 h 431880"/>
              <a:gd name="T10" fmla="*/ 803886 w 3275513"/>
              <a:gd name="T11" fmla="*/ 355570 h 431880"/>
              <a:gd name="T12" fmla="*/ 69518 w 3275513"/>
              <a:gd name="T13" fmla="*/ 6269 h 431880"/>
              <a:gd name="T14" fmla="*/ 0 w 3275513"/>
              <a:gd name="T15" fmla="*/ 2757 h 431880"/>
              <a:gd name="T16" fmla="*/ 0 60000 65536"/>
              <a:gd name="T17" fmla="*/ 0 60000 65536"/>
              <a:gd name="T18" fmla="*/ 0 60000 65536"/>
              <a:gd name="T19" fmla="*/ 0 60000 65536"/>
              <a:gd name="T20" fmla="*/ 0 60000 65536"/>
              <a:gd name="T21" fmla="*/ 0 60000 65536"/>
              <a:gd name="T22" fmla="*/ 0 60000 65536"/>
              <a:gd name="T23" fmla="*/ 0 60000 65536"/>
              <a:gd name="T24" fmla="*/ 0 w 3275513"/>
              <a:gd name="T25" fmla="*/ 0 h 431880"/>
              <a:gd name="T26" fmla="*/ 3275513 w 3275513"/>
              <a:gd name="T27" fmla="*/ 431880 h 431880"/>
            </a:gdLst>
            <a:ahLst/>
            <a:cxnLst>
              <a:cxn ang="T16">
                <a:pos x="T0" y="T1"/>
              </a:cxn>
              <a:cxn ang="T17">
                <a:pos x="T2" y="T3"/>
              </a:cxn>
              <a:cxn ang="T18">
                <a:pos x="T4" y="T5"/>
              </a:cxn>
              <a:cxn ang="T19">
                <a:pos x="T6" y="T7"/>
              </a:cxn>
              <a:cxn ang="T20">
                <a:pos x="T8" y="T9"/>
              </a:cxn>
              <a:cxn ang="T21">
                <a:pos x="T10" y="T11"/>
              </a:cxn>
              <a:cxn ang="T22">
                <a:pos x="T12" y="T13"/>
              </a:cxn>
              <a:cxn ang="T23">
                <a:pos x="T14" y="T15"/>
              </a:cxn>
            </a:cxnLst>
            <a:rect l="T24" t="T25" r="T26" b="T27"/>
            <a:pathLst>
              <a:path w="3275513" h="431880">
                <a:moveTo>
                  <a:pt x="27379" y="0"/>
                </a:moveTo>
                <a:lnTo>
                  <a:pt x="3059573" y="0"/>
                </a:lnTo>
                <a:cubicBezTo>
                  <a:pt x="3178833" y="0"/>
                  <a:pt x="3275513" y="96680"/>
                  <a:pt x="3275513" y="215940"/>
                </a:cubicBezTo>
                <a:cubicBezTo>
                  <a:pt x="3275513" y="335200"/>
                  <a:pt x="3178833" y="431880"/>
                  <a:pt x="3059573" y="431880"/>
                </a:cubicBezTo>
                <a:lnTo>
                  <a:pt x="873431" y="431880"/>
                </a:lnTo>
                <a:lnTo>
                  <a:pt x="804255" y="355768"/>
                </a:lnTo>
                <a:cubicBezTo>
                  <a:pt x="611921" y="163433"/>
                  <a:pt x="355385" y="35300"/>
                  <a:pt x="69551" y="6272"/>
                </a:cubicBezTo>
                <a:lnTo>
                  <a:pt x="0" y="2760"/>
                </a:lnTo>
                <a:lnTo>
                  <a:pt x="27379" y="0"/>
                </a:lnTo>
                <a:close/>
              </a:path>
            </a:pathLst>
          </a:cu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0" rIns="180000" anchor="ctr">
            <a:noAutofit/>
          </a:bodyPr>
          <a:lstStyle>
            <a:lvl1pPr>
              <a:spcBef>
                <a:spcPct val="20000"/>
              </a:spcBef>
              <a:buFont typeface="Arial" panose="020B0604020202020204" pitchFamily="34" charset="0"/>
              <a:buChar char="•"/>
              <a:defRPr sz="3200">
                <a:solidFill>
                  <a:schemeClr val="tx1"/>
                </a:solidFill>
                <a:latin typeface="Arial Narrow" panose="020B060602020203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Arial Narrow" panose="020B060602020203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Arial Narrow" panose="020B060602020203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Arial Narrow" panose="020B060602020203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pitchFamily="34" charset="-122"/>
              </a:defRPr>
            </a:lvl9pPr>
          </a:lstStyle>
          <a:p>
            <a:pPr algn="r">
              <a:lnSpc>
                <a:spcPct val="120000"/>
              </a:lnSpc>
              <a:spcBef>
                <a:spcPct val="0"/>
              </a:spcBef>
              <a:buNone/>
              <a:defRPr/>
            </a:pPr>
            <a:r>
              <a:rPr lang="zh-CN" altLang="en-US" sz="2400" b="1" dirty="0" smtClean="0">
                <a:solidFill>
                  <a:srgbClr val="FFFFFF"/>
                </a:solidFill>
              </a:rPr>
              <a:t>非数值</a:t>
            </a:r>
            <a:r>
              <a:rPr lang="zh-CN" altLang="en-US" sz="2400" b="1" dirty="0">
                <a:solidFill>
                  <a:srgbClr val="FFFFFF"/>
                </a:solidFill>
              </a:rPr>
              <a:t>运算算法</a:t>
            </a:r>
            <a:endParaRPr lang="zh-CN" altLang="en-US" sz="2400" b="1" dirty="0">
              <a:solidFill>
                <a:srgbClr val="FFFFFF"/>
              </a:solidFill>
            </a:endParaRPr>
          </a:p>
        </p:txBody>
      </p:sp>
      <p:sp>
        <p:nvSpPr>
          <p:cNvPr id="5" name="MH_SubTitle_1"/>
          <p:cNvSpPr/>
          <p:nvPr>
            <p:custDataLst>
              <p:tags r:id="rId2"/>
            </p:custDataLst>
          </p:nvPr>
        </p:nvSpPr>
        <p:spPr bwMode="auto">
          <a:xfrm>
            <a:off x="2639775" y="4040607"/>
            <a:ext cx="3279775" cy="431800"/>
          </a:xfrm>
          <a:custGeom>
            <a:avLst/>
            <a:gdLst>
              <a:gd name="T0" fmla="*/ 216036 w 3279285"/>
              <a:gd name="T1" fmla="*/ 0 h 431880"/>
              <a:gd name="T2" fmla="*/ 2354086 w 3279285"/>
              <a:gd name="T3" fmla="*/ 0 h 431880"/>
              <a:gd name="T4" fmla="*/ 2423293 w 3279285"/>
              <a:gd name="T5" fmla="*/ 76072 h 431880"/>
              <a:gd name="T6" fmla="*/ 3158326 w 3279285"/>
              <a:gd name="T7" fmla="*/ 425372 h 431880"/>
              <a:gd name="T8" fmla="*/ 3280755 w 3279285"/>
              <a:gd name="T9" fmla="*/ 431549 h 431880"/>
              <a:gd name="T10" fmla="*/ 3279845 w 3279285"/>
              <a:gd name="T11" fmla="*/ 431640 h 431880"/>
              <a:gd name="T12" fmla="*/ 216036 w 3279285"/>
              <a:gd name="T13" fmla="*/ 431640 h 431880"/>
              <a:gd name="T14" fmla="*/ 0 w 3279285"/>
              <a:gd name="T15" fmla="*/ 215820 h 431880"/>
              <a:gd name="T16" fmla="*/ 216036 w 3279285"/>
              <a:gd name="T17" fmla="*/ 0 h 431880"/>
              <a:gd name="T18" fmla="*/ 0 60000 65536"/>
              <a:gd name="T19" fmla="*/ 0 60000 65536"/>
              <a:gd name="T20" fmla="*/ 0 60000 65536"/>
              <a:gd name="T21" fmla="*/ 0 60000 65536"/>
              <a:gd name="T22" fmla="*/ 0 60000 65536"/>
              <a:gd name="T23" fmla="*/ 0 60000 65536"/>
              <a:gd name="T24" fmla="*/ 0 60000 65536"/>
              <a:gd name="T25" fmla="*/ 0 60000 65536"/>
              <a:gd name="T26" fmla="*/ 0 60000 65536"/>
              <a:gd name="T27" fmla="*/ 0 w 3279285"/>
              <a:gd name="T28" fmla="*/ 0 h 431880"/>
              <a:gd name="T29" fmla="*/ 3279285 w 3279285"/>
              <a:gd name="T30" fmla="*/ 431880 h 431880"/>
            </a:gdLst>
            <a:ahLst/>
            <a:cxnLst>
              <a:cxn ang="T18">
                <a:pos x="T0" y="T1"/>
              </a:cxn>
              <a:cxn ang="T19">
                <a:pos x="T2" y="T3"/>
              </a:cxn>
              <a:cxn ang="T20">
                <a:pos x="T4" y="T5"/>
              </a:cxn>
              <a:cxn ang="T21">
                <a:pos x="T6" y="T7"/>
              </a:cxn>
              <a:cxn ang="T22">
                <a:pos x="T8" y="T9"/>
              </a:cxn>
              <a:cxn ang="T23">
                <a:pos x="T10" y="T11"/>
              </a:cxn>
              <a:cxn ang="T24">
                <a:pos x="T12" y="T13"/>
              </a:cxn>
              <a:cxn ang="T25">
                <a:pos x="T14" y="T15"/>
              </a:cxn>
              <a:cxn ang="T26">
                <a:pos x="T16" y="T17"/>
              </a:cxn>
            </a:cxnLst>
            <a:rect l="T27" t="T28" r="T29" b="T30"/>
            <a:pathLst>
              <a:path w="3279285" h="431880">
                <a:moveTo>
                  <a:pt x="215940" y="0"/>
                </a:moveTo>
                <a:lnTo>
                  <a:pt x="2353030" y="0"/>
                </a:lnTo>
                <a:lnTo>
                  <a:pt x="2422207" y="76114"/>
                </a:lnTo>
                <a:cubicBezTo>
                  <a:pt x="2614541" y="268448"/>
                  <a:pt x="2871077" y="396581"/>
                  <a:pt x="3156910" y="425609"/>
                </a:cubicBezTo>
                <a:lnTo>
                  <a:pt x="3279285" y="431789"/>
                </a:lnTo>
                <a:lnTo>
                  <a:pt x="3278375" y="431880"/>
                </a:lnTo>
                <a:lnTo>
                  <a:pt x="215940" y="431880"/>
                </a:lnTo>
                <a:cubicBezTo>
                  <a:pt x="96680" y="431880"/>
                  <a:pt x="0" y="335200"/>
                  <a:pt x="0" y="215940"/>
                </a:cubicBezTo>
                <a:cubicBezTo>
                  <a:pt x="0" y="96680"/>
                  <a:pt x="96680" y="0"/>
                  <a:pt x="215940" y="0"/>
                </a:cubicBezTo>
                <a:close/>
              </a:path>
            </a:pathLst>
          </a:cu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lIns="180000" rIns="180000" anchor="ctr">
            <a:noAutofit/>
          </a:bodyPr>
          <a:lstStyle>
            <a:lvl1pPr>
              <a:spcBef>
                <a:spcPct val="20000"/>
              </a:spcBef>
              <a:buFont typeface="Arial" panose="020B0604020202020204" pitchFamily="34" charset="0"/>
              <a:buChar char="•"/>
              <a:defRPr sz="3200">
                <a:solidFill>
                  <a:schemeClr val="tx1"/>
                </a:solidFill>
                <a:latin typeface="Arial Narrow" panose="020B060602020203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Arial Narrow" panose="020B060602020203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Arial Narrow" panose="020B060602020203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Arial Narrow" panose="020B060602020203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pitchFamily="34" charset="-122"/>
              </a:defRPr>
            </a:lvl9pPr>
          </a:lstStyle>
          <a:p>
            <a:pPr eaLnBrk="1" hangingPunct="1">
              <a:lnSpc>
                <a:spcPct val="120000"/>
              </a:lnSpc>
              <a:spcBef>
                <a:spcPct val="0"/>
              </a:spcBef>
              <a:buFontTx/>
              <a:buNone/>
              <a:defRPr/>
            </a:pPr>
            <a:r>
              <a:rPr lang="zh-CN" altLang="en-US" sz="2400" b="1" dirty="0" smtClean="0">
                <a:solidFill>
                  <a:srgbClr val="FFFFFF"/>
                </a:solidFill>
                <a:latin typeface="+mn-lt"/>
                <a:ea typeface="+mn-ea"/>
              </a:rPr>
              <a:t>数值运算算法</a:t>
            </a:r>
            <a:endParaRPr lang="zh-CN" altLang="en-US" sz="2400" b="1" dirty="0" smtClean="0">
              <a:solidFill>
                <a:srgbClr val="FFFFFF"/>
              </a:solidFill>
              <a:latin typeface="+mn-lt"/>
              <a:ea typeface="+mn-ea"/>
            </a:endParaRPr>
          </a:p>
        </p:txBody>
      </p:sp>
      <p:sp>
        <p:nvSpPr>
          <p:cNvPr id="6" name="MH_Title_1"/>
          <p:cNvSpPr/>
          <p:nvPr>
            <p:custDataLst>
              <p:tags r:id="rId3"/>
            </p:custDataLst>
          </p:nvPr>
        </p:nvSpPr>
        <p:spPr>
          <a:xfrm>
            <a:off x="4849574" y="2167358"/>
            <a:ext cx="2178050" cy="2179637"/>
          </a:xfrm>
          <a:prstGeom prst="donut">
            <a:avLst>
              <a:gd name="adj" fmla="val 6327"/>
            </a:avLst>
          </a:prstGeom>
          <a:solidFill>
            <a:schemeClr val="accent1"/>
          </a:solidFill>
        </p:spPr>
        <p:txBody>
          <a:bodyPr lIns="0" tIns="0" rIns="0" bIns="0" anchor="ctr">
            <a:normAutofit/>
          </a:bodyPr>
          <a:lstStyle/>
          <a:p>
            <a:pPr algn="ctr">
              <a:defRPr/>
            </a:pPr>
            <a:r>
              <a:rPr lang="zh-CN" altLang="en-US" sz="3200" dirty="0">
                <a:latin typeface="微软雅黑" panose="020B0503020204020204" pitchFamily="34" charset="-122"/>
                <a:ea typeface="微软雅黑" panose="020B0503020204020204" pitchFamily="34" charset="-122"/>
              </a:rPr>
              <a:t>算法</a:t>
            </a:r>
            <a:endParaRPr lang="zh-CN" altLang="en-US" sz="3200" dirty="0">
              <a:latin typeface="微软雅黑" panose="020B0503020204020204" pitchFamily="34" charset="-122"/>
              <a:ea typeface="微软雅黑" panose="020B0503020204020204" pitchFamily="34" charset="-122"/>
            </a:endParaRPr>
          </a:p>
        </p:txBody>
      </p:sp>
      <p:sp>
        <p:nvSpPr>
          <p:cNvPr id="7" name="MH_Text_1"/>
          <p:cNvSpPr>
            <a:spLocks noChangeArrowheads="1"/>
          </p:cNvSpPr>
          <p:nvPr>
            <p:custDataLst>
              <p:tags r:id="rId4"/>
            </p:custDataLst>
          </p:nvPr>
        </p:nvSpPr>
        <p:spPr bwMode="auto">
          <a:xfrm>
            <a:off x="2035835" y="1884783"/>
            <a:ext cx="2804214" cy="2136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44000" rIns="180000" bIns="144000" anchor="b">
            <a:noAutofit/>
          </a:bodyP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algn="just">
              <a:lnSpc>
                <a:spcPct val="150000"/>
              </a:lnSpc>
              <a:spcBef>
                <a:spcPts val="600"/>
              </a:spcBef>
              <a:defRPr/>
            </a:pPr>
            <a:r>
              <a:rPr lang="zh-CN" altLang="en-US" sz="2000" b="1" dirty="0">
                <a:solidFill>
                  <a:schemeClr val="tx1"/>
                </a:solidFill>
                <a:latin typeface="+mn-lt"/>
                <a:ea typeface="+mn-ea"/>
              </a:rPr>
              <a:t>数值运算的目的是求</a:t>
            </a:r>
            <a:r>
              <a:rPr lang="zh-CN" altLang="en-US" sz="2000" b="1" dirty="0" smtClean="0">
                <a:solidFill>
                  <a:schemeClr val="tx1"/>
                </a:solidFill>
                <a:latin typeface="+mn-lt"/>
                <a:ea typeface="+mn-ea"/>
              </a:rPr>
              <a:t>数值解。</a:t>
            </a:r>
            <a:endParaRPr lang="zh-CN" altLang="en-US" sz="2000" b="1" dirty="0">
              <a:solidFill>
                <a:schemeClr val="tx1"/>
              </a:solidFill>
              <a:latin typeface="+mn-lt"/>
              <a:ea typeface="+mn-ea"/>
            </a:endParaRPr>
          </a:p>
          <a:p>
            <a:pPr algn="just">
              <a:lnSpc>
                <a:spcPct val="150000"/>
              </a:lnSpc>
              <a:spcBef>
                <a:spcPts val="600"/>
              </a:spcBef>
              <a:defRPr/>
            </a:pPr>
            <a:r>
              <a:rPr lang="zh-CN" altLang="en-US" sz="2000" b="1" dirty="0">
                <a:solidFill>
                  <a:schemeClr val="tx1"/>
                </a:solidFill>
                <a:latin typeface="+mn-lt"/>
                <a:ea typeface="+mn-ea"/>
              </a:rPr>
              <a:t>由于数值运算往往有现成的模型，可以运用数值分析方法，因此对数值运算的算法的研究比较深入，算法比较成熟</a:t>
            </a:r>
            <a:r>
              <a:rPr lang="zh-CN" altLang="en-US" sz="2000" b="1" dirty="0" smtClean="0">
                <a:solidFill>
                  <a:schemeClr val="tx1"/>
                </a:solidFill>
                <a:latin typeface="+mn-lt"/>
                <a:ea typeface="+mn-ea"/>
              </a:rPr>
              <a:t>。</a:t>
            </a:r>
            <a:endParaRPr lang="zh-CN" altLang="en-US" sz="2000" b="1" dirty="0" smtClean="0">
              <a:solidFill>
                <a:schemeClr val="tx1"/>
              </a:solidFill>
              <a:latin typeface="+mn-lt"/>
              <a:ea typeface="+mn-ea"/>
            </a:endParaRPr>
          </a:p>
        </p:txBody>
      </p:sp>
      <p:sp>
        <p:nvSpPr>
          <p:cNvPr id="8" name="MH_Text_2"/>
          <p:cNvSpPr>
            <a:spLocks noChangeArrowheads="1"/>
          </p:cNvSpPr>
          <p:nvPr>
            <p:custDataLst>
              <p:tags r:id="rId5"/>
            </p:custDataLst>
          </p:nvPr>
        </p:nvSpPr>
        <p:spPr bwMode="auto">
          <a:xfrm>
            <a:off x="7173595" y="2464435"/>
            <a:ext cx="3566160" cy="1724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144000" rIns="180000" bIns="144000" anchor="t">
            <a:noAutofit/>
          </a:bodyPr>
          <a:lstStyle/>
          <a:p>
            <a:pPr algn="just">
              <a:lnSpc>
                <a:spcPct val="150000"/>
              </a:lnSpc>
              <a:spcBef>
                <a:spcPts val="600"/>
              </a:spcBef>
            </a:pPr>
            <a:r>
              <a:rPr lang="zh-CN" altLang="en-US" sz="2000" b="1" dirty="0">
                <a:solidFill>
                  <a:schemeClr val="tx1"/>
                </a:solidFill>
              </a:rPr>
              <a:t>计算机在非数值运算方面的应用</a:t>
            </a:r>
            <a:r>
              <a:rPr lang="zh-CN" altLang="en-US" sz="2000" b="1" dirty="0" smtClean="0">
                <a:solidFill>
                  <a:schemeClr val="tx1"/>
                </a:solidFill>
              </a:rPr>
              <a:t>远超在</a:t>
            </a:r>
            <a:r>
              <a:rPr lang="zh-CN" altLang="en-US" sz="2000" b="1" dirty="0">
                <a:solidFill>
                  <a:schemeClr val="tx1"/>
                </a:solidFill>
              </a:rPr>
              <a:t>数值运算方面的应用</a:t>
            </a:r>
            <a:r>
              <a:rPr lang="zh-CN" altLang="en-US" sz="2000" b="1" dirty="0" smtClean="0">
                <a:solidFill>
                  <a:schemeClr val="tx1"/>
                </a:solidFill>
              </a:rPr>
              <a:t>。</a:t>
            </a:r>
            <a:endParaRPr lang="en-US" altLang="zh-CN" sz="2000" b="1" dirty="0" smtClean="0">
              <a:solidFill>
                <a:schemeClr val="tx1"/>
              </a:solidFill>
            </a:endParaRPr>
          </a:p>
          <a:p>
            <a:pPr algn="just">
              <a:lnSpc>
                <a:spcPct val="150000"/>
              </a:lnSpc>
              <a:spcBef>
                <a:spcPts val="600"/>
              </a:spcBef>
            </a:pPr>
            <a:r>
              <a:rPr lang="zh-CN" altLang="en-US" sz="2000" b="1" dirty="0">
                <a:solidFill>
                  <a:schemeClr val="tx1"/>
                </a:solidFill>
              </a:rPr>
              <a:t>非数值运算的种类繁多，要求各异</a:t>
            </a:r>
            <a:r>
              <a:rPr lang="zh-CN" altLang="en-US" sz="2000" b="1" dirty="0" smtClean="0">
                <a:solidFill>
                  <a:schemeClr val="tx1"/>
                </a:solidFill>
              </a:rPr>
              <a:t>，需要</a:t>
            </a:r>
            <a:r>
              <a:rPr lang="zh-CN" altLang="en-US" sz="2000" b="1" dirty="0">
                <a:solidFill>
                  <a:schemeClr val="tx1"/>
                </a:solidFill>
              </a:rPr>
              <a:t>使用者参考已有的类似</a:t>
            </a:r>
            <a:r>
              <a:rPr lang="zh-CN" altLang="en-US" sz="2000" b="1" dirty="0" smtClean="0">
                <a:solidFill>
                  <a:schemeClr val="tx1"/>
                </a:solidFill>
              </a:rPr>
              <a:t>算法，</a:t>
            </a:r>
            <a:r>
              <a:rPr lang="zh-CN" altLang="en-US" sz="2000" b="1" dirty="0">
                <a:solidFill>
                  <a:schemeClr val="tx1"/>
                </a:solidFill>
              </a:rPr>
              <a:t>重新设计解决特定问题的专门算法。</a:t>
            </a:r>
            <a:endParaRPr lang="zh-CN" altLang="en-US" sz="2000" b="1" dirty="0">
              <a:solidFill>
                <a:schemeClr val="tx1"/>
              </a:solidFil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简单的算法举例</a:t>
            </a:r>
            <a:endParaRPr lang="zh-CN" altLang="en-US" dirty="0"/>
          </a:p>
        </p:txBody>
      </p:sp>
      <p:sp>
        <p:nvSpPr>
          <p:cNvPr id="3" name="内容占位符 2"/>
          <p:cNvSpPr>
            <a:spLocks noGrp="1"/>
          </p:cNvSpPr>
          <p:nvPr>
            <p:ph idx="1"/>
          </p:nvPr>
        </p:nvSpPr>
        <p:spPr>
          <a:xfrm>
            <a:off x="838200" y="1765877"/>
            <a:ext cx="7232374" cy="589584"/>
          </a:xfrm>
        </p:spPr>
        <p:txBody>
          <a:bodyPr>
            <a:normAutofit/>
          </a:bodyPr>
          <a:lstStyle/>
          <a:p>
            <a:pPr marL="0" indent="0">
              <a:lnSpc>
                <a:spcPct val="120000"/>
              </a:lnSpc>
              <a:buNone/>
            </a:pPr>
            <a:r>
              <a:rPr lang="en-US" altLang="zh-CN" sz="2400" dirty="0" smtClean="0">
                <a:solidFill>
                  <a:schemeClr val="accent1"/>
                </a:solidFill>
              </a:rPr>
              <a:t>【</a:t>
            </a:r>
            <a:r>
              <a:rPr lang="zh-CN" altLang="en-US" sz="2400" dirty="0" smtClean="0">
                <a:solidFill>
                  <a:schemeClr val="accent1"/>
                </a:solidFill>
              </a:rPr>
              <a:t>例</a:t>
            </a:r>
            <a:r>
              <a:rPr lang="en-US" altLang="zh-CN" sz="2400" dirty="0" smtClean="0">
                <a:solidFill>
                  <a:schemeClr val="accent1"/>
                </a:solidFill>
              </a:rPr>
              <a:t>2.1】</a:t>
            </a:r>
            <a:r>
              <a:rPr lang="zh-CN" altLang="en-US" sz="2400" dirty="0" smtClean="0">
                <a:solidFill>
                  <a:schemeClr val="accent1"/>
                </a:solidFill>
              </a:rPr>
              <a:t>求</a:t>
            </a:r>
            <a:r>
              <a:rPr lang="en-US" altLang="zh-CN" sz="2400" dirty="0" smtClean="0">
                <a:solidFill>
                  <a:schemeClr val="accent1"/>
                </a:solidFill>
              </a:rPr>
              <a:t>1×2×3×4×5</a:t>
            </a:r>
            <a:endParaRPr lang="en-US" altLang="zh-CN" sz="2400" dirty="0" smtClean="0">
              <a:solidFill>
                <a:schemeClr val="accent1"/>
              </a:solidFill>
            </a:endParaRPr>
          </a:p>
        </p:txBody>
      </p:sp>
      <p:grpSp>
        <p:nvGrpSpPr>
          <p:cNvPr id="14" name="组合 13"/>
          <p:cNvGrpSpPr/>
          <p:nvPr/>
        </p:nvGrpSpPr>
        <p:grpSpPr>
          <a:xfrm>
            <a:off x="838200" y="2570480"/>
            <a:ext cx="4363720" cy="3061335"/>
            <a:chOff x="4030664" y="1795463"/>
            <a:chExt cx="3717925" cy="4121151"/>
          </a:xfrm>
        </p:grpSpPr>
        <p:sp>
          <p:nvSpPr>
            <p:cNvPr id="16" name="MH_Text_1"/>
            <p:cNvSpPr>
              <a:spLocks noChangeAspect="1"/>
            </p:cNvSpPr>
            <p:nvPr>
              <p:custDataLst>
                <p:tags r:id="rId1"/>
              </p:custDataLst>
            </p:nvPr>
          </p:nvSpPr>
          <p:spPr>
            <a:xfrm>
              <a:off x="4030664" y="1916113"/>
              <a:ext cx="3717925" cy="4000501"/>
            </a:xfrm>
            <a:prstGeom prst="roundRect">
              <a:avLst>
                <a:gd name="adj" fmla="val 1429"/>
              </a:avLst>
            </a:prstGeom>
            <a:solidFill>
              <a:srgbClr val="F2F2F2"/>
            </a:solidFill>
            <a:ln w="3175">
              <a:solidFill>
                <a:srgbClr val="D5D5D5"/>
              </a:solidFill>
              <a:prstDash val="solid"/>
            </a:ln>
          </p:spPr>
          <p:style>
            <a:lnRef idx="1">
              <a:schemeClr val="accent6"/>
            </a:lnRef>
            <a:fillRef idx="0">
              <a:schemeClr val="accent6"/>
            </a:fillRef>
            <a:effectRef idx="0">
              <a:schemeClr val="accent6"/>
            </a:effectRef>
            <a:fontRef idx="minor">
              <a:schemeClr val="tx1"/>
            </a:fontRef>
          </p:style>
          <p:txBody>
            <a:bodyPr lIns="288000" tIns="720000" rIns="288000" bIns="360000" anchor="ctr">
              <a:noAutofit/>
            </a:bodyPr>
            <a:lstStyle/>
            <a:p>
              <a:pPr algn="just">
                <a:spcBef>
                  <a:spcPts val="600"/>
                </a:spcBef>
                <a:spcAft>
                  <a:spcPts val="600"/>
                </a:spcAft>
                <a:defRPr/>
              </a:pPr>
              <a:r>
                <a:rPr lang="en-US" altLang="zh-CN" b="1" dirty="0" smtClean="0">
                  <a:solidFill>
                    <a:srgbClr val="454545"/>
                  </a:solidFill>
                </a:rPr>
                <a:t>S1</a:t>
              </a:r>
              <a:r>
                <a:rPr lang="en-US" altLang="zh-CN" b="1" dirty="0">
                  <a:solidFill>
                    <a:srgbClr val="454545"/>
                  </a:solidFill>
                </a:rPr>
                <a:t>: </a:t>
              </a:r>
              <a:r>
                <a:rPr lang="zh-CN" altLang="en-US" b="1" dirty="0">
                  <a:solidFill>
                    <a:srgbClr val="454545"/>
                  </a:solidFill>
                </a:rPr>
                <a:t>先求</a:t>
              </a:r>
              <a:r>
                <a:rPr lang="en-US" altLang="zh-CN" b="1" dirty="0">
                  <a:solidFill>
                    <a:srgbClr val="454545"/>
                  </a:solidFill>
                </a:rPr>
                <a:t>1</a:t>
              </a:r>
              <a:r>
                <a:rPr lang="zh-CN" altLang="en-US" b="1" dirty="0">
                  <a:solidFill>
                    <a:srgbClr val="454545"/>
                  </a:solidFill>
                </a:rPr>
                <a:t>乘以</a:t>
              </a:r>
              <a:r>
                <a:rPr lang="en-US" altLang="zh-CN" b="1" dirty="0">
                  <a:solidFill>
                    <a:srgbClr val="454545"/>
                  </a:solidFill>
                </a:rPr>
                <a:t>2</a:t>
              </a:r>
              <a:r>
                <a:rPr lang="zh-CN" altLang="en-US" b="1" dirty="0">
                  <a:solidFill>
                    <a:srgbClr val="454545"/>
                  </a:solidFill>
                </a:rPr>
                <a:t>，得到结果</a:t>
              </a:r>
              <a:r>
                <a:rPr lang="en-US" altLang="zh-CN" b="1" dirty="0" smtClean="0">
                  <a:solidFill>
                    <a:srgbClr val="454545"/>
                  </a:solidFill>
                </a:rPr>
                <a:t>2</a:t>
              </a:r>
              <a:endParaRPr lang="zh-CN" altLang="en-US" b="1" dirty="0">
                <a:solidFill>
                  <a:srgbClr val="454545"/>
                </a:solidFill>
              </a:endParaRPr>
            </a:p>
            <a:p>
              <a:pPr algn="just">
                <a:spcBef>
                  <a:spcPts val="600"/>
                </a:spcBef>
                <a:spcAft>
                  <a:spcPts val="600"/>
                </a:spcAft>
                <a:defRPr/>
              </a:pPr>
              <a:r>
                <a:rPr lang="en-US" altLang="zh-CN" b="1" dirty="0" smtClean="0">
                  <a:solidFill>
                    <a:srgbClr val="454545"/>
                  </a:solidFill>
                </a:rPr>
                <a:t>S2</a:t>
              </a:r>
              <a:r>
                <a:rPr lang="en-US" altLang="zh-CN" b="1" dirty="0">
                  <a:solidFill>
                    <a:srgbClr val="454545"/>
                  </a:solidFill>
                </a:rPr>
                <a:t>: </a:t>
              </a:r>
              <a:r>
                <a:rPr lang="zh-CN" altLang="en-US" b="1" dirty="0">
                  <a:solidFill>
                    <a:srgbClr val="454545"/>
                  </a:solidFill>
                </a:rPr>
                <a:t>将步骤</a:t>
              </a:r>
              <a:r>
                <a:rPr lang="en-US" altLang="zh-CN" b="1" dirty="0">
                  <a:solidFill>
                    <a:srgbClr val="454545"/>
                  </a:solidFill>
                </a:rPr>
                <a:t>1</a:t>
              </a:r>
              <a:r>
                <a:rPr lang="zh-CN" altLang="en-US" b="1" dirty="0">
                  <a:solidFill>
                    <a:srgbClr val="454545"/>
                  </a:solidFill>
                </a:rPr>
                <a:t>得到的乘积</a:t>
              </a:r>
              <a:r>
                <a:rPr lang="en-US" altLang="zh-CN" b="1" dirty="0">
                  <a:solidFill>
                    <a:srgbClr val="454545"/>
                  </a:solidFill>
                </a:rPr>
                <a:t>2</a:t>
              </a:r>
              <a:r>
                <a:rPr lang="zh-CN" altLang="en-US" b="1" dirty="0">
                  <a:solidFill>
                    <a:srgbClr val="454545"/>
                  </a:solidFill>
                </a:rPr>
                <a:t>再乘以</a:t>
              </a:r>
              <a:r>
                <a:rPr lang="en-US" altLang="zh-CN" b="1" dirty="0">
                  <a:solidFill>
                    <a:srgbClr val="454545"/>
                  </a:solidFill>
                </a:rPr>
                <a:t>3</a:t>
              </a:r>
              <a:r>
                <a:rPr lang="zh-CN" altLang="en-US" b="1" dirty="0">
                  <a:solidFill>
                    <a:srgbClr val="454545"/>
                  </a:solidFill>
                </a:rPr>
                <a:t>，得到结果</a:t>
              </a:r>
              <a:r>
                <a:rPr lang="en-US" altLang="zh-CN" b="1" dirty="0" smtClean="0">
                  <a:solidFill>
                    <a:srgbClr val="454545"/>
                  </a:solidFill>
                </a:rPr>
                <a:t>6</a:t>
              </a:r>
              <a:endParaRPr lang="zh-CN" altLang="en-US" b="1" dirty="0">
                <a:solidFill>
                  <a:srgbClr val="454545"/>
                </a:solidFill>
              </a:endParaRPr>
            </a:p>
            <a:p>
              <a:pPr algn="just">
                <a:spcBef>
                  <a:spcPts val="600"/>
                </a:spcBef>
                <a:spcAft>
                  <a:spcPts val="600"/>
                </a:spcAft>
                <a:defRPr/>
              </a:pPr>
              <a:r>
                <a:rPr lang="en-US" altLang="zh-CN" b="1" dirty="0" smtClean="0">
                  <a:solidFill>
                    <a:srgbClr val="454545"/>
                  </a:solidFill>
                </a:rPr>
                <a:t>S3</a:t>
              </a:r>
              <a:r>
                <a:rPr lang="en-US" altLang="zh-CN" b="1" dirty="0">
                  <a:solidFill>
                    <a:srgbClr val="454545"/>
                  </a:solidFill>
                </a:rPr>
                <a:t>: </a:t>
              </a:r>
              <a:r>
                <a:rPr lang="zh-CN" altLang="en-US" b="1" dirty="0">
                  <a:solidFill>
                    <a:srgbClr val="454545"/>
                  </a:solidFill>
                </a:rPr>
                <a:t>将</a:t>
              </a:r>
              <a:r>
                <a:rPr lang="en-US" altLang="zh-CN" b="1" dirty="0">
                  <a:solidFill>
                    <a:srgbClr val="454545"/>
                  </a:solidFill>
                </a:rPr>
                <a:t>6</a:t>
              </a:r>
              <a:r>
                <a:rPr lang="zh-CN" altLang="en-US" b="1" dirty="0">
                  <a:solidFill>
                    <a:srgbClr val="454545"/>
                  </a:solidFill>
                </a:rPr>
                <a:t>再乘以</a:t>
              </a:r>
              <a:r>
                <a:rPr lang="en-US" altLang="zh-CN" b="1" dirty="0">
                  <a:solidFill>
                    <a:srgbClr val="454545"/>
                  </a:solidFill>
                </a:rPr>
                <a:t>4</a:t>
              </a:r>
              <a:r>
                <a:rPr lang="zh-CN" altLang="en-US" b="1" dirty="0">
                  <a:solidFill>
                    <a:srgbClr val="454545"/>
                  </a:solidFill>
                </a:rPr>
                <a:t>，得</a:t>
              </a:r>
              <a:r>
                <a:rPr lang="en-US" altLang="zh-CN" b="1" dirty="0" smtClean="0">
                  <a:solidFill>
                    <a:srgbClr val="454545"/>
                  </a:solidFill>
                </a:rPr>
                <a:t>24</a:t>
              </a:r>
              <a:endParaRPr lang="zh-CN" altLang="en-US" b="1" dirty="0">
                <a:solidFill>
                  <a:srgbClr val="454545"/>
                </a:solidFill>
              </a:endParaRPr>
            </a:p>
            <a:p>
              <a:pPr algn="just">
                <a:spcBef>
                  <a:spcPts val="600"/>
                </a:spcBef>
                <a:spcAft>
                  <a:spcPts val="600"/>
                </a:spcAft>
                <a:defRPr/>
              </a:pPr>
              <a:r>
                <a:rPr lang="en-US" altLang="zh-CN" b="1" dirty="0" smtClean="0">
                  <a:solidFill>
                    <a:srgbClr val="454545"/>
                  </a:solidFill>
                </a:rPr>
                <a:t>S4</a:t>
              </a:r>
              <a:r>
                <a:rPr lang="en-US" altLang="zh-CN" b="1" dirty="0">
                  <a:solidFill>
                    <a:srgbClr val="454545"/>
                  </a:solidFill>
                </a:rPr>
                <a:t>: </a:t>
              </a:r>
              <a:r>
                <a:rPr lang="zh-CN" altLang="en-US" b="1" dirty="0">
                  <a:solidFill>
                    <a:srgbClr val="454545"/>
                  </a:solidFill>
                </a:rPr>
                <a:t>将</a:t>
              </a:r>
              <a:r>
                <a:rPr lang="en-US" altLang="zh-CN" b="1" dirty="0">
                  <a:solidFill>
                    <a:srgbClr val="454545"/>
                  </a:solidFill>
                </a:rPr>
                <a:t>24</a:t>
              </a:r>
              <a:r>
                <a:rPr lang="zh-CN" altLang="en-US" b="1" dirty="0">
                  <a:solidFill>
                    <a:srgbClr val="454545"/>
                  </a:solidFill>
                </a:rPr>
                <a:t>再乘以</a:t>
              </a:r>
              <a:r>
                <a:rPr lang="en-US" altLang="zh-CN" b="1" dirty="0">
                  <a:solidFill>
                    <a:srgbClr val="454545"/>
                  </a:solidFill>
                </a:rPr>
                <a:t>5</a:t>
              </a:r>
              <a:r>
                <a:rPr lang="zh-CN" altLang="en-US" b="1" dirty="0">
                  <a:solidFill>
                    <a:srgbClr val="454545"/>
                  </a:solidFill>
                </a:rPr>
                <a:t>，得</a:t>
              </a:r>
              <a:r>
                <a:rPr lang="en-US" altLang="zh-CN" b="1" dirty="0" smtClean="0">
                  <a:solidFill>
                    <a:srgbClr val="454545"/>
                  </a:solidFill>
                </a:rPr>
                <a:t>120</a:t>
              </a:r>
              <a:endParaRPr lang="en-US" altLang="zh-CN" b="1" dirty="0" smtClean="0">
                <a:solidFill>
                  <a:srgbClr val="454545"/>
                </a:solidFill>
              </a:endParaRPr>
            </a:p>
          </p:txBody>
        </p:sp>
        <p:sp>
          <p:nvSpPr>
            <p:cNvPr id="19" name="MH_Other_1"/>
            <p:cNvSpPr/>
            <p:nvPr>
              <p:custDataLst>
                <p:tags r:id="rId2"/>
              </p:custDataLst>
            </p:nvPr>
          </p:nvSpPr>
          <p:spPr>
            <a:xfrm>
              <a:off x="4621214" y="1795463"/>
              <a:ext cx="276225" cy="120650"/>
            </a:xfrm>
            <a:custGeom>
              <a:avLst/>
              <a:gdLst>
                <a:gd name="connsiteX0" fmla="*/ 131005 w 311731"/>
                <a:gd name="connsiteY0" fmla="*/ 0 h 121823"/>
                <a:gd name="connsiteX1" fmla="*/ 180725 w 311731"/>
                <a:gd name="connsiteY1" fmla="*/ 0 h 121823"/>
                <a:gd name="connsiteX2" fmla="*/ 205433 w 311731"/>
                <a:gd name="connsiteY2" fmla="*/ 4162 h 121823"/>
                <a:gd name="connsiteX3" fmla="*/ 309453 w 311731"/>
                <a:gd name="connsiteY3" fmla="*/ 109253 h 121823"/>
                <a:gd name="connsiteX4" fmla="*/ 311731 w 311731"/>
                <a:gd name="connsiteY4" fmla="*/ 121823 h 121823"/>
                <a:gd name="connsiteX5" fmla="*/ 0 w 311731"/>
                <a:gd name="connsiteY5" fmla="*/ 121823 h 121823"/>
                <a:gd name="connsiteX6" fmla="*/ 2277 w 311731"/>
                <a:gd name="connsiteY6" fmla="*/ 109253 h 121823"/>
                <a:gd name="connsiteX7" fmla="*/ 106298 w 311731"/>
                <a:gd name="connsiteY7" fmla="*/ 4162 h 121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1731" h="121823">
                  <a:moveTo>
                    <a:pt x="131005" y="0"/>
                  </a:moveTo>
                  <a:lnTo>
                    <a:pt x="180725" y="0"/>
                  </a:lnTo>
                  <a:lnTo>
                    <a:pt x="205433" y="4162"/>
                  </a:lnTo>
                  <a:cubicBezTo>
                    <a:pt x="252408" y="20443"/>
                    <a:pt x="290475" y="59254"/>
                    <a:pt x="309453" y="109253"/>
                  </a:cubicBezTo>
                  <a:lnTo>
                    <a:pt x="311731" y="121823"/>
                  </a:lnTo>
                  <a:lnTo>
                    <a:pt x="0" y="121823"/>
                  </a:lnTo>
                  <a:lnTo>
                    <a:pt x="2277" y="109253"/>
                  </a:lnTo>
                  <a:cubicBezTo>
                    <a:pt x="21256" y="59254"/>
                    <a:pt x="59323" y="20443"/>
                    <a:pt x="106298" y="4162"/>
                  </a:cubicBezTo>
                  <a:close/>
                </a:path>
              </a:pathLst>
            </a:custGeom>
            <a:gradFill>
              <a:gsLst>
                <a:gs pos="0">
                  <a:schemeClr val="accent1">
                    <a:lumMod val="50000"/>
                  </a:schemeClr>
                </a:gs>
                <a:gs pos="49000">
                  <a:schemeClr val="accent1"/>
                </a:gs>
                <a:gs pos="100000">
                  <a:schemeClr val="accent1">
                    <a:lumMod val="5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sz="2400" b="1" dirty="0"/>
            </a:p>
          </p:txBody>
        </p:sp>
        <p:sp>
          <p:nvSpPr>
            <p:cNvPr id="20" name="MH_Other_2"/>
            <p:cNvSpPr/>
            <p:nvPr>
              <p:custDataLst>
                <p:tags r:id="rId3"/>
              </p:custDataLst>
            </p:nvPr>
          </p:nvSpPr>
          <p:spPr>
            <a:xfrm>
              <a:off x="6948489" y="1795463"/>
              <a:ext cx="261937" cy="120650"/>
            </a:xfrm>
            <a:custGeom>
              <a:avLst/>
              <a:gdLst>
                <a:gd name="connsiteX0" fmla="*/ 145370 w 318081"/>
                <a:gd name="connsiteY0" fmla="*/ 0 h 130555"/>
                <a:gd name="connsiteX1" fmla="*/ 172710 w 318081"/>
                <a:gd name="connsiteY1" fmla="*/ 0 h 130555"/>
                <a:gd name="connsiteX2" fmla="*/ 209618 w 318081"/>
                <a:gd name="connsiteY2" fmla="*/ 6428 h 130555"/>
                <a:gd name="connsiteX3" fmla="*/ 315757 w 318081"/>
                <a:gd name="connsiteY3" fmla="*/ 117294 h 130555"/>
                <a:gd name="connsiteX4" fmla="*/ 318081 w 318081"/>
                <a:gd name="connsiteY4" fmla="*/ 130555 h 130555"/>
                <a:gd name="connsiteX5" fmla="*/ 0 w 318081"/>
                <a:gd name="connsiteY5" fmla="*/ 130555 h 130555"/>
                <a:gd name="connsiteX6" fmla="*/ 2324 w 318081"/>
                <a:gd name="connsiteY6" fmla="*/ 117294 h 130555"/>
                <a:gd name="connsiteX7" fmla="*/ 108463 w 318081"/>
                <a:gd name="connsiteY7" fmla="*/ 6428 h 130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8081" h="130555">
                  <a:moveTo>
                    <a:pt x="145370" y="0"/>
                  </a:moveTo>
                  <a:lnTo>
                    <a:pt x="172710" y="0"/>
                  </a:lnTo>
                  <a:lnTo>
                    <a:pt x="209618" y="6428"/>
                  </a:lnTo>
                  <a:cubicBezTo>
                    <a:pt x="257550" y="23604"/>
                    <a:pt x="296392" y="64548"/>
                    <a:pt x="315757" y="117294"/>
                  </a:cubicBezTo>
                  <a:lnTo>
                    <a:pt x="318081" y="130555"/>
                  </a:lnTo>
                  <a:lnTo>
                    <a:pt x="0" y="130555"/>
                  </a:lnTo>
                  <a:lnTo>
                    <a:pt x="2324" y="117294"/>
                  </a:lnTo>
                  <a:cubicBezTo>
                    <a:pt x="21689" y="64548"/>
                    <a:pt x="60531" y="23604"/>
                    <a:pt x="108463" y="6428"/>
                  </a:cubicBezTo>
                  <a:close/>
                </a:path>
              </a:pathLst>
            </a:custGeom>
            <a:gradFill>
              <a:gsLst>
                <a:gs pos="0">
                  <a:schemeClr val="accent1">
                    <a:lumMod val="50000"/>
                  </a:schemeClr>
                </a:gs>
                <a:gs pos="49000">
                  <a:schemeClr val="accent1"/>
                </a:gs>
                <a:gs pos="100000">
                  <a:schemeClr val="accent1">
                    <a:lumMod val="5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sz="2400" b="1" dirty="0"/>
            </a:p>
          </p:txBody>
        </p:sp>
        <p:sp>
          <p:nvSpPr>
            <p:cNvPr id="21" name="MH_SubTitle_1"/>
            <p:cNvSpPr/>
            <p:nvPr>
              <p:custDataLst>
                <p:tags r:id="rId4"/>
              </p:custDataLst>
            </p:nvPr>
          </p:nvSpPr>
          <p:spPr>
            <a:xfrm>
              <a:off x="4760914" y="1795464"/>
              <a:ext cx="2308225" cy="649287"/>
            </a:xfrm>
            <a:custGeom>
              <a:avLst/>
              <a:gdLst>
                <a:gd name="connsiteX0" fmla="*/ 0 w 2600830"/>
                <a:gd name="connsiteY0" fmla="*/ 0 h 649288"/>
                <a:gd name="connsiteX1" fmla="*/ 2600830 w 2600830"/>
                <a:gd name="connsiteY1" fmla="*/ 0 h 649288"/>
                <a:gd name="connsiteX2" fmla="*/ 2520047 w 2600830"/>
                <a:gd name="connsiteY2" fmla="*/ 89402 h 649288"/>
                <a:gd name="connsiteX3" fmla="*/ 1945040 w 2600830"/>
                <a:gd name="connsiteY3" fmla="*/ 646112 h 649288"/>
                <a:gd name="connsiteX4" fmla="*/ 648052 w 2600830"/>
                <a:gd name="connsiteY4" fmla="*/ 649287 h 649288"/>
                <a:gd name="connsiteX5" fmla="*/ 77908 w 2600830"/>
                <a:gd name="connsiteY5" fmla="*/ 84156 h 649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0830" h="649288">
                  <a:moveTo>
                    <a:pt x="0" y="0"/>
                  </a:moveTo>
                  <a:lnTo>
                    <a:pt x="2600830" y="0"/>
                  </a:lnTo>
                  <a:lnTo>
                    <a:pt x="2520047" y="89402"/>
                  </a:lnTo>
                  <a:cubicBezTo>
                    <a:pt x="2351572" y="318525"/>
                    <a:pt x="2323328" y="645186"/>
                    <a:pt x="1945040" y="646112"/>
                  </a:cubicBezTo>
                  <a:lnTo>
                    <a:pt x="648052" y="649287"/>
                  </a:lnTo>
                  <a:cubicBezTo>
                    <a:pt x="269764" y="650213"/>
                    <a:pt x="245977" y="310819"/>
                    <a:pt x="77908" y="84156"/>
                  </a:cubicBezTo>
                  <a:close/>
                </a:path>
              </a:pathLst>
            </a:custGeom>
            <a:gradFill flip="none" rotWithShape="1">
              <a:gsLst>
                <a:gs pos="0">
                  <a:schemeClr val="accent1">
                    <a:lumMod val="60000"/>
                    <a:lumOff val="40000"/>
                  </a:schemeClr>
                </a:gs>
                <a:gs pos="26000">
                  <a:schemeClr val="accent1">
                    <a:lumMod val="40000"/>
                    <a:lumOff val="60000"/>
                  </a:schemeClr>
                </a:gs>
                <a:gs pos="100000">
                  <a:schemeClr val="accent1">
                    <a:lumMod val="60000"/>
                    <a:lumOff val="40000"/>
                  </a:schemeClr>
                </a:gs>
              </a:gsLst>
              <a:lin ang="5400000" scaled="0"/>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algn="ctr">
                <a:defRPr/>
              </a:pPr>
              <a:r>
                <a:rPr lang="zh-CN" altLang="en-US" sz="2800" b="1" dirty="0">
                  <a:solidFill>
                    <a:schemeClr val="accent1">
                      <a:lumMod val="50000"/>
                    </a:schemeClr>
                  </a:solidFill>
                  <a:latin typeface="黑体" panose="02010609060101010101" pitchFamily="49" charset="-122"/>
                  <a:ea typeface="黑体" panose="02010609060101010101" pitchFamily="49" charset="-122"/>
                </a:rPr>
                <a:t>算法</a:t>
              </a:r>
              <a:r>
                <a:rPr lang="zh-CN" altLang="en-US" sz="2800" b="1" dirty="0" smtClean="0">
                  <a:solidFill>
                    <a:schemeClr val="accent1">
                      <a:lumMod val="50000"/>
                    </a:schemeClr>
                  </a:solidFill>
                  <a:latin typeface="黑体" panose="02010609060101010101" pitchFamily="49" charset="-122"/>
                  <a:ea typeface="黑体" panose="02010609060101010101" pitchFamily="49" charset="-122"/>
                </a:rPr>
                <a:t>步骤</a:t>
              </a:r>
              <a:endParaRPr lang="zh-CN" altLang="en-US" sz="2800" b="1" dirty="0" smtClean="0">
                <a:solidFill>
                  <a:schemeClr val="accent1">
                    <a:lumMod val="50000"/>
                  </a:schemeClr>
                </a:solidFill>
                <a:latin typeface="黑体" panose="02010609060101010101" pitchFamily="49" charset="-122"/>
                <a:ea typeface="黑体" panose="02010609060101010101" pitchFamily="49" charset="-122"/>
              </a:endParaRPr>
            </a:p>
          </p:txBody>
        </p:sp>
      </p:grpSp>
      <p:grpSp>
        <p:nvGrpSpPr>
          <p:cNvPr id="22" name="组合 21"/>
          <p:cNvGrpSpPr/>
          <p:nvPr/>
        </p:nvGrpSpPr>
        <p:grpSpPr>
          <a:xfrm>
            <a:off x="6402705" y="2570480"/>
            <a:ext cx="5534660" cy="3392170"/>
            <a:chOff x="4030664" y="1795463"/>
            <a:chExt cx="3717925" cy="4121151"/>
          </a:xfrm>
        </p:grpSpPr>
        <p:sp>
          <p:nvSpPr>
            <p:cNvPr id="23" name="MH_Text_1"/>
            <p:cNvSpPr>
              <a:spLocks noChangeAspect="1"/>
            </p:cNvSpPr>
            <p:nvPr>
              <p:custDataLst>
                <p:tags r:id="rId5"/>
              </p:custDataLst>
            </p:nvPr>
          </p:nvSpPr>
          <p:spPr>
            <a:xfrm>
              <a:off x="4030664" y="1916113"/>
              <a:ext cx="3717925" cy="4000501"/>
            </a:xfrm>
            <a:prstGeom prst="roundRect">
              <a:avLst>
                <a:gd name="adj" fmla="val 1429"/>
              </a:avLst>
            </a:prstGeom>
            <a:solidFill>
              <a:srgbClr val="F2F2F2"/>
            </a:solidFill>
            <a:ln w="3175">
              <a:solidFill>
                <a:srgbClr val="D5D5D5"/>
              </a:solidFill>
              <a:prstDash val="solid"/>
            </a:ln>
          </p:spPr>
          <p:style>
            <a:lnRef idx="1">
              <a:schemeClr val="accent6"/>
            </a:lnRef>
            <a:fillRef idx="0">
              <a:schemeClr val="accent6"/>
            </a:fillRef>
            <a:effectRef idx="0">
              <a:schemeClr val="accent6"/>
            </a:effectRef>
            <a:fontRef idx="minor">
              <a:schemeClr val="tx1"/>
            </a:fontRef>
          </p:style>
          <p:txBody>
            <a:bodyPr lIns="288000" tIns="720000" rIns="288000" bIns="360000" anchor="ctr">
              <a:noAutofit/>
            </a:bodyPr>
            <a:lstStyle/>
            <a:p>
              <a:pPr algn="just">
                <a:spcBef>
                  <a:spcPts val="600"/>
                </a:spcBef>
                <a:spcAft>
                  <a:spcPts val="600"/>
                </a:spcAft>
                <a:defRPr/>
              </a:pPr>
              <a:r>
                <a:rPr lang="en-US" altLang="zh-CN" b="1" dirty="0">
                  <a:solidFill>
                    <a:srgbClr val="454545"/>
                  </a:solidFill>
                </a:rPr>
                <a:t>S1: </a:t>
              </a:r>
              <a:r>
                <a:rPr lang="zh-CN" altLang="en-US" b="1" dirty="0">
                  <a:solidFill>
                    <a:srgbClr val="454545"/>
                  </a:solidFill>
                </a:rPr>
                <a:t>令</a:t>
              </a:r>
              <a:r>
                <a:rPr lang="en-US" altLang="zh-CN" b="1" dirty="0">
                  <a:solidFill>
                    <a:srgbClr val="454545"/>
                  </a:solidFill>
                </a:rPr>
                <a:t>p=1</a:t>
              </a:r>
              <a:r>
                <a:rPr lang="zh-CN" altLang="en-US" b="1" dirty="0">
                  <a:solidFill>
                    <a:srgbClr val="454545"/>
                  </a:solidFill>
                </a:rPr>
                <a:t>，或写成</a:t>
              </a:r>
              <a:r>
                <a:rPr lang="en-US" altLang="zh-CN" b="1" dirty="0" smtClean="0">
                  <a:solidFill>
                    <a:srgbClr val="454545"/>
                  </a:solidFill>
                </a:rPr>
                <a:t>1=&gt;p</a:t>
              </a:r>
              <a:r>
                <a:rPr lang="en-US" altLang="zh-CN" b="1" dirty="0">
                  <a:solidFill>
                    <a:srgbClr val="454545"/>
                  </a:solidFill>
                </a:rPr>
                <a:t>(</a:t>
              </a:r>
              <a:r>
                <a:rPr lang="zh-CN" altLang="en-US" b="1" dirty="0">
                  <a:solidFill>
                    <a:srgbClr val="454545"/>
                  </a:solidFill>
                </a:rPr>
                <a:t>表示将</a:t>
              </a:r>
              <a:r>
                <a:rPr lang="en-US" altLang="zh-CN" b="1" dirty="0">
                  <a:solidFill>
                    <a:srgbClr val="454545"/>
                  </a:solidFill>
                </a:rPr>
                <a:t>1</a:t>
              </a:r>
              <a:r>
                <a:rPr lang="zh-CN" altLang="en-US" b="1" dirty="0">
                  <a:solidFill>
                    <a:srgbClr val="454545"/>
                  </a:solidFill>
                </a:rPr>
                <a:t>存放在变量</a:t>
              </a:r>
              <a:r>
                <a:rPr lang="en-US" altLang="zh-CN" b="1" dirty="0">
                  <a:solidFill>
                    <a:srgbClr val="454545"/>
                  </a:solidFill>
                </a:rPr>
                <a:t>p</a:t>
              </a:r>
              <a:r>
                <a:rPr lang="zh-CN" altLang="en-US" b="1" dirty="0">
                  <a:solidFill>
                    <a:srgbClr val="454545"/>
                  </a:solidFill>
                </a:rPr>
                <a:t>中</a:t>
              </a:r>
              <a:r>
                <a:rPr lang="en-US" altLang="zh-CN" b="1" dirty="0">
                  <a:solidFill>
                    <a:srgbClr val="454545"/>
                  </a:solidFill>
                </a:rPr>
                <a:t>)</a:t>
              </a:r>
              <a:endParaRPr lang="en-US" altLang="zh-CN" b="1" dirty="0">
                <a:solidFill>
                  <a:srgbClr val="454545"/>
                </a:solidFill>
              </a:endParaRPr>
            </a:p>
            <a:p>
              <a:pPr algn="just">
                <a:spcBef>
                  <a:spcPts val="600"/>
                </a:spcBef>
                <a:spcAft>
                  <a:spcPts val="600"/>
                </a:spcAft>
                <a:defRPr/>
              </a:pPr>
              <a:r>
                <a:rPr lang="en-US" altLang="zh-CN" b="1" dirty="0" smtClean="0">
                  <a:solidFill>
                    <a:srgbClr val="454545"/>
                  </a:solidFill>
                </a:rPr>
                <a:t>S2</a:t>
              </a:r>
              <a:r>
                <a:rPr lang="en-US" altLang="zh-CN" b="1" dirty="0">
                  <a:solidFill>
                    <a:srgbClr val="454545"/>
                  </a:solidFill>
                </a:rPr>
                <a:t>: </a:t>
              </a:r>
              <a:r>
                <a:rPr lang="zh-CN" altLang="en-US" b="1" dirty="0">
                  <a:solidFill>
                    <a:srgbClr val="454545"/>
                  </a:solidFill>
                </a:rPr>
                <a:t>令</a:t>
              </a:r>
              <a:r>
                <a:rPr lang="en-US" altLang="zh-CN" b="1" dirty="0" err="1">
                  <a:solidFill>
                    <a:srgbClr val="454545"/>
                  </a:solidFill>
                </a:rPr>
                <a:t>i</a:t>
              </a:r>
              <a:r>
                <a:rPr lang="en-US" altLang="zh-CN" b="1" dirty="0">
                  <a:solidFill>
                    <a:srgbClr val="454545"/>
                  </a:solidFill>
                </a:rPr>
                <a:t>=2</a:t>
              </a:r>
              <a:r>
                <a:rPr lang="zh-CN" altLang="en-US" b="1" dirty="0">
                  <a:solidFill>
                    <a:srgbClr val="454545"/>
                  </a:solidFill>
                </a:rPr>
                <a:t>，或写成</a:t>
              </a:r>
              <a:r>
                <a:rPr lang="en-US" altLang="zh-CN" b="1" dirty="0" smtClean="0">
                  <a:solidFill>
                    <a:srgbClr val="454545"/>
                  </a:solidFill>
                </a:rPr>
                <a:t>2=&gt;</a:t>
              </a:r>
              <a:r>
                <a:rPr lang="en-US" altLang="zh-CN" b="1" dirty="0" err="1" smtClean="0">
                  <a:solidFill>
                    <a:srgbClr val="454545"/>
                  </a:solidFill>
                </a:rPr>
                <a:t>i</a:t>
              </a:r>
              <a:r>
                <a:rPr lang="en-US" altLang="zh-CN" b="1" dirty="0">
                  <a:solidFill>
                    <a:srgbClr val="454545"/>
                  </a:solidFill>
                </a:rPr>
                <a:t>(</a:t>
              </a:r>
              <a:r>
                <a:rPr lang="zh-CN" altLang="en-US" b="1" dirty="0">
                  <a:solidFill>
                    <a:srgbClr val="454545"/>
                  </a:solidFill>
                </a:rPr>
                <a:t>表示将</a:t>
              </a:r>
              <a:r>
                <a:rPr lang="en-US" altLang="zh-CN" b="1" dirty="0">
                  <a:solidFill>
                    <a:srgbClr val="454545"/>
                  </a:solidFill>
                </a:rPr>
                <a:t>2</a:t>
              </a:r>
              <a:r>
                <a:rPr lang="zh-CN" altLang="en-US" b="1" dirty="0">
                  <a:solidFill>
                    <a:srgbClr val="454545"/>
                  </a:solidFill>
                </a:rPr>
                <a:t>存放在变量</a:t>
              </a:r>
              <a:r>
                <a:rPr lang="en-US" altLang="zh-CN" b="1" dirty="0" err="1">
                  <a:solidFill>
                    <a:srgbClr val="454545"/>
                  </a:solidFill>
                </a:rPr>
                <a:t>i</a:t>
              </a:r>
              <a:r>
                <a:rPr lang="zh-CN" altLang="en-US" b="1" dirty="0">
                  <a:solidFill>
                    <a:srgbClr val="454545"/>
                  </a:solidFill>
                </a:rPr>
                <a:t>中</a:t>
              </a:r>
              <a:r>
                <a:rPr lang="en-US" altLang="zh-CN" b="1" dirty="0">
                  <a:solidFill>
                    <a:srgbClr val="454545"/>
                  </a:solidFill>
                </a:rPr>
                <a:t>)</a:t>
              </a:r>
              <a:endParaRPr lang="en-US" altLang="zh-CN" b="1" dirty="0">
                <a:solidFill>
                  <a:srgbClr val="454545"/>
                </a:solidFill>
              </a:endParaRPr>
            </a:p>
            <a:p>
              <a:pPr algn="just">
                <a:spcBef>
                  <a:spcPts val="600"/>
                </a:spcBef>
                <a:spcAft>
                  <a:spcPts val="600"/>
                </a:spcAft>
                <a:defRPr/>
              </a:pPr>
              <a:r>
                <a:rPr lang="en-US" altLang="zh-CN" b="1" dirty="0" smtClean="0">
                  <a:solidFill>
                    <a:srgbClr val="454545"/>
                  </a:solidFill>
                </a:rPr>
                <a:t>S3</a:t>
              </a:r>
              <a:r>
                <a:rPr lang="en-US" altLang="zh-CN" b="1" dirty="0">
                  <a:solidFill>
                    <a:srgbClr val="454545"/>
                  </a:solidFill>
                </a:rPr>
                <a:t>: </a:t>
              </a:r>
              <a:r>
                <a:rPr lang="zh-CN" altLang="en-US" b="1" dirty="0">
                  <a:solidFill>
                    <a:srgbClr val="454545"/>
                  </a:solidFill>
                </a:rPr>
                <a:t>使</a:t>
              </a:r>
              <a:r>
                <a:rPr lang="en-US" altLang="zh-CN" b="1" dirty="0">
                  <a:solidFill>
                    <a:srgbClr val="454545"/>
                  </a:solidFill>
                </a:rPr>
                <a:t>p</a:t>
              </a:r>
              <a:r>
                <a:rPr lang="zh-CN" altLang="en-US" b="1" dirty="0">
                  <a:solidFill>
                    <a:srgbClr val="454545"/>
                  </a:solidFill>
                </a:rPr>
                <a:t>与</a:t>
              </a:r>
              <a:r>
                <a:rPr lang="en-US" altLang="zh-CN" b="1" dirty="0" err="1">
                  <a:solidFill>
                    <a:srgbClr val="454545"/>
                  </a:solidFill>
                </a:rPr>
                <a:t>i</a:t>
              </a:r>
              <a:r>
                <a:rPr lang="zh-CN" altLang="en-US" b="1" dirty="0">
                  <a:solidFill>
                    <a:srgbClr val="454545"/>
                  </a:solidFill>
                </a:rPr>
                <a:t>相乘，乘积仍放在变量</a:t>
              </a:r>
              <a:r>
                <a:rPr lang="en-US" altLang="zh-CN" b="1" dirty="0">
                  <a:solidFill>
                    <a:srgbClr val="454545"/>
                  </a:solidFill>
                </a:rPr>
                <a:t>p</a:t>
              </a:r>
              <a:r>
                <a:rPr lang="zh-CN" altLang="en-US" b="1" dirty="0">
                  <a:solidFill>
                    <a:srgbClr val="454545"/>
                  </a:solidFill>
                </a:rPr>
                <a:t>中，可表示为</a:t>
              </a:r>
              <a:r>
                <a:rPr lang="en-US" altLang="zh-CN" b="1" dirty="0">
                  <a:solidFill>
                    <a:srgbClr val="454545"/>
                  </a:solidFill>
                </a:rPr>
                <a:t>: </a:t>
              </a:r>
              <a:r>
                <a:rPr lang="en-US" altLang="zh-CN" b="1" dirty="0" smtClean="0">
                  <a:solidFill>
                    <a:srgbClr val="454545"/>
                  </a:solidFill>
                </a:rPr>
                <a:t>p*</a:t>
              </a:r>
              <a:r>
                <a:rPr lang="en-US" altLang="zh-CN" b="1" dirty="0" err="1" smtClean="0">
                  <a:solidFill>
                    <a:srgbClr val="454545"/>
                  </a:solidFill>
                </a:rPr>
                <a:t>i</a:t>
              </a:r>
              <a:r>
                <a:rPr lang="en-US" altLang="zh-CN" b="1" dirty="0" smtClean="0">
                  <a:solidFill>
                    <a:srgbClr val="454545"/>
                  </a:solidFill>
                </a:rPr>
                <a:t>=&gt;p</a:t>
              </a:r>
              <a:endParaRPr lang="en-US" altLang="zh-CN" b="1" dirty="0">
                <a:solidFill>
                  <a:srgbClr val="454545"/>
                </a:solidFill>
              </a:endParaRPr>
            </a:p>
            <a:p>
              <a:pPr algn="just">
                <a:spcBef>
                  <a:spcPts val="600"/>
                </a:spcBef>
                <a:spcAft>
                  <a:spcPts val="600"/>
                </a:spcAft>
                <a:defRPr/>
              </a:pPr>
              <a:r>
                <a:rPr lang="en-US" altLang="zh-CN" b="1" dirty="0" smtClean="0">
                  <a:solidFill>
                    <a:srgbClr val="454545"/>
                  </a:solidFill>
                </a:rPr>
                <a:t>S4</a:t>
              </a:r>
              <a:r>
                <a:rPr lang="en-US" altLang="zh-CN" b="1" dirty="0">
                  <a:solidFill>
                    <a:srgbClr val="454545"/>
                  </a:solidFill>
                </a:rPr>
                <a:t>: </a:t>
              </a:r>
              <a:r>
                <a:rPr lang="zh-CN" altLang="en-US" b="1" dirty="0">
                  <a:solidFill>
                    <a:srgbClr val="454545"/>
                  </a:solidFill>
                </a:rPr>
                <a:t>使</a:t>
              </a:r>
              <a:r>
                <a:rPr lang="en-US" altLang="zh-CN" b="1" dirty="0" err="1">
                  <a:solidFill>
                    <a:srgbClr val="454545"/>
                  </a:solidFill>
                </a:rPr>
                <a:t>i</a:t>
              </a:r>
              <a:r>
                <a:rPr lang="zh-CN" altLang="en-US" b="1" dirty="0">
                  <a:solidFill>
                    <a:srgbClr val="454545"/>
                  </a:solidFill>
                </a:rPr>
                <a:t>的值加</a:t>
              </a:r>
              <a:r>
                <a:rPr lang="en-US" altLang="zh-CN" b="1" dirty="0">
                  <a:solidFill>
                    <a:srgbClr val="454545"/>
                  </a:solidFill>
                </a:rPr>
                <a:t>1</a:t>
              </a:r>
              <a:r>
                <a:rPr lang="zh-CN" altLang="en-US" b="1" dirty="0">
                  <a:solidFill>
                    <a:srgbClr val="454545"/>
                  </a:solidFill>
                </a:rPr>
                <a:t>，即</a:t>
              </a:r>
              <a:r>
                <a:rPr lang="en-US" altLang="zh-CN" b="1" dirty="0" smtClean="0">
                  <a:solidFill>
                    <a:srgbClr val="454545"/>
                  </a:solidFill>
                </a:rPr>
                <a:t>i+1=&gt;</a:t>
              </a:r>
              <a:r>
                <a:rPr lang="en-US" altLang="zh-CN" b="1" dirty="0" err="1" smtClean="0">
                  <a:solidFill>
                    <a:srgbClr val="454545"/>
                  </a:solidFill>
                </a:rPr>
                <a:t>i</a:t>
              </a:r>
              <a:endParaRPr lang="en-US" altLang="zh-CN" b="1" dirty="0">
                <a:solidFill>
                  <a:srgbClr val="454545"/>
                </a:solidFill>
              </a:endParaRPr>
            </a:p>
            <a:p>
              <a:pPr algn="just">
                <a:spcBef>
                  <a:spcPts val="600"/>
                </a:spcBef>
                <a:spcAft>
                  <a:spcPts val="600"/>
                </a:spcAft>
                <a:defRPr/>
              </a:pPr>
              <a:r>
                <a:rPr lang="en-US" altLang="zh-CN" b="1" dirty="0" smtClean="0">
                  <a:solidFill>
                    <a:srgbClr val="454545"/>
                  </a:solidFill>
                </a:rPr>
                <a:t>S5</a:t>
              </a:r>
              <a:r>
                <a:rPr lang="en-US" altLang="zh-CN" b="1" dirty="0">
                  <a:solidFill>
                    <a:srgbClr val="454545"/>
                  </a:solidFill>
                </a:rPr>
                <a:t>: </a:t>
              </a:r>
              <a:r>
                <a:rPr lang="zh-CN" altLang="en-US" b="1" dirty="0">
                  <a:solidFill>
                    <a:srgbClr val="454545"/>
                  </a:solidFill>
                </a:rPr>
                <a:t>如果</a:t>
              </a:r>
              <a:r>
                <a:rPr lang="en-US" altLang="zh-CN" b="1" dirty="0" err="1">
                  <a:solidFill>
                    <a:srgbClr val="454545"/>
                  </a:solidFill>
                </a:rPr>
                <a:t>i</a:t>
              </a:r>
              <a:r>
                <a:rPr lang="zh-CN" altLang="en-US" b="1" dirty="0">
                  <a:solidFill>
                    <a:srgbClr val="454545"/>
                  </a:solidFill>
                </a:rPr>
                <a:t>不大于</a:t>
              </a:r>
              <a:r>
                <a:rPr lang="en-US" altLang="zh-CN" b="1" dirty="0">
                  <a:solidFill>
                    <a:srgbClr val="454545"/>
                  </a:solidFill>
                </a:rPr>
                <a:t>5</a:t>
              </a:r>
              <a:r>
                <a:rPr lang="zh-CN" altLang="en-US" b="1" dirty="0">
                  <a:solidFill>
                    <a:srgbClr val="454545"/>
                  </a:solidFill>
                </a:rPr>
                <a:t>，返回重新执行</a:t>
              </a:r>
              <a:r>
                <a:rPr lang="en-US" altLang="zh-CN" b="1" dirty="0">
                  <a:solidFill>
                    <a:srgbClr val="454545"/>
                  </a:solidFill>
                </a:rPr>
                <a:t>S3</a:t>
              </a:r>
              <a:r>
                <a:rPr lang="zh-CN" altLang="en-US" b="1" dirty="0">
                  <a:solidFill>
                    <a:srgbClr val="454545"/>
                  </a:solidFill>
                </a:rPr>
                <a:t>及其后的步骤</a:t>
              </a:r>
              <a:r>
                <a:rPr lang="en-US" altLang="zh-CN" b="1" dirty="0">
                  <a:solidFill>
                    <a:srgbClr val="454545"/>
                  </a:solidFill>
                </a:rPr>
                <a:t>S4</a:t>
              </a:r>
              <a:r>
                <a:rPr lang="zh-CN" altLang="en-US" b="1" dirty="0">
                  <a:solidFill>
                    <a:srgbClr val="454545"/>
                  </a:solidFill>
                </a:rPr>
                <a:t>和</a:t>
              </a:r>
              <a:r>
                <a:rPr lang="en-US" altLang="zh-CN" b="1" dirty="0">
                  <a:solidFill>
                    <a:srgbClr val="454545"/>
                  </a:solidFill>
                </a:rPr>
                <a:t>S5</a:t>
              </a:r>
              <a:r>
                <a:rPr lang="zh-CN" altLang="en-US" b="1" dirty="0">
                  <a:solidFill>
                    <a:srgbClr val="454545"/>
                  </a:solidFill>
                </a:rPr>
                <a:t>；否则，算法结束。最后得到</a:t>
              </a:r>
              <a:r>
                <a:rPr lang="en-US" altLang="zh-CN" b="1" dirty="0">
                  <a:solidFill>
                    <a:srgbClr val="454545"/>
                  </a:solidFill>
                </a:rPr>
                <a:t>p</a:t>
              </a:r>
              <a:r>
                <a:rPr lang="zh-CN" altLang="en-US" b="1" dirty="0">
                  <a:solidFill>
                    <a:srgbClr val="454545"/>
                  </a:solidFill>
                </a:rPr>
                <a:t>的值就是</a:t>
              </a:r>
              <a:r>
                <a:rPr lang="en-US" altLang="zh-CN" b="1" dirty="0">
                  <a:solidFill>
                    <a:srgbClr val="454545"/>
                  </a:solidFill>
                </a:rPr>
                <a:t>5!</a:t>
              </a:r>
              <a:r>
                <a:rPr lang="zh-CN" altLang="en-US" b="1" dirty="0">
                  <a:solidFill>
                    <a:srgbClr val="454545"/>
                  </a:solidFill>
                </a:rPr>
                <a:t>的值。</a:t>
              </a:r>
              <a:endParaRPr lang="zh-CN" altLang="en-US" b="1" dirty="0">
                <a:solidFill>
                  <a:srgbClr val="454545"/>
                </a:solidFill>
              </a:endParaRPr>
            </a:p>
          </p:txBody>
        </p:sp>
        <p:sp>
          <p:nvSpPr>
            <p:cNvPr id="24" name="MH_Other_1"/>
            <p:cNvSpPr/>
            <p:nvPr>
              <p:custDataLst>
                <p:tags r:id="rId6"/>
              </p:custDataLst>
            </p:nvPr>
          </p:nvSpPr>
          <p:spPr>
            <a:xfrm>
              <a:off x="4621214" y="1795463"/>
              <a:ext cx="276225" cy="120650"/>
            </a:xfrm>
            <a:custGeom>
              <a:avLst/>
              <a:gdLst>
                <a:gd name="connsiteX0" fmla="*/ 131005 w 311731"/>
                <a:gd name="connsiteY0" fmla="*/ 0 h 121823"/>
                <a:gd name="connsiteX1" fmla="*/ 180725 w 311731"/>
                <a:gd name="connsiteY1" fmla="*/ 0 h 121823"/>
                <a:gd name="connsiteX2" fmla="*/ 205433 w 311731"/>
                <a:gd name="connsiteY2" fmla="*/ 4162 h 121823"/>
                <a:gd name="connsiteX3" fmla="*/ 309453 w 311731"/>
                <a:gd name="connsiteY3" fmla="*/ 109253 h 121823"/>
                <a:gd name="connsiteX4" fmla="*/ 311731 w 311731"/>
                <a:gd name="connsiteY4" fmla="*/ 121823 h 121823"/>
                <a:gd name="connsiteX5" fmla="*/ 0 w 311731"/>
                <a:gd name="connsiteY5" fmla="*/ 121823 h 121823"/>
                <a:gd name="connsiteX6" fmla="*/ 2277 w 311731"/>
                <a:gd name="connsiteY6" fmla="*/ 109253 h 121823"/>
                <a:gd name="connsiteX7" fmla="*/ 106298 w 311731"/>
                <a:gd name="connsiteY7" fmla="*/ 4162 h 121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1731" h="121823">
                  <a:moveTo>
                    <a:pt x="131005" y="0"/>
                  </a:moveTo>
                  <a:lnTo>
                    <a:pt x="180725" y="0"/>
                  </a:lnTo>
                  <a:lnTo>
                    <a:pt x="205433" y="4162"/>
                  </a:lnTo>
                  <a:cubicBezTo>
                    <a:pt x="252408" y="20443"/>
                    <a:pt x="290475" y="59254"/>
                    <a:pt x="309453" y="109253"/>
                  </a:cubicBezTo>
                  <a:lnTo>
                    <a:pt x="311731" y="121823"/>
                  </a:lnTo>
                  <a:lnTo>
                    <a:pt x="0" y="121823"/>
                  </a:lnTo>
                  <a:lnTo>
                    <a:pt x="2277" y="109253"/>
                  </a:lnTo>
                  <a:cubicBezTo>
                    <a:pt x="21256" y="59254"/>
                    <a:pt x="59323" y="20443"/>
                    <a:pt x="106298" y="4162"/>
                  </a:cubicBezTo>
                  <a:close/>
                </a:path>
              </a:pathLst>
            </a:custGeom>
            <a:gradFill>
              <a:gsLst>
                <a:gs pos="0">
                  <a:schemeClr val="accent1">
                    <a:lumMod val="50000"/>
                  </a:schemeClr>
                </a:gs>
                <a:gs pos="49000">
                  <a:schemeClr val="accent1"/>
                </a:gs>
                <a:gs pos="100000">
                  <a:schemeClr val="accent1">
                    <a:lumMod val="5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sz="2000" dirty="0"/>
            </a:p>
          </p:txBody>
        </p:sp>
        <p:sp>
          <p:nvSpPr>
            <p:cNvPr id="25" name="MH_Other_2"/>
            <p:cNvSpPr/>
            <p:nvPr>
              <p:custDataLst>
                <p:tags r:id="rId7"/>
              </p:custDataLst>
            </p:nvPr>
          </p:nvSpPr>
          <p:spPr>
            <a:xfrm>
              <a:off x="6948489" y="1795463"/>
              <a:ext cx="261937" cy="120650"/>
            </a:xfrm>
            <a:custGeom>
              <a:avLst/>
              <a:gdLst>
                <a:gd name="connsiteX0" fmla="*/ 145370 w 318081"/>
                <a:gd name="connsiteY0" fmla="*/ 0 h 130555"/>
                <a:gd name="connsiteX1" fmla="*/ 172710 w 318081"/>
                <a:gd name="connsiteY1" fmla="*/ 0 h 130555"/>
                <a:gd name="connsiteX2" fmla="*/ 209618 w 318081"/>
                <a:gd name="connsiteY2" fmla="*/ 6428 h 130555"/>
                <a:gd name="connsiteX3" fmla="*/ 315757 w 318081"/>
                <a:gd name="connsiteY3" fmla="*/ 117294 h 130555"/>
                <a:gd name="connsiteX4" fmla="*/ 318081 w 318081"/>
                <a:gd name="connsiteY4" fmla="*/ 130555 h 130555"/>
                <a:gd name="connsiteX5" fmla="*/ 0 w 318081"/>
                <a:gd name="connsiteY5" fmla="*/ 130555 h 130555"/>
                <a:gd name="connsiteX6" fmla="*/ 2324 w 318081"/>
                <a:gd name="connsiteY6" fmla="*/ 117294 h 130555"/>
                <a:gd name="connsiteX7" fmla="*/ 108463 w 318081"/>
                <a:gd name="connsiteY7" fmla="*/ 6428 h 130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8081" h="130555">
                  <a:moveTo>
                    <a:pt x="145370" y="0"/>
                  </a:moveTo>
                  <a:lnTo>
                    <a:pt x="172710" y="0"/>
                  </a:lnTo>
                  <a:lnTo>
                    <a:pt x="209618" y="6428"/>
                  </a:lnTo>
                  <a:cubicBezTo>
                    <a:pt x="257550" y="23604"/>
                    <a:pt x="296392" y="64548"/>
                    <a:pt x="315757" y="117294"/>
                  </a:cubicBezTo>
                  <a:lnTo>
                    <a:pt x="318081" y="130555"/>
                  </a:lnTo>
                  <a:lnTo>
                    <a:pt x="0" y="130555"/>
                  </a:lnTo>
                  <a:lnTo>
                    <a:pt x="2324" y="117294"/>
                  </a:lnTo>
                  <a:cubicBezTo>
                    <a:pt x="21689" y="64548"/>
                    <a:pt x="60531" y="23604"/>
                    <a:pt x="108463" y="6428"/>
                  </a:cubicBezTo>
                  <a:close/>
                </a:path>
              </a:pathLst>
            </a:custGeom>
            <a:gradFill>
              <a:gsLst>
                <a:gs pos="0">
                  <a:schemeClr val="accent1">
                    <a:lumMod val="50000"/>
                  </a:schemeClr>
                </a:gs>
                <a:gs pos="49000">
                  <a:schemeClr val="accent1"/>
                </a:gs>
                <a:gs pos="100000">
                  <a:schemeClr val="accent1">
                    <a:lumMod val="5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sz="2000" dirty="0"/>
            </a:p>
          </p:txBody>
        </p:sp>
        <p:sp>
          <p:nvSpPr>
            <p:cNvPr id="26" name="MH_SubTitle_1"/>
            <p:cNvSpPr/>
            <p:nvPr>
              <p:custDataLst>
                <p:tags r:id="rId8"/>
              </p:custDataLst>
            </p:nvPr>
          </p:nvSpPr>
          <p:spPr>
            <a:xfrm>
              <a:off x="4760914" y="1795464"/>
              <a:ext cx="2308225" cy="649287"/>
            </a:xfrm>
            <a:custGeom>
              <a:avLst/>
              <a:gdLst>
                <a:gd name="connsiteX0" fmla="*/ 0 w 2600830"/>
                <a:gd name="connsiteY0" fmla="*/ 0 h 649288"/>
                <a:gd name="connsiteX1" fmla="*/ 2600830 w 2600830"/>
                <a:gd name="connsiteY1" fmla="*/ 0 h 649288"/>
                <a:gd name="connsiteX2" fmla="*/ 2520047 w 2600830"/>
                <a:gd name="connsiteY2" fmla="*/ 89402 h 649288"/>
                <a:gd name="connsiteX3" fmla="*/ 1945040 w 2600830"/>
                <a:gd name="connsiteY3" fmla="*/ 646112 h 649288"/>
                <a:gd name="connsiteX4" fmla="*/ 648052 w 2600830"/>
                <a:gd name="connsiteY4" fmla="*/ 649287 h 649288"/>
                <a:gd name="connsiteX5" fmla="*/ 77908 w 2600830"/>
                <a:gd name="connsiteY5" fmla="*/ 84156 h 649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0830" h="649288">
                  <a:moveTo>
                    <a:pt x="0" y="0"/>
                  </a:moveTo>
                  <a:lnTo>
                    <a:pt x="2600830" y="0"/>
                  </a:lnTo>
                  <a:lnTo>
                    <a:pt x="2520047" y="89402"/>
                  </a:lnTo>
                  <a:cubicBezTo>
                    <a:pt x="2351572" y="318525"/>
                    <a:pt x="2323328" y="645186"/>
                    <a:pt x="1945040" y="646112"/>
                  </a:cubicBezTo>
                  <a:lnTo>
                    <a:pt x="648052" y="649287"/>
                  </a:lnTo>
                  <a:cubicBezTo>
                    <a:pt x="269764" y="650213"/>
                    <a:pt x="245977" y="310819"/>
                    <a:pt x="77908" y="84156"/>
                  </a:cubicBezTo>
                  <a:close/>
                </a:path>
              </a:pathLst>
            </a:custGeom>
            <a:gradFill flip="none" rotWithShape="1">
              <a:gsLst>
                <a:gs pos="0">
                  <a:schemeClr val="accent1">
                    <a:lumMod val="60000"/>
                    <a:lumOff val="40000"/>
                  </a:schemeClr>
                </a:gs>
                <a:gs pos="26000">
                  <a:schemeClr val="accent1">
                    <a:lumMod val="40000"/>
                    <a:lumOff val="60000"/>
                  </a:schemeClr>
                </a:gs>
                <a:gs pos="100000">
                  <a:schemeClr val="accent1">
                    <a:lumMod val="60000"/>
                    <a:lumOff val="40000"/>
                  </a:schemeClr>
                </a:gs>
              </a:gsLst>
              <a:lin ang="5400000" scaled="0"/>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defRPr/>
              </a:pPr>
              <a:r>
                <a:rPr lang="zh-CN" altLang="en-US" sz="2400" b="1" dirty="0">
                  <a:solidFill>
                    <a:schemeClr val="accent1">
                      <a:lumMod val="50000"/>
                    </a:schemeClr>
                  </a:solidFill>
                  <a:latin typeface="黑体" panose="02010609060101010101" pitchFamily="49" charset="-122"/>
                  <a:ea typeface="黑体" panose="02010609060101010101" pitchFamily="49" charset="-122"/>
                </a:rPr>
                <a:t>算法</a:t>
              </a:r>
              <a:r>
                <a:rPr lang="zh-CN" altLang="en-US" sz="2400" b="1" dirty="0" smtClean="0">
                  <a:solidFill>
                    <a:schemeClr val="accent1">
                      <a:lumMod val="50000"/>
                    </a:schemeClr>
                  </a:solidFill>
                  <a:latin typeface="黑体" panose="02010609060101010101" pitchFamily="49" charset="-122"/>
                  <a:ea typeface="黑体" panose="02010609060101010101" pitchFamily="49" charset="-122"/>
                </a:rPr>
                <a:t>步骤</a:t>
              </a:r>
              <a:endParaRPr lang="zh-CN" altLang="en-US" sz="2400" b="1" dirty="0" smtClean="0">
                <a:solidFill>
                  <a:schemeClr val="accent1">
                    <a:lumMod val="50000"/>
                  </a:schemeClr>
                </a:solidFill>
                <a:latin typeface="黑体" panose="02010609060101010101" pitchFamily="49" charset="-122"/>
                <a:ea typeface="黑体" panose="02010609060101010101" pitchFamily="49" charset="-122"/>
              </a:endParaRPr>
            </a:p>
          </p:txBody>
        </p:sp>
      </p:grpSp>
      <p:sp>
        <p:nvSpPr>
          <p:cNvPr id="6" name="右箭头 5"/>
          <p:cNvSpPr/>
          <p:nvPr/>
        </p:nvSpPr>
        <p:spPr>
          <a:xfrm>
            <a:off x="5484961" y="3943396"/>
            <a:ext cx="724619" cy="405441"/>
          </a:xfrm>
          <a:prstGeom prst="rightArrow">
            <a:avLst/>
          </a:prstGeom>
        </p:spPr>
        <p:style>
          <a:lnRef idx="0">
            <a:schemeClr val="accent4"/>
          </a:lnRef>
          <a:fillRef idx="3">
            <a:schemeClr val="accent4"/>
          </a:fillRef>
          <a:effectRef idx="3">
            <a:schemeClr val="accent4"/>
          </a:effectRef>
          <a:fontRef idx="minor">
            <a:schemeClr val="lt1"/>
          </a:fontRef>
        </p:style>
        <p:txBody>
          <a:bodyPr rtlCol="0" anchor="ctr"/>
          <a:lstStyle/>
          <a:p>
            <a:pPr algn="ctr"/>
            <a:endParaRPr lang="zh-CN" altLang="en-US"/>
          </a:p>
        </p:txBody>
      </p:sp>
      <p:sp>
        <p:nvSpPr>
          <p:cNvPr id="10" name="文本框 9"/>
          <p:cNvSpPr txBox="1"/>
          <p:nvPr/>
        </p:nvSpPr>
        <p:spPr>
          <a:xfrm>
            <a:off x="6492815" y="1761348"/>
            <a:ext cx="4471359" cy="369332"/>
          </a:xfrm>
          <a:prstGeom prst="rect">
            <a:avLst/>
          </a:prstGeom>
          <a:noFill/>
          <a:effectLst>
            <a:outerShdw blurRad="50800" dist="38100" dir="2700000" algn="tl" rotWithShape="0">
              <a:prstClr val="black">
                <a:alpha val="40000"/>
              </a:prstClr>
            </a:outerShdw>
          </a:effectLst>
        </p:spPr>
        <p:txBody>
          <a:bodyPr wrap="square" rtlCol="0">
            <a:spAutoFit/>
          </a:bodyPr>
          <a:lstStyle/>
          <a:p>
            <a:r>
              <a:rPr lang="zh-CN" altLang="en-US" dirty="0"/>
              <a:t>若题目改为</a:t>
            </a:r>
            <a:r>
              <a:rPr lang="en-US" altLang="zh-CN" dirty="0"/>
              <a:t>: </a:t>
            </a:r>
            <a:r>
              <a:rPr lang="zh-CN" altLang="en-US" dirty="0"/>
              <a:t>求</a:t>
            </a:r>
            <a:r>
              <a:rPr lang="en-US" altLang="zh-CN" dirty="0"/>
              <a:t>1×3×5×7×9×11</a:t>
            </a:r>
            <a:endParaRPr lang="zh-CN" altLang="en-US" dirty="0"/>
          </a:p>
        </p:txBody>
      </p:sp>
      <p:grpSp>
        <p:nvGrpSpPr>
          <p:cNvPr id="32" name="组合 31"/>
          <p:cNvGrpSpPr/>
          <p:nvPr/>
        </p:nvGrpSpPr>
        <p:grpSpPr>
          <a:xfrm>
            <a:off x="7026965" y="3699419"/>
            <a:ext cx="4326835" cy="1648308"/>
            <a:chOff x="7026965" y="3699419"/>
            <a:chExt cx="4326835" cy="1648308"/>
          </a:xfrm>
        </p:grpSpPr>
        <p:sp>
          <p:nvSpPr>
            <p:cNvPr id="11" name="矩形 10"/>
            <p:cNvSpPr/>
            <p:nvPr/>
          </p:nvSpPr>
          <p:spPr>
            <a:xfrm>
              <a:off x="8160026" y="3699419"/>
              <a:ext cx="568468" cy="313223"/>
            </a:xfrm>
            <a:prstGeom prst="rect">
              <a:avLst/>
            </a:prstGeom>
            <a:solidFill>
              <a:schemeClr val="bg1"/>
            </a:solidFill>
            <a:ln>
              <a:noFill/>
            </a:ln>
            <a:effectLst>
              <a:outerShdw blurRad="50800" dist="38100" dir="2700000" algn="tl" rotWithShape="0">
                <a:prstClr val="black">
                  <a:alpha val="40000"/>
                </a:prstClr>
              </a:outerShdw>
              <a:softEdge rad="38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solidFill>
                    <a:schemeClr val="tx1">
                      <a:lumMod val="65000"/>
                      <a:lumOff val="35000"/>
                    </a:schemeClr>
                  </a:solidFill>
                </a:rPr>
                <a:t>3=&gt;</a:t>
              </a:r>
              <a:r>
                <a:rPr lang="en-US" altLang="zh-CN" sz="1400" dirty="0" err="1" smtClean="0">
                  <a:solidFill>
                    <a:schemeClr val="tx1">
                      <a:lumMod val="65000"/>
                      <a:lumOff val="35000"/>
                    </a:schemeClr>
                  </a:solidFill>
                </a:rPr>
                <a:t>i</a:t>
              </a:r>
              <a:endParaRPr lang="zh-CN" altLang="en-US" sz="1400" dirty="0">
                <a:solidFill>
                  <a:schemeClr val="tx1">
                    <a:lumMod val="65000"/>
                    <a:lumOff val="35000"/>
                  </a:schemeClr>
                </a:solidFill>
              </a:endParaRPr>
            </a:p>
          </p:txBody>
        </p:sp>
        <p:sp>
          <p:nvSpPr>
            <p:cNvPr id="28" name="矩形 27"/>
            <p:cNvSpPr/>
            <p:nvPr/>
          </p:nvSpPr>
          <p:spPr>
            <a:xfrm>
              <a:off x="8194033" y="4405521"/>
              <a:ext cx="741245" cy="313223"/>
            </a:xfrm>
            <a:prstGeom prst="rect">
              <a:avLst/>
            </a:prstGeom>
            <a:solidFill>
              <a:schemeClr val="bg1"/>
            </a:solidFill>
            <a:ln>
              <a:noFill/>
            </a:ln>
            <a:effectLst>
              <a:outerShdw blurRad="50800" dist="38100" dir="2700000" algn="tl" rotWithShape="0">
                <a:prstClr val="black">
                  <a:alpha val="40000"/>
                </a:prstClr>
              </a:outerShdw>
              <a:softEdge rad="38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dirty="0" smtClean="0">
                  <a:solidFill>
                    <a:schemeClr val="tx1">
                      <a:lumMod val="65000"/>
                      <a:lumOff val="35000"/>
                    </a:schemeClr>
                  </a:solidFill>
                </a:rPr>
                <a:t>i+2=&gt;</a:t>
              </a:r>
              <a:r>
                <a:rPr lang="en-US" altLang="zh-CN" sz="1400" dirty="0" err="1" smtClean="0">
                  <a:solidFill>
                    <a:schemeClr val="tx1">
                      <a:lumMod val="65000"/>
                      <a:lumOff val="35000"/>
                    </a:schemeClr>
                  </a:solidFill>
                </a:rPr>
                <a:t>i</a:t>
              </a:r>
              <a:endParaRPr lang="zh-CN" altLang="en-US" sz="1400" dirty="0">
                <a:solidFill>
                  <a:schemeClr val="tx1">
                    <a:lumMod val="65000"/>
                    <a:lumOff val="35000"/>
                  </a:schemeClr>
                </a:solidFill>
              </a:endParaRPr>
            </a:p>
          </p:txBody>
        </p:sp>
        <p:sp>
          <p:nvSpPr>
            <p:cNvPr id="29" name="矩形 28"/>
            <p:cNvSpPr/>
            <p:nvPr/>
          </p:nvSpPr>
          <p:spPr>
            <a:xfrm>
              <a:off x="7026965" y="4795565"/>
              <a:ext cx="4326835" cy="552162"/>
            </a:xfrm>
            <a:prstGeom prst="rect">
              <a:avLst/>
            </a:prstGeom>
            <a:solidFill>
              <a:schemeClr val="bg1"/>
            </a:solidFill>
            <a:ln>
              <a:noFill/>
            </a:ln>
            <a:effectLst>
              <a:outerShdw blurRad="50800" dist="38100" dir="2700000" algn="tl" rotWithShape="0">
                <a:prstClr val="black">
                  <a:alpha val="40000"/>
                </a:prstClr>
              </a:outerShdw>
              <a:softEdge rad="38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zh-CN" altLang="en-US" sz="1400" dirty="0" smtClean="0">
                  <a:solidFill>
                    <a:schemeClr val="tx1">
                      <a:lumMod val="65000"/>
                      <a:lumOff val="35000"/>
                    </a:schemeClr>
                  </a:solidFill>
                </a:rPr>
                <a:t>若</a:t>
              </a:r>
              <a:r>
                <a:rPr lang="en-US" altLang="zh-CN" sz="1400" dirty="0" err="1" smtClean="0">
                  <a:solidFill>
                    <a:schemeClr val="tx1">
                      <a:lumMod val="65000"/>
                      <a:lumOff val="35000"/>
                    </a:schemeClr>
                  </a:solidFill>
                </a:rPr>
                <a:t>i</a:t>
              </a:r>
              <a:r>
                <a:rPr lang="zh-CN" altLang="en-US" sz="1400" dirty="0" smtClean="0">
                  <a:solidFill>
                    <a:schemeClr val="tx1">
                      <a:lumMod val="65000"/>
                      <a:lumOff val="35000"/>
                    </a:schemeClr>
                  </a:solidFill>
                </a:rPr>
                <a:t>≤</a:t>
              </a:r>
              <a:r>
                <a:rPr lang="en-US" altLang="zh-CN" sz="1400" dirty="0" smtClean="0">
                  <a:solidFill>
                    <a:schemeClr val="tx1">
                      <a:lumMod val="65000"/>
                      <a:lumOff val="35000"/>
                    </a:schemeClr>
                  </a:solidFill>
                </a:rPr>
                <a:t>11</a:t>
              </a:r>
              <a:r>
                <a:rPr lang="zh-CN" altLang="en-US" sz="1400" dirty="0" smtClean="0">
                  <a:solidFill>
                    <a:schemeClr val="tx1">
                      <a:lumMod val="65000"/>
                      <a:lumOff val="35000"/>
                    </a:schemeClr>
                  </a:solidFill>
                </a:rPr>
                <a:t>，返回</a:t>
              </a:r>
              <a:r>
                <a:rPr lang="en-US" altLang="zh-CN" sz="1400" dirty="0" smtClean="0">
                  <a:solidFill>
                    <a:schemeClr val="tx1">
                      <a:lumMod val="65000"/>
                      <a:lumOff val="35000"/>
                    </a:schemeClr>
                  </a:solidFill>
                </a:rPr>
                <a:t>S3</a:t>
              </a:r>
              <a:r>
                <a:rPr lang="zh-CN" altLang="en-US" sz="1400" dirty="0" smtClean="0">
                  <a:solidFill>
                    <a:schemeClr val="tx1">
                      <a:lumMod val="65000"/>
                      <a:lumOff val="35000"/>
                    </a:schemeClr>
                  </a:solidFill>
                </a:rPr>
                <a:t>；否则，结束</a:t>
              </a:r>
              <a:endParaRPr lang="en-US" altLang="zh-CN" sz="1400" dirty="0" smtClean="0">
                <a:solidFill>
                  <a:schemeClr val="tx1">
                    <a:lumMod val="65000"/>
                    <a:lumOff val="35000"/>
                  </a:schemeClr>
                </a:solidFill>
              </a:endParaRPr>
            </a:p>
            <a:p>
              <a:r>
                <a:rPr lang="zh-CN" altLang="en-US" sz="1400" dirty="0" smtClean="0">
                  <a:solidFill>
                    <a:schemeClr val="tx1">
                      <a:lumMod val="65000"/>
                      <a:lumOff val="35000"/>
                    </a:schemeClr>
                  </a:solidFill>
                </a:rPr>
                <a:t>或者 若</a:t>
              </a:r>
              <a:r>
                <a:rPr lang="en-US" altLang="zh-CN" sz="1400" dirty="0" err="1" smtClean="0">
                  <a:solidFill>
                    <a:schemeClr val="tx1">
                      <a:lumMod val="65000"/>
                      <a:lumOff val="35000"/>
                    </a:schemeClr>
                  </a:solidFill>
                </a:rPr>
                <a:t>i</a:t>
              </a:r>
              <a:r>
                <a:rPr lang="en-US" altLang="zh-CN" sz="1400" dirty="0" smtClean="0">
                  <a:solidFill>
                    <a:schemeClr val="tx1">
                      <a:lumMod val="65000"/>
                      <a:lumOff val="35000"/>
                    </a:schemeClr>
                  </a:solidFill>
                </a:rPr>
                <a:t>&gt;11</a:t>
              </a:r>
              <a:r>
                <a:rPr lang="zh-CN" altLang="en-US" sz="1400" dirty="0" smtClean="0">
                  <a:solidFill>
                    <a:schemeClr val="tx1">
                      <a:lumMod val="65000"/>
                      <a:lumOff val="35000"/>
                    </a:schemeClr>
                  </a:solidFill>
                </a:rPr>
                <a:t>，结束；否则，返回</a:t>
              </a:r>
              <a:r>
                <a:rPr lang="en-US" altLang="zh-CN" sz="1400" dirty="0" smtClean="0">
                  <a:solidFill>
                    <a:schemeClr val="tx1">
                      <a:lumMod val="65000"/>
                      <a:lumOff val="35000"/>
                    </a:schemeClr>
                  </a:solidFill>
                </a:rPr>
                <a:t>S3</a:t>
              </a:r>
              <a:endParaRPr lang="zh-CN" altLang="en-US" sz="1400" dirty="0">
                <a:solidFill>
                  <a:schemeClr val="tx1">
                    <a:lumMod val="65000"/>
                    <a:lumOff val="35000"/>
                  </a:schemeClr>
                </a:solidFill>
              </a:endParaRPr>
            </a:p>
          </p:txBody>
        </p:sp>
        <p:sp>
          <p:nvSpPr>
            <p:cNvPr id="30" name="矩形 29"/>
            <p:cNvSpPr/>
            <p:nvPr/>
          </p:nvSpPr>
          <p:spPr>
            <a:xfrm>
              <a:off x="7165707" y="3709358"/>
              <a:ext cx="498246" cy="313223"/>
            </a:xfrm>
            <a:prstGeom prst="rect">
              <a:avLst/>
            </a:prstGeom>
            <a:solidFill>
              <a:schemeClr val="bg1"/>
            </a:solidFill>
            <a:ln>
              <a:noFill/>
            </a:ln>
            <a:effectLst>
              <a:outerShdw blurRad="50800" dist="38100" dir="2700000" algn="tl" rotWithShape="0">
                <a:prstClr val="black">
                  <a:alpha val="40000"/>
                </a:prstClr>
              </a:outerShdw>
              <a:softEdge rad="38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err="1" smtClean="0">
                  <a:solidFill>
                    <a:schemeClr val="tx1">
                      <a:lumMod val="65000"/>
                      <a:lumOff val="35000"/>
                    </a:schemeClr>
                  </a:solidFill>
                </a:rPr>
                <a:t>i</a:t>
              </a:r>
              <a:r>
                <a:rPr lang="en-US" altLang="zh-CN" sz="1400" dirty="0" smtClean="0">
                  <a:solidFill>
                    <a:schemeClr val="tx1">
                      <a:lumMod val="65000"/>
                      <a:lumOff val="35000"/>
                    </a:schemeClr>
                  </a:solidFill>
                </a:rPr>
                <a:t>=3</a:t>
              </a:r>
              <a:endParaRPr lang="zh-CN" altLang="en-US" sz="1400" dirty="0">
                <a:solidFill>
                  <a:schemeClr val="tx1">
                    <a:lumMod val="65000"/>
                    <a:lumOff val="35000"/>
                  </a:schemeClr>
                </a:solidFill>
              </a:endParaRPr>
            </a:p>
          </p:txBody>
        </p:sp>
        <p:sp>
          <p:nvSpPr>
            <p:cNvPr id="31" name="矩形 30"/>
            <p:cNvSpPr/>
            <p:nvPr/>
          </p:nvSpPr>
          <p:spPr>
            <a:xfrm>
              <a:off x="7763536" y="4426972"/>
              <a:ext cx="249123" cy="313223"/>
            </a:xfrm>
            <a:prstGeom prst="rect">
              <a:avLst/>
            </a:prstGeom>
            <a:solidFill>
              <a:schemeClr val="bg1"/>
            </a:solidFill>
            <a:ln>
              <a:noFill/>
            </a:ln>
            <a:effectLst>
              <a:outerShdw blurRad="50800" dist="38100" dir="2700000" algn="tl" rotWithShape="0">
                <a:prstClr val="black">
                  <a:alpha val="40000"/>
                </a:prstClr>
              </a:outerShdw>
              <a:softEdge rad="38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1400" dirty="0" smtClean="0">
                  <a:solidFill>
                    <a:schemeClr val="tx1">
                      <a:lumMod val="65000"/>
                      <a:lumOff val="35000"/>
                    </a:schemeClr>
                  </a:solidFill>
                </a:rPr>
                <a:t>2</a:t>
              </a:r>
              <a:endParaRPr lang="zh-CN" altLang="en-US" sz="1400" dirty="0">
                <a:solidFill>
                  <a:schemeClr val="tx1">
                    <a:lumMod val="65000"/>
                    <a:lumOff val="35000"/>
                  </a:schemeClr>
                </a:solidFill>
              </a:endParaRPr>
            </a:p>
          </p:txBody>
        </p:sp>
      </p:grpSp>
      <p:sp>
        <p:nvSpPr>
          <p:cNvPr id="33" name="矩形 32"/>
          <p:cNvSpPr/>
          <p:nvPr/>
        </p:nvSpPr>
        <p:spPr>
          <a:xfrm>
            <a:off x="4832087" y="5962188"/>
            <a:ext cx="7222490" cy="460375"/>
          </a:xfrm>
          <a:prstGeom prst="rect">
            <a:avLst/>
          </a:prstGeom>
          <a:effectLst>
            <a:outerShdw blurRad="50800" dist="38100" dir="2700000" algn="tl" rotWithShape="0">
              <a:prstClr val="black">
                <a:alpha val="40000"/>
              </a:prstClr>
            </a:outerShdw>
          </a:effectLst>
        </p:spPr>
        <p:txBody>
          <a:bodyPr wrap="none">
            <a:spAutoFit/>
          </a:bodyPr>
          <a:lstStyle/>
          <a:p>
            <a:r>
              <a:rPr lang="zh-CN" altLang="en-US" sz="2400" b="1" dirty="0">
                <a:solidFill>
                  <a:schemeClr val="accent1"/>
                </a:solidFill>
              </a:rPr>
              <a:t>用这种方法表示的算法具有一般性、通用性和灵活性</a:t>
            </a:r>
            <a:endParaRPr lang="zh-CN" altLang="en-US" sz="2400" b="1" dirty="0">
              <a:solidFill>
                <a:schemeClr val="accent1"/>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32"/>
                                        </p:tgtEl>
                                        <p:attrNameLst>
                                          <p:attrName>style.visibility</p:attrName>
                                        </p:attrNameLst>
                                      </p:cBhvr>
                                      <p:to>
                                        <p:strVal val="visible"/>
                                      </p:to>
                                    </p:set>
                                    <p:animEffect transition="in" filter="fade">
                                      <p:cBhvr>
                                        <p:cTn id="12" dur="500"/>
                                        <p:tgtEl>
                                          <p:spTgt spid="32"/>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3"/>
                                        </p:tgtEl>
                                        <p:attrNameLst>
                                          <p:attrName>style.visibility</p:attrName>
                                        </p:attrNameLst>
                                      </p:cBhvr>
                                      <p:to>
                                        <p:strVal val="visible"/>
                                      </p:to>
                                    </p:set>
                                    <p:animEffect transition="in" filter="fade">
                                      <p:cBhvr>
                                        <p:cTn id="1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33" grpId="0" bldLvl="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简单的算法举例</a:t>
            </a:r>
            <a:endParaRPr lang="zh-CN" altLang="en-US" dirty="0"/>
          </a:p>
        </p:txBody>
      </p:sp>
      <p:sp>
        <p:nvSpPr>
          <p:cNvPr id="3" name="内容占位符 2"/>
          <p:cNvSpPr>
            <a:spLocks noGrp="1"/>
          </p:cNvSpPr>
          <p:nvPr>
            <p:ph idx="1"/>
          </p:nvPr>
        </p:nvSpPr>
        <p:spPr>
          <a:xfrm>
            <a:off x="1308100" y="1816677"/>
            <a:ext cx="10172700" cy="589584"/>
          </a:xfrm>
        </p:spPr>
        <p:txBody>
          <a:bodyPr>
            <a:noAutofit/>
          </a:bodyPr>
          <a:lstStyle/>
          <a:p>
            <a:pPr marL="0" indent="0">
              <a:lnSpc>
                <a:spcPct val="120000"/>
              </a:lnSpc>
              <a:buNone/>
            </a:pPr>
            <a:r>
              <a:rPr lang="en-US" altLang="zh-CN" sz="2400" dirty="0" smtClean="0">
                <a:solidFill>
                  <a:schemeClr val="accent1"/>
                </a:solidFill>
              </a:rPr>
              <a:t>【</a:t>
            </a:r>
            <a:r>
              <a:rPr lang="zh-CN" altLang="en-US" sz="2400" dirty="0" smtClean="0">
                <a:solidFill>
                  <a:schemeClr val="accent1"/>
                </a:solidFill>
              </a:rPr>
              <a:t>例</a:t>
            </a:r>
            <a:r>
              <a:rPr lang="en-US" altLang="zh-CN" sz="2400" dirty="0" smtClean="0">
                <a:solidFill>
                  <a:schemeClr val="accent1"/>
                </a:solidFill>
              </a:rPr>
              <a:t>2.2】</a:t>
            </a:r>
            <a:r>
              <a:rPr lang="zh-CN" altLang="en-US" sz="2400" dirty="0">
                <a:solidFill>
                  <a:schemeClr val="accent1"/>
                </a:solidFill>
              </a:rPr>
              <a:t>有</a:t>
            </a:r>
            <a:r>
              <a:rPr lang="en-US" altLang="zh-CN" sz="2400" dirty="0">
                <a:solidFill>
                  <a:schemeClr val="accent1"/>
                </a:solidFill>
              </a:rPr>
              <a:t>50</a:t>
            </a:r>
            <a:r>
              <a:rPr lang="zh-CN" altLang="en-US" sz="2400" dirty="0">
                <a:solidFill>
                  <a:schemeClr val="accent1"/>
                </a:solidFill>
              </a:rPr>
              <a:t>个学生，要求输出成绩在</a:t>
            </a:r>
            <a:r>
              <a:rPr lang="en-US" altLang="zh-CN" sz="2400" dirty="0">
                <a:solidFill>
                  <a:schemeClr val="accent1"/>
                </a:solidFill>
              </a:rPr>
              <a:t>80</a:t>
            </a:r>
            <a:r>
              <a:rPr lang="zh-CN" altLang="en-US" sz="2400" dirty="0">
                <a:solidFill>
                  <a:schemeClr val="accent1"/>
                </a:solidFill>
              </a:rPr>
              <a:t>分以上的学生的学号和成绩</a:t>
            </a:r>
            <a:endParaRPr lang="en-US" altLang="zh-CN" sz="2400" dirty="0" smtClean="0">
              <a:solidFill>
                <a:schemeClr val="accent1"/>
              </a:solidFill>
            </a:endParaRPr>
          </a:p>
        </p:txBody>
      </p:sp>
      <p:grpSp>
        <p:nvGrpSpPr>
          <p:cNvPr id="14" name="组合 13"/>
          <p:cNvGrpSpPr/>
          <p:nvPr/>
        </p:nvGrpSpPr>
        <p:grpSpPr>
          <a:xfrm>
            <a:off x="5760528" y="2684783"/>
            <a:ext cx="4114800" cy="3634105"/>
            <a:chOff x="4030664" y="1795463"/>
            <a:chExt cx="3717926" cy="4892314"/>
          </a:xfrm>
        </p:grpSpPr>
        <p:sp>
          <p:nvSpPr>
            <p:cNvPr id="16" name="MH_Text_1"/>
            <p:cNvSpPr>
              <a:spLocks noChangeAspect="1"/>
            </p:cNvSpPr>
            <p:nvPr>
              <p:custDataLst>
                <p:tags r:id="rId1"/>
              </p:custDataLst>
            </p:nvPr>
          </p:nvSpPr>
          <p:spPr>
            <a:xfrm>
              <a:off x="4030664" y="1915997"/>
              <a:ext cx="3717926" cy="4771780"/>
            </a:xfrm>
            <a:prstGeom prst="roundRect">
              <a:avLst>
                <a:gd name="adj" fmla="val 1429"/>
              </a:avLst>
            </a:prstGeom>
            <a:solidFill>
              <a:srgbClr val="F2F2F2"/>
            </a:solidFill>
            <a:ln w="3175">
              <a:solidFill>
                <a:srgbClr val="D5D5D5"/>
              </a:solidFill>
              <a:prstDash val="solid"/>
            </a:ln>
          </p:spPr>
          <p:style>
            <a:lnRef idx="1">
              <a:schemeClr val="accent6"/>
            </a:lnRef>
            <a:fillRef idx="0">
              <a:schemeClr val="accent6"/>
            </a:fillRef>
            <a:effectRef idx="0">
              <a:schemeClr val="accent6"/>
            </a:effectRef>
            <a:fontRef idx="minor">
              <a:schemeClr val="tx1"/>
            </a:fontRef>
          </p:style>
          <p:txBody>
            <a:bodyPr lIns="288000" tIns="720000" rIns="288000" bIns="360000" anchor="ctr">
              <a:noAutofit/>
            </a:bodyPr>
            <a:lstStyle/>
            <a:p>
              <a:pPr algn="just">
                <a:spcBef>
                  <a:spcPts val="600"/>
                </a:spcBef>
                <a:spcAft>
                  <a:spcPts val="600"/>
                </a:spcAft>
                <a:defRPr/>
              </a:pPr>
              <a:r>
                <a:rPr lang="en-US" altLang="zh-CN" sz="2000" b="1" dirty="0" smtClean="0">
                  <a:solidFill>
                    <a:srgbClr val="454545"/>
                  </a:solidFill>
                </a:rPr>
                <a:t>S1</a:t>
              </a:r>
              <a:r>
                <a:rPr lang="en-US" altLang="zh-CN" sz="2000" b="1" dirty="0">
                  <a:solidFill>
                    <a:srgbClr val="454545"/>
                  </a:solidFill>
                </a:rPr>
                <a:t>: </a:t>
              </a:r>
              <a:r>
                <a:rPr lang="en-US" altLang="zh-CN" sz="2000" b="1" dirty="0" smtClean="0">
                  <a:solidFill>
                    <a:srgbClr val="454545"/>
                  </a:solidFill>
                </a:rPr>
                <a:t>1=&gt;</a:t>
              </a:r>
              <a:r>
                <a:rPr lang="en-US" altLang="zh-CN" sz="2000" b="1" dirty="0" err="1" smtClean="0">
                  <a:solidFill>
                    <a:srgbClr val="454545"/>
                  </a:solidFill>
                </a:rPr>
                <a:t>i</a:t>
              </a:r>
              <a:endParaRPr lang="zh-CN" altLang="en-US" sz="2000" b="1" dirty="0">
                <a:solidFill>
                  <a:srgbClr val="454545"/>
                </a:solidFill>
              </a:endParaRPr>
            </a:p>
            <a:p>
              <a:pPr algn="just">
                <a:spcBef>
                  <a:spcPts val="600"/>
                </a:spcBef>
                <a:spcAft>
                  <a:spcPts val="600"/>
                </a:spcAft>
                <a:defRPr/>
              </a:pPr>
              <a:r>
                <a:rPr lang="en-US" altLang="zh-CN" sz="2000" b="1" dirty="0" smtClean="0">
                  <a:solidFill>
                    <a:srgbClr val="454545"/>
                  </a:solidFill>
                </a:rPr>
                <a:t>S2: </a:t>
              </a:r>
              <a:r>
                <a:rPr lang="zh-CN" altLang="en-US" sz="2000" b="1" dirty="0" smtClean="0">
                  <a:solidFill>
                    <a:srgbClr val="454545"/>
                  </a:solidFill>
                </a:rPr>
                <a:t>如果</a:t>
              </a:r>
              <a:r>
                <a:rPr lang="en-US" altLang="zh-CN" sz="2000" b="1" dirty="0" err="1" smtClean="0">
                  <a:solidFill>
                    <a:srgbClr val="454545"/>
                  </a:solidFill>
                </a:rPr>
                <a:t>g</a:t>
              </a:r>
              <a:r>
                <a:rPr lang="en-US" altLang="zh-CN" sz="2000" b="1" baseline="-25000" dirty="0" err="1" smtClean="0">
                  <a:solidFill>
                    <a:srgbClr val="454545"/>
                  </a:solidFill>
                </a:rPr>
                <a:t>i</a:t>
              </a:r>
              <a:r>
                <a:rPr lang="zh-CN" altLang="en-US" sz="2000" b="1" dirty="0" smtClean="0">
                  <a:solidFill>
                    <a:srgbClr val="454545"/>
                  </a:solidFill>
                </a:rPr>
                <a:t>≥</a:t>
              </a:r>
              <a:r>
                <a:rPr lang="en-US" altLang="zh-CN" sz="2000" b="1" dirty="0" smtClean="0">
                  <a:solidFill>
                    <a:srgbClr val="454545"/>
                  </a:solidFill>
                </a:rPr>
                <a:t>80</a:t>
              </a:r>
              <a:r>
                <a:rPr lang="zh-CN" altLang="en-US" sz="2000" b="1" dirty="0" smtClean="0">
                  <a:solidFill>
                    <a:srgbClr val="454545"/>
                  </a:solidFill>
                </a:rPr>
                <a:t>，则输出</a:t>
              </a:r>
              <a:r>
                <a:rPr lang="en-US" altLang="zh-CN" sz="2000" b="1" dirty="0" err="1" smtClean="0">
                  <a:solidFill>
                    <a:srgbClr val="454545"/>
                  </a:solidFill>
                </a:rPr>
                <a:t>n</a:t>
              </a:r>
              <a:r>
                <a:rPr lang="en-US" altLang="zh-CN" sz="2000" b="1" baseline="-25000" dirty="0" err="1">
                  <a:solidFill>
                    <a:srgbClr val="454545"/>
                  </a:solidFill>
                </a:rPr>
                <a:t>i</a:t>
              </a:r>
              <a:r>
                <a:rPr lang="zh-CN" altLang="en-US" sz="2000" b="1" dirty="0" smtClean="0">
                  <a:solidFill>
                    <a:srgbClr val="454545"/>
                  </a:solidFill>
                </a:rPr>
                <a:t>和</a:t>
              </a:r>
              <a:r>
                <a:rPr lang="en-US" altLang="zh-CN" sz="2000" b="1" dirty="0" err="1" smtClean="0">
                  <a:solidFill>
                    <a:srgbClr val="454545"/>
                  </a:solidFill>
                </a:rPr>
                <a:t>g</a:t>
              </a:r>
              <a:r>
                <a:rPr lang="en-US" altLang="zh-CN" sz="2000" b="1" baseline="-25000" dirty="0" err="1">
                  <a:solidFill>
                    <a:srgbClr val="454545"/>
                  </a:solidFill>
                </a:rPr>
                <a:t>i</a:t>
              </a:r>
              <a:r>
                <a:rPr lang="zh-CN" altLang="en-US" sz="2000" b="1" dirty="0" smtClean="0">
                  <a:solidFill>
                    <a:srgbClr val="454545"/>
                  </a:solidFill>
                </a:rPr>
                <a:t>，否则不输出</a:t>
              </a:r>
              <a:r>
                <a:rPr lang="en-US" altLang="zh-CN" sz="2000" b="1" dirty="0" smtClean="0">
                  <a:solidFill>
                    <a:srgbClr val="454545"/>
                  </a:solidFill>
                </a:rPr>
                <a:t> </a:t>
              </a:r>
              <a:endParaRPr lang="en-US" altLang="zh-CN" sz="2000" b="1" dirty="0" smtClean="0">
                <a:solidFill>
                  <a:srgbClr val="454545"/>
                </a:solidFill>
              </a:endParaRPr>
            </a:p>
            <a:p>
              <a:pPr algn="just">
                <a:spcBef>
                  <a:spcPts val="600"/>
                </a:spcBef>
                <a:spcAft>
                  <a:spcPts val="600"/>
                </a:spcAft>
                <a:defRPr/>
              </a:pPr>
              <a:r>
                <a:rPr lang="en-US" altLang="zh-CN" sz="2000" b="1" dirty="0" smtClean="0">
                  <a:solidFill>
                    <a:srgbClr val="454545"/>
                  </a:solidFill>
                </a:rPr>
                <a:t>S3</a:t>
              </a:r>
              <a:r>
                <a:rPr lang="en-US" altLang="zh-CN" sz="2000" b="1" dirty="0">
                  <a:solidFill>
                    <a:srgbClr val="454545"/>
                  </a:solidFill>
                </a:rPr>
                <a:t>: </a:t>
              </a:r>
              <a:r>
                <a:rPr lang="en-US" altLang="zh-CN" sz="2000" b="1" dirty="0" smtClean="0">
                  <a:solidFill>
                    <a:srgbClr val="454545"/>
                  </a:solidFill>
                </a:rPr>
                <a:t>i+1=&gt;</a:t>
              </a:r>
              <a:r>
                <a:rPr lang="en-US" altLang="zh-CN" sz="2000" b="1" dirty="0" err="1" smtClean="0">
                  <a:solidFill>
                    <a:srgbClr val="454545"/>
                  </a:solidFill>
                </a:rPr>
                <a:t>i</a:t>
              </a:r>
              <a:endParaRPr lang="en-US" altLang="zh-CN" sz="2000" b="1" dirty="0" smtClean="0">
                <a:solidFill>
                  <a:srgbClr val="454545"/>
                </a:solidFill>
              </a:endParaRPr>
            </a:p>
            <a:p>
              <a:pPr algn="just">
                <a:spcBef>
                  <a:spcPts val="600"/>
                </a:spcBef>
                <a:spcAft>
                  <a:spcPts val="600"/>
                </a:spcAft>
                <a:defRPr/>
              </a:pPr>
              <a:r>
                <a:rPr lang="en-US" altLang="zh-CN" sz="2000" b="1" dirty="0" smtClean="0">
                  <a:solidFill>
                    <a:srgbClr val="454545"/>
                  </a:solidFill>
                </a:rPr>
                <a:t>S4</a:t>
              </a:r>
              <a:r>
                <a:rPr lang="en-US" altLang="zh-CN" sz="2000" b="1" dirty="0">
                  <a:solidFill>
                    <a:srgbClr val="454545"/>
                  </a:solidFill>
                </a:rPr>
                <a:t>: </a:t>
              </a:r>
              <a:r>
                <a:rPr lang="zh-CN" altLang="en-US" sz="2000" b="1" dirty="0" smtClean="0">
                  <a:solidFill>
                    <a:srgbClr val="454545"/>
                  </a:solidFill>
                </a:rPr>
                <a:t>如果</a:t>
              </a:r>
              <a:r>
                <a:rPr lang="en-US" altLang="zh-CN" sz="2000" b="1" dirty="0" err="1" smtClean="0">
                  <a:solidFill>
                    <a:srgbClr val="454545"/>
                  </a:solidFill>
                </a:rPr>
                <a:t>i</a:t>
              </a:r>
              <a:r>
                <a:rPr lang="zh-CN" altLang="en-US" sz="2000" b="1" dirty="0" smtClean="0">
                  <a:solidFill>
                    <a:srgbClr val="454545"/>
                  </a:solidFill>
                </a:rPr>
                <a:t>≤</a:t>
              </a:r>
              <a:r>
                <a:rPr lang="en-US" altLang="zh-CN" sz="2000" b="1" dirty="0" smtClean="0">
                  <a:solidFill>
                    <a:srgbClr val="454545"/>
                  </a:solidFill>
                </a:rPr>
                <a:t>50</a:t>
              </a:r>
              <a:r>
                <a:rPr lang="zh-CN" altLang="en-US" sz="2000" b="1" dirty="0" smtClean="0">
                  <a:solidFill>
                    <a:srgbClr val="454545"/>
                  </a:solidFill>
                </a:rPr>
                <a:t>，返回到</a:t>
              </a:r>
              <a:r>
                <a:rPr lang="en-US" altLang="zh-CN" sz="2000" b="1" dirty="0" smtClean="0">
                  <a:solidFill>
                    <a:srgbClr val="454545"/>
                  </a:solidFill>
                </a:rPr>
                <a:t>S2</a:t>
              </a:r>
              <a:r>
                <a:rPr lang="zh-CN" altLang="en-US" sz="2000" b="1" dirty="0" smtClean="0">
                  <a:solidFill>
                    <a:srgbClr val="454545"/>
                  </a:solidFill>
                </a:rPr>
                <a:t>，继续执行，否则，算法结束</a:t>
              </a:r>
              <a:endParaRPr lang="zh-CN" altLang="en-US" sz="2000" b="1" dirty="0">
                <a:solidFill>
                  <a:srgbClr val="454545"/>
                </a:solidFill>
              </a:endParaRPr>
            </a:p>
          </p:txBody>
        </p:sp>
        <p:sp>
          <p:nvSpPr>
            <p:cNvPr id="19" name="MH_Other_1"/>
            <p:cNvSpPr/>
            <p:nvPr>
              <p:custDataLst>
                <p:tags r:id="rId2"/>
              </p:custDataLst>
            </p:nvPr>
          </p:nvSpPr>
          <p:spPr>
            <a:xfrm>
              <a:off x="4621214" y="1795463"/>
              <a:ext cx="276225" cy="120650"/>
            </a:xfrm>
            <a:custGeom>
              <a:avLst/>
              <a:gdLst>
                <a:gd name="connsiteX0" fmla="*/ 131005 w 311731"/>
                <a:gd name="connsiteY0" fmla="*/ 0 h 121823"/>
                <a:gd name="connsiteX1" fmla="*/ 180725 w 311731"/>
                <a:gd name="connsiteY1" fmla="*/ 0 h 121823"/>
                <a:gd name="connsiteX2" fmla="*/ 205433 w 311731"/>
                <a:gd name="connsiteY2" fmla="*/ 4162 h 121823"/>
                <a:gd name="connsiteX3" fmla="*/ 309453 w 311731"/>
                <a:gd name="connsiteY3" fmla="*/ 109253 h 121823"/>
                <a:gd name="connsiteX4" fmla="*/ 311731 w 311731"/>
                <a:gd name="connsiteY4" fmla="*/ 121823 h 121823"/>
                <a:gd name="connsiteX5" fmla="*/ 0 w 311731"/>
                <a:gd name="connsiteY5" fmla="*/ 121823 h 121823"/>
                <a:gd name="connsiteX6" fmla="*/ 2277 w 311731"/>
                <a:gd name="connsiteY6" fmla="*/ 109253 h 121823"/>
                <a:gd name="connsiteX7" fmla="*/ 106298 w 311731"/>
                <a:gd name="connsiteY7" fmla="*/ 4162 h 121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1731" h="121823">
                  <a:moveTo>
                    <a:pt x="131005" y="0"/>
                  </a:moveTo>
                  <a:lnTo>
                    <a:pt x="180725" y="0"/>
                  </a:lnTo>
                  <a:lnTo>
                    <a:pt x="205433" y="4162"/>
                  </a:lnTo>
                  <a:cubicBezTo>
                    <a:pt x="252408" y="20443"/>
                    <a:pt x="290475" y="59254"/>
                    <a:pt x="309453" y="109253"/>
                  </a:cubicBezTo>
                  <a:lnTo>
                    <a:pt x="311731" y="121823"/>
                  </a:lnTo>
                  <a:lnTo>
                    <a:pt x="0" y="121823"/>
                  </a:lnTo>
                  <a:lnTo>
                    <a:pt x="2277" y="109253"/>
                  </a:lnTo>
                  <a:cubicBezTo>
                    <a:pt x="21256" y="59254"/>
                    <a:pt x="59323" y="20443"/>
                    <a:pt x="106298" y="4162"/>
                  </a:cubicBezTo>
                  <a:close/>
                </a:path>
              </a:pathLst>
            </a:custGeom>
            <a:gradFill>
              <a:gsLst>
                <a:gs pos="0">
                  <a:schemeClr val="accent1">
                    <a:lumMod val="50000"/>
                  </a:schemeClr>
                </a:gs>
                <a:gs pos="49000">
                  <a:schemeClr val="accent1"/>
                </a:gs>
                <a:gs pos="100000">
                  <a:schemeClr val="accent1">
                    <a:lumMod val="5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dirty="0"/>
            </a:p>
          </p:txBody>
        </p:sp>
        <p:sp>
          <p:nvSpPr>
            <p:cNvPr id="20" name="MH_Other_2"/>
            <p:cNvSpPr/>
            <p:nvPr>
              <p:custDataLst>
                <p:tags r:id="rId3"/>
              </p:custDataLst>
            </p:nvPr>
          </p:nvSpPr>
          <p:spPr>
            <a:xfrm>
              <a:off x="6948489" y="1795463"/>
              <a:ext cx="261937" cy="120650"/>
            </a:xfrm>
            <a:custGeom>
              <a:avLst/>
              <a:gdLst>
                <a:gd name="connsiteX0" fmla="*/ 145370 w 318081"/>
                <a:gd name="connsiteY0" fmla="*/ 0 h 130555"/>
                <a:gd name="connsiteX1" fmla="*/ 172710 w 318081"/>
                <a:gd name="connsiteY1" fmla="*/ 0 h 130555"/>
                <a:gd name="connsiteX2" fmla="*/ 209618 w 318081"/>
                <a:gd name="connsiteY2" fmla="*/ 6428 h 130555"/>
                <a:gd name="connsiteX3" fmla="*/ 315757 w 318081"/>
                <a:gd name="connsiteY3" fmla="*/ 117294 h 130555"/>
                <a:gd name="connsiteX4" fmla="*/ 318081 w 318081"/>
                <a:gd name="connsiteY4" fmla="*/ 130555 h 130555"/>
                <a:gd name="connsiteX5" fmla="*/ 0 w 318081"/>
                <a:gd name="connsiteY5" fmla="*/ 130555 h 130555"/>
                <a:gd name="connsiteX6" fmla="*/ 2324 w 318081"/>
                <a:gd name="connsiteY6" fmla="*/ 117294 h 130555"/>
                <a:gd name="connsiteX7" fmla="*/ 108463 w 318081"/>
                <a:gd name="connsiteY7" fmla="*/ 6428 h 130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8081" h="130555">
                  <a:moveTo>
                    <a:pt x="145370" y="0"/>
                  </a:moveTo>
                  <a:lnTo>
                    <a:pt x="172710" y="0"/>
                  </a:lnTo>
                  <a:lnTo>
                    <a:pt x="209618" y="6428"/>
                  </a:lnTo>
                  <a:cubicBezTo>
                    <a:pt x="257550" y="23604"/>
                    <a:pt x="296392" y="64548"/>
                    <a:pt x="315757" y="117294"/>
                  </a:cubicBezTo>
                  <a:lnTo>
                    <a:pt x="318081" y="130555"/>
                  </a:lnTo>
                  <a:lnTo>
                    <a:pt x="0" y="130555"/>
                  </a:lnTo>
                  <a:lnTo>
                    <a:pt x="2324" y="117294"/>
                  </a:lnTo>
                  <a:cubicBezTo>
                    <a:pt x="21689" y="64548"/>
                    <a:pt x="60531" y="23604"/>
                    <a:pt x="108463" y="6428"/>
                  </a:cubicBezTo>
                  <a:close/>
                </a:path>
              </a:pathLst>
            </a:custGeom>
            <a:gradFill>
              <a:gsLst>
                <a:gs pos="0">
                  <a:schemeClr val="accent1">
                    <a:lumMod val="50000"/>
                  </a:schemeClr>
                </a:gs>
                <a:gs pos="49000">
                  <a:schemeClr val="accent1"/>
                </a:gs>
                <a:gs pos="100000">
                  <a:schemeClr val="accent1">
                    <a:lumMod val="5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dirty="0"/>
            </a:p>
          </p:txBody>
        </p:sp>
        <p:sp>
          <p:nvSpPr>
            <p:cNvPr id="21" name="MH_SubTitle_1"/>
            <p:cNvSpPr/>
            <p:nvPr>
              <p:custDataLst>
                <p:tags r:id="rId4"/>
              </p:custDataLst>
            </p:nvPr>
          </p:nvSpPr>
          <p:spPr>
            <a:xfrm>
              <a:off x="4760914" y="1795464"/>
              <a:ext cx="2308225" cy="649287"/>
            </a:xfrm>
            <a:custGeom>
              <a:avLst/>
              <a:gdLst>
                <a:gd name="connsiteX0" fmla="*/ 0 w 2600830"/>
                <a:gd name="connsiteY0" fmla="*/ 0 h 649288"/>
                <a:gd name="connsiteX1" fmla="*/ 2600830 w 2600830"/>
                <a:gd name="connsiteY1" fmla="*/ 0 h 649288"/>
                <a:gd name="connsiteX2" fmla="*/ 2520047 w 2600830"/>
                <a:gd name="connsiteY2" fmla="*/ 89402 h 649288"/>
                <a:gd name="connsiteX3" fmla="*/ 1945040 w 2600830"/>
                <a:gd name="connsiteY3" fmla="*/ 646112 h 649288"/>
                <a:gd name="connsiteX4" fmla="*/ 648052 w 2600830"/>
                <a:gd name="connsiteY4" fmla="*/ 649287 h 649288"/>
                <a:gd name="connsiteX5" fmla="*/ 77908 w 2600830"/>
                <a:gd name="connsiteY5" fmla="*/ 84156 h 649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0830" h="649288">
                  <a:moveTo>
                    <a:pt x="0" y="0"/>
                  </a:moveTo>
                  <a:lnTo>
                    <a:pt x="2600830" y="0"/>
                  </a:lnTo>
                  <a:lnTo>
                    <a:pt x="2520047" y="89402"/>
                  </a:lnTo>
                  <a:cubicBezTo>
                    <a:pt x="2351572" y="318525"/>
                    <a:pt x="2323328" y="645186"/>
                    <a:pt x="1945040" y="646112"/>
                  </a:cubicBezTo>
                  <a:lnTo>
                    <a:pt x="648052" y="649287"/>
                  </a:lnTo>
                  <a:cubicBezTo>
                    <a:pt x="269764" y="650213"/>
                    <a:pt x="245977" y="310819"/>
                    <a:pt x="77908" y="84156"/>
                  </a:cubicBezTo>
                  <a:close/>
                </a:path>
              </a:pathLst>
            </a:custGeom>
            <a:gradFill flip="none" rotWithShape="1">
              <a:gsLst>
                <a:gs pos="0">
                  <a:schemeClr val="accent1">
                    <a:lumMod val="60000"/>
                    <a:lumOff val="40000"/>
                  </a:schemeClr>
                </a:gs>
                <a:gs pos="26000">
                  <a:schemeClr val="accent1">
                    <a:lumMod val="40000"/>
                    <a:lumOff val="60000"/>
                  </a:schemeClr>
                </a:gs>
                <a:gs pos="100000">
                  <a:schemeClr val="accent1">
                    <a:lumMod val="60000"/>
                    <a:lumOff val="40000"/>
                  </a:schemeClr>
                </a:gs>
              </a:gsLst>
              <a:lin ang="5400000" scaled="0"/>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defRPr/>
              </a:pPr>
              <a:r>
                <a:rPr lang="zh-CN" altLang="en-US" sz="2000" b="1" dirty="0">
                  <a:solidFill>
                    <a:schemeClr val="accent1">
                      <a:lumMod val="50000"/>
                    </a:schemeClr>
                  </a:solidFill>
                  <a:latin typeface="黑体" panose="02010609060101010101" pitchFamily="49" charset="-122"/>
                  <a:ea typeface="黑体" panose="02010609060101010101" pitchFamily="49" charset="-122"/>
                </a:rPr>
                <a:t>算法</a:t>
              </a:r>
              <a:r>
                <a:rPr lang="zh-CN" altLang="en-US" sz="2000" b="1" dirty="0" smtClean="0">
                  <a:solidFill>
                    <a:schemeClr val="accent1">
                      <a:lumMod val="50000"/>
                    </a:schemeClr>
                  </a:solidFill>
                  <a:latin typeface="黑体" panose="02010609060101010101" pitchFamily="49" charset="-122"/>
                  <a:ea typeface="黑体" panose="02010609060101010101" pitchFamily="49" charset="-122"/>
                </a:rPr>
                <a:t>步骤</a:t>
              </a:r>
              <a:endParaRPr lang="zh-CN" altLang="en-US" sz="2000" b="1" dirty="0">
                <a:solidFill>
                  <a:schemeClr val="accent1">
                    <a:lumMod val="50000"/>
                  </a:schemeClr>
                </a:solidFill>
                <a:latin typeface="黑体" panose="02010609060101010101" pitchFamily="49" charset="-122"/>
                <a:ea typeface="黑体" panose="02010609060101010101" pitchFamily="49" charset="-122"/>
              </a:endParaRPr>
            </a:p>
          </p:txBody>
        </p:sp>
      </p:grpSp>
      <p:sp>
        <p:nvSpPr>
          <p:cNvPr id="27" name="MH_Desc_1"/>
          <p:cNvSpPr/>
          <p:nvPr>
            <p:custDataLst>
              <p:tags r:id="rId5"/>
            </p:custDataLst>
          </p:nvPr>
        </p:nvSpPr>
        <p:spPr>
          <a:xfrm>
            <a:off x="1474470" y="2774315"/>
            <a:ext cx="3587750" cy="2971800"/>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2520280" y="0"/>
                </a:lnTo>
                <a:lnTo>
                  <a:pt x="0" y="0"/>
                </a:lnTo>
                <a:close/>
              </a:path>
            </a:pathLst>
          </a:custGeom>
          <a:noFill/>
          <a:ln w="25400" cap="sq">
            <a:solidFill>
              <a:schemeClr val="accent1"/>
            </a:solidFill>
            <a:beve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anchor="ctr">
            <a:noAutofit/>
          </a:bodyPr>
          <a:lstStyle/>
          <a:p>
            <a:pPr algn="just">
              <a:spcBef>
                <a:spcPts val="600"/>
              </a:spcBef>
              <a:spcAft>
                <a:spcPts val="600"/>
              </a:spcAft>
              <a:defRPr/>
            </a:pPr>
            <a:r>
              <a:rPr lang="en-US" altLang="zh-CN" sz="2000" b="1" dirty="0" smtClean="0">
                <a:solidFill>
                  <a:schemeClr val="tx1"/>
                </a:solidFill>
              </a:rPr>
              <a:t>n</a:t>
            </a:r>
            <a:r>
              <a:rPr lang="zh-CN" altLang="en-US" sz="2000" b="1" dirty="0" smtClean="0">
                <a:solidFill>
                  <a:schemeClr val="tx1"/>
                </a:solidFill>
              </a:rPr>
              <a:t>：表示学生学号</a:t>
            </a:r>
            <a:endParaRPr lang="en-US" altLang="zh-CN" sz="2000" b="1" dirty="0" smtClean="0">
              <a:solidFill>
                <a:schemeClr val="tx1"/>
              </a:solidFill>
            </a:endParaRPr>
          </a:p>
          <a:p>
            <a:pPr algn="just">
              <a:spcBef>
                <a:spcPts val="600"/>
              </a:spcBef>
              <a:spcAft>
                <a:spcPts val="600"/>
              </a:spcAft>
              <a:defRPr/>
            </a:pPr>
            <a:r>
              <a:rPr lang="zh-CN" altLang="en-US" sz="2000" b="1" dirty="0" smtClean="0">
                <a:solidFill>
                  <a:schemeClr val="tx1"/>
                </a:solidFill>
              </a:rPr>
              <a:t>下标</a:t>
            </a:r>
            <a:r>
              <a:rPr lang="en-US" altLang="zh-CN" sz="2000" b="1" dirty="0" err="1" smtClean="0">
                <a:solidFill>
                  <a:schemeClr val="tx1"/>
                </a:solidFill>
              </a:rPr>
              <a:t>i</a:t>
            </a:r>
            <a:r>
              <a:rPr lang="zh-CN" altLang="en-US" sz="2000" b="1" dirty="0" smtClean="0">
                <a:solidFill>
                  <a:schemeClr val="tx1"/>
                </a:solidFill>
              </a:rPr>
              <a:t>：表示第几个学生</a:t>
            </a:r>
            <a:endParaRPr lang="en-US" altLang="zh-CN" sz="2000" b="1" dirty="0" smtClean="0">
              <a:solidFill>
                <a:schemeClr val="tx1"/>
              </a:solidFill>
            </a:endParaRPr>
          </a:p>
          <a:p>
            <a:pPr algn="just">
              <a:spcBef>
                <a:spcPts val="600"/>
              </a:spcBef>
              <a:spcAft>
                <a:spcPts val="600"/>
              </a:spcAft>
              <a:defRPr/>
            </a:pPr>
            <a:r>
              <a:rPr lang="en-US" altLang="zh-CN" sz="2000" b="1" dirty="0" smtClean="0">
                <a:solidFill>
                  <a:schemeClr val="tx1"/>
                </a:solidFill>
              </a:rPr>
              <a:t>n</a:t>
            </a:r>
            <a:r>
              <a:rPr lang="en-US" altLang="zh-CN" sz="2000" b="1" baseline="-25000" dirty="0">
                <a:solidFill>
                  <a:srgbClr val="454545"/>
                </a:solidFill>
              </a:rPr>
              <a:t>1</a:t>
            </a:r>
            <a:r>
              <a:rPr lang="zh-CN" altLang="en-US" sz="2000" b="1" dirty="0" smtClean="0">
                <a:solidFill>
                  <a:schemeClr val="tx1"/>
                </a:solidFill>
              </a:rPr>
              <a:t>：表示第一个学生的学号</a:t>
            </a:r>
            <a:endParaRPr lang="en-US" altLang="zh-CN" sz="2000" b="1" dirty="0" smtClean="0">
              <a:solidFill>
                <a:schemeClr val="tx1"/>
              </a:solidFill>
            </a:endParaRPr>
          </a:p>
          <a:p>
            <a:pPr algn="just">
              <a:spcBef>
                <a:spcPts val="600"/>
              </a:spcBef>
              <a:spcAft>
                <a:spcPts val="600"/>
              </a:spcAft>
              <a:defRPr/>
            </a:pPr>
            <a:r>
              <a:rPr lang="en-US" altLang="zh-CN" sz="2000" b="1" dirty="0" err="1" smtClean="0">
                <a:solidFill>
                  <a:schemeClr val="tx1"/>
                </a:solidFill>
              </a:rPr>
              <a:t>n</a:t>
            </a:r>
            <a:r>
              <a:rPr lang="en-US" altLang="zh-CN" sz="2000" b="1" baseline="-25000" dirty="0" err="1">
                <a:solidFill>
                  <a:srgbClr val="454545"/>
                </a:solidFill>
              </a:rPr>
              <a:t>i</a:t>
            </a:r>
            <a:r>
              <a:rPr lang="zh-CN" altLang="en-US" sz="2000" b="1" dirty="0" smtClean="0">
                <a:solidFill>
                  <a:schemeClr val="tx1"/>
                </a:solidFill>
              </a:rPr>
              <a:t>：表示第</a:t>
            </a:r>
            <a:r>
              <a:rPr lang="en-US" altLang="zh-CN" sz="2000" b="1" dirty="0" err="1" smtClean="0">
                <a:solidFill>
                  <a:schemeClr val="tx1"/>
                </a:solidFill>
              </a:rPr>
              <a:t>i</a:t>
            </a:r>
            <a:r>
              <a:rPr lang="zh-CN" altLang="en-US" sz="2000" b="1" dirty="0" smtClean="0">
                <a:solidFill>
                  <a:schemeClr val="tx1"/>
                </a:solidFill>
              </a:rPr>
              <a:t>个学生的学号</a:t>
            </a:r>
            <a:endParaRPr lang="en-US" altLang="zh-CN" sz="2000" b="1" dirty="0" smtClean="0">
              <a:solidFill>
                <a:schemeClr val="tx1"/>
              </a:solidFill>
            </a:endParaRPr>
          </a:p>
          <a:p>
            <a:pPr algn="just">
              <a:spcBef>
                <a:spcPts val="600"/>
              </a:spcBef>
              <a:spcAft>
                <a:spcPts val="600"/>
              </a:spcAft>
              <a:defRPr/>
            </a:pPr>
            <a:r>
              <a:rPr lang="en-US" altLang="zh-CN" sz="2000" b="1" dirty="0" smtClean="0">
                <a:solidFill>
                  <a:schemeClr val="tx1"/>
                </a:solidFill>
              </a:rPr>
              <a:t>g</a:t>
            </a:r>
            <a:r>
              <a:rPr lang="zh-CN" altLang="en-US" sz="2000" b="1" dirty="0" smtClean="0">
                <a:solidFill>
                  <a:schemeClr val="tx1"/>
                </a:solidFill>
              </a:rPr>
              <a:t>：表示学生的成绩</a:t>
            </a:r>
            <a:endParaRPr lang="en-US" altLang="zh-CN" sz="2000" b="1" dirty="0" smtClean="0">
              <a:solidFill>
                <a:schemeClr val="tx1"/>
              </a:solidFill>
            </a:endParaRPr>
          </a:p>
          <a:p>
            <a:pPr algn="just">
              <a:spcBef>
                <a:spcPts val="600"/>
              </a:spcBef>
              <a:spcAft>
                <a:spcPts val="600"/>
              </a:spcAft>
              <a:defRPr/>
            </a:pPr>
            <a:r>
              <a:rPr lang="en-US" altLang="zh-CN" sz="2000" b="1" dirty="0" smtClean="0">
                <a:solidFill>
                  <a:schemeClr val="tx1"/>
                </a:solidFill>
              </a:rPr>
              <a:t>g</a:t>
            </a:r>
            <a:r>
              <a:rPr lang="en-US" altLang="zh-CN" sz="2000" b="1" baseline="-25000" dirty="0">
                <a:solidFill>
                  <a:srgbClr val="454545"/>
                </a:solidFill>
              </a:rPr>
              <a:t>1</a:t>
            </a:r>
            <a:r>
              <a:rPr lang="zh-CN" altLang="en-US" sz="2000" b="1" dirty="0" smtClean="0">
                <a:solidFill>
                  <a:schemeClr val="tx1"/>
                </a:solidFill>
              </a:rPr>
              <a:t>：表示第</a:t>
            </a:r>
            <a:r>
              <a:rPr lang="zh-CN" altLang="en-US" sz="2000" b="1" dirty="0">
                <a:solidFill>
                  <a:schemeClr val="tx1"/>
                </a:solidFill>
              </a:rPr>
              <a:t>一</a:t>
            </a:r>
            <a:r>
              <a:rPr lang="zh-CN" altLang="en-US" sz="2000" b="1" dirty="0" smtClean="0">
                <a:solidFill>
                  <a:schemeClr val="tx1"/>
                </a:solidFill>
              </a:rPr>
              <a:t>个学生的成绩</a:t>
            </a:r>
            <a:endParaRPr lang="en-US" altLang="zh-CN" sz="2000" b="1" dirty="0" smtClean="0">
              <a:solidFill>
                <a:schemeClr val="tx1"/>
              </a:solidFill>
            </a:endParaRPr>
          </a:p>
          <a:p>
            <a:pPr algn="just">
              <a:spcBef>
                <a:spcPts val="600"/>
              </a:spcBef>
              <a:spcAft>
                <a:spcPts val="600"/>
              </a:spcAft>
              <a:defRPr/>
            </a:pPr>
            <a:r>
              <a:rPr lang="en-US" altLang="zh-CN" sz="2000" b="1" dirty="0" err="1" smtClean="0">
                <a:solidFill>
                  <a:schemeClr val="tx1"/>
                </a:solidFill>
              </a:rPr>
              <a:t>g</a:t>
            </a:r>
            <a:r>
              <a:rPr lang="en-US" altLang="zh-CN" sz="2000" b="1" baseline="-25000" dirty="0" err="1">
                <a:solidFill>
                  <a:srgbClr val="454545"/>
                </a:solidFill>
              </a:rPr>
              <a:t>i</a:t>
            </a:r>
            <a:r>
              <a:rPr lang="zh-CN" altLang="en-US" sz="2000" b="1" dirty="0" smtClean="0">
                <a:solidFill>
                  <a:schemeClr val="tx1"/>
                </a:solidFill>
              </a:rPr>
              <a:t>：表示第</a:t>
            </a:r>
            <a:r>
              <a:rPr lang="en-US" altLang="zh-CN" sz="2000" b="1" dirty="0" err="1" smtClean="0">
                <a:solidFill>
                  <a:schemeClr val="tx1"/>
                </a:solidFill>
              </a:rPr>
              <a:t>i</a:t>
            </a:r>
            <a:r>
              <a:rPr lang="zh-CN" altLang="en-US" sz="2000" b="1" dirty="0" smtClean="0">
                <a:solidFill>
                  <a:schemeClr val="tx1"/>
                </a:solidFill>
              </a:rPr>
              <a:t>个学生的成绩</a:t>
            </a:r>
            <a:endParaRPr lang="zh-CN" altLang="en-US" sz="2000" b="1" dirty="0" smtClean="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简单的算法举例</a:t>
            </a:r>
            <a:endParaRPr lang="zh-CN" altLang="en-US" dirty="0"/>
          </a:p>
        </p:txBody>
      </p:sp>
      <p:sp>
        <p:nvSpPr>
          <p:cNvPr id="3" name="内容占位符 2"/>
          <p:cNvSpPr>
            <a:spLocks noGrp="1"/>
          </p:cNvSpPr>
          <p:nvPr>
            <p:ph idx="1"/>
          </p:nvPr>
        </p:nvSpPr>
        <p:spPr>
          <a:xfrm>
            <a:off x="1302866" y="1481289"/>
            <a:ext cx="10340490" cy="589584"/>
          </a:xfrm>
        </p:spPr>
        <p:txBody>
          <a:bodyPr>
            <a:noAutofit/>
          </a:bodyPr>
          <a:lstStyle/>
          <a:p>
            <a:pPr marL="0" indent="0">
              <a:lnSpc>
                <a:spcPct val="120000"/>
              </a:lnSpc>
              <a:buNone/>
            </a:pPr>
            <a:r>
              <a:rPr lang="en-US" altLang="zh-CN" sz="2400" dirty="0" smtClean="0">
                <a:solidFill>
                  <a:schemeClr val="accent1"/>
                </a:solidFill>
              </a:rPr>
              <a:t>【</a:t>
            </a:r>
            <a:r>
              <a:rPr lang="zh-CN" altLang="en-US" sz="2400" dirty="0" smtClean="0">
                <a:solidFill>
                  <a:schemeClr val="accent1"/>
                </a:solidFill>
              </a:rPr>
              <a:t>例</a:t>
            </a:r>
            <a:r>
              <a:rPr lang="en-US" altLang="zh-CN" sz="2400" dirty="0" smtClean="0">
                <a:solidFill>
                  <a:schemeClr val="accent1"/>
                </a:solidFill>
              </a:rPr>
              <a:t>2.3】</a:t>
            </a:r>
            <a:r>
              <a:rPr lang="zh-CN" altLang="en-US" sz="2400" dirty="0">
                <a:solidFill>
                  <a:schemeClr val="accent1"/>
                </a:solidFill>
              </a:rPr>
              <a:t>判定</a:t>
            </a:r>
            <a:r>
              <a:rPr lang="en-US" altLang="zh-CN" sz="2400" dirty="0">
                <a:solidFill>
                  <a:schemeClr val="accent1"/>
                </a:solidFill>
              </a:rPr>
              <a:t>2000—2500</a:t>
            </a:r>
            <a:r>
              <a:rPr lang="zh-CN" altLang="en-US" sz="2400" dirty="0">
                <a:solidFill>
                  <a:schemeClr val="accent1"/>
                </a:solidFill>
              </a:rPr>
              <a:t>年中的每一年是否为闰年，并将结果输出</a:t>
            </a:r>
            <a:endParaRPr lang="en-US" altLang="zh-CN" sz="2400" dirty="0" smtClean="0">
              <a:solidFill>
                <a:schemeClr val="accent1"/>
              </a:solidFill>
            </a:endParaRPr>
          </a:p>
        </p:txBody>
      </p:sp>
      <p:grpSp>
        <p:nvGrpSpPr>
          <p:cNvPr id="14" name="组合 13"/>
          <p:cNvGrpSpPr/>
          <p:nvPr/>
        </p:nvGrpSpPr>
        <p:grpSpPr>
          <a:xfrm>
            <a:off x="4406900" y="2019300"/>
            <a:ext cx="7405370" cy="4518025"/>
            <a:chOff x="3986784" y="1795463"/>
            <a:chExt cx="3717925" cy="5046763"/>
          </a:xfrm>
        </p:grpSpPr>
        <p:sp>
          <p:nvSpPr>
            <p:cNvPr id="16" name="MH_Text_1"/>
            <p:cNvSpPr>
              <a:spLocks noChangeAspect="1"/>
            </p:cNvSpPr>
            <p:nvPr>
              <p:custDataLst>
                <p:tags r:id="rId1"/>
              </p:custDataLst>
            </p:nvPr>
          </p:nvSpPr>
          <p:spPr>
            <a:xfrm>
              <a:off x="3986784" y="2413116"/>
              <a:ext cx="3717925" cy="4429110"/>
            </a:xfrm>
            <a:prstGeom prst="roundRect">
              <a:avLst>
                <a:gd name="adj" fmla="val 1429"/>
              </a:avLst>
            </a:prstGeom>
            <a:solidFill>
              <a:srgbClr val="F2F2F2"/>
            </a:solidFill>
            <a:ln w="3175">
              <a:solidFill>
                <a:srgbClr val="D5D5D5"/>
              </a:solidFill>
              <a:prstDash val="solid"/>
            </a:ln>
          </p:spPr>
          <p:style>
            <a:lnRef idx="1">
              <a:schemeClr val="accent6"/>
            </a:lnRef>
            <a:fillRef idx="0">
              <a:schemeClr val="accent6"/>
            </a:fillRef>
            <a:effectRef idx="0">
              <a:schemeClr val="accent6"/>
            </a:effectRef>
            <a:fontRef idx="minor">
              <a:schemeClr val="tx1"/>
            </a:fontRef>
          </p:style>
          <p:txBody>
            <a:bodyPr lIns="288000" tIns="720000" rIns="288000" bIns="360000" anchor="ctr">
              <a:noAutofit/>
            </a:bodyPr>
            <a:lstStyle/>
            <a:p>
              <a:pPr algn="just">
                <a:spcBef>
                  <a:spcPts val="600"/>
                </a:spcBef>
                <a:spcAft>
                  <a:spcPts val="600"/>
                </a:spcAft>
                <a:defRPr/>
              </a:pPr>
              <a:r>
                <a:rPr lang="en-US" altLang="zh-CN" b="1" dirty="0" smtClean="0">
                  <a:solidFill>
                    <a:srgbClr val="454545"/>
                  </a:solidFill>
                </a:rPr>
                <a:t>S1</a:t>
              </a:r>
              <a:r>
                <a:rPr lang="en-US" altLang="zh-CN" b="1" dirty="0">
                  <a:solidFill>
                    <a:srgbClr val="454545"/>
                  </a:solidFill>
                </a:rPr>
                <a:t>: </a:t>
              </a:r>
              <a:r>
                <a:rPr lang="en-US" altLang="zh-CN" b="1" dirty="0" smtClean="0">
                  <a:solidFill>
                    <a:srgbClr val="454545"/>
                  </a:solidFill>
                </a:rPr>
                <a:t>2000=&gt;</a:t>
              </a:r>
              <a:r>
                <a:rPr lang="en-US" altLang="zh-CN" b="1" dirty="0">
                  <a:solidFill>
                    <a:srgbClr val="454545"/>
                  </a:solidFill>
                </a:rPr>
                <a:t>year</a:t>
              </a:r>
              <a:endParaRPr lang="zh-CN" altLang="en-US" b="1" dirty="0">
                <a:solidFill>
                  <a:srgbClr val="454545"/>
                </a:solidFill>
              </a:endParaRPr>
            </a:p>
            <a:p>
              <a:pPr algn="just">
                <a:spcBef>
                  <a:spcPts val="600"/>
                </a:spcBef>
                <a:spcAft>
                  <a:spcPts val="600"/>
                </a:spcAft>
                <a:defRPr/>
              </a:pPr>
              <a:r>
                <a:rPr lang="en-US" altLang="zh-CN" b="1" dirty="0">
                  <a:solidFill>
                    <a:srgbClr val="454545"/>
                  </a:solidFill>
                </a:rPr>
                <a:t>S2: </a:t>
              </a:r>
              <a:r>
                <a:rPr lang="zh-CN" altLang="en-US" b="1" dirty="0">
                  <a:solidFill>
                    <a:srgbClr val="454545"/>
                  </a:solidFill>
                </a:rPr>
                <a:t>若</a:t>
              </a:r>
              <a:r>
                <a:rPr lang="en-US" altLang="zh-CN" b="1" dirty="0">
                  <a:solidFill>
                    <a:srgbClr val="454545"/>
                  </a:solidFill>
                </a:rPr>
                <a:t>year</a:t>
              </a:r>
              <a:r>
                <a:rPr lang="zh-CN" altLang="en-US" b="1" dirty="0">
                  <a:solidFill>
                    <a:srgbClr val="454545"/>
                  </a:solidFill>
                </a:rPr>
                <a:t>不能被</a:t>
              </a:r>
              <a:r>
                <a:rPr lang="en-US" altLang="zh-CN" b="1" dirty="0">
                  <a:solidFill>
                    <a:srgbClr val="454545"/>
                  </a:solidFill>
                </a:rPr>
                <a:t>4</a:t>
              </a:r>
              <a:r>
                <a:rPr lang="zh-CN" altLang="en-US" b="1" dirty="0">
                  <a:solidFill>
                    <a:srgbClr val="454545"/>
                  </a:solidFill>
                </a:rPr>
                <a:t>整除，则输出</a:t>
              </a:r>
              <a:r>
                <a:rPr lang="en-US" altLang="zh-CN" b="1" dirty="0">
                  <a:solidFill>
                    <a:srgbClr val="454545"/>
                  </a:solidFill>
                </a:rPr>
                <a:t>year </a:t>
              </a:r>
              <a:r>
                <a:rPr lang="zh-CN" altLang="en-US" b="1" dirty="0">
                  <a:solidFill>
                    <a:srgbClr val="454545"/>
                  </a:solidFill>
                </a:rPr>
                <a:t>的值和“不是闰年”。</a:t>
              </a:r>
              <a:endParaRPr lang="zh-CN" altLang="en-US" b="1" dirty="0">
                <a:solidFill>
                  <a:srgbClr val="454545"/>
                </a:solidFill>
              </a:endParaRPr>
            </a:p>
            <a:p>
              <a:pPr algn="just">
                <a:spcBef>
                  <a:spcPts val="600"/>
                </a:spcBef>
                <a:spcAft>
                  <a:spcPts val="600"/>
                </a:spcAft>
                <a:defRPr/>
              </a:pPr>
              <a:r>
                <a:rPr lang="zh-CN" altLang="en-US" b="1" dirty="0">
                  <a:solidFill>
                    <a:srgbClr val="454545"/>
                  </a:solidFill>
                </a:rPr>
                <a:t>       然后转到</a:t>
              </a:r>
              <a:r>
                <a:rPr lang="en-US" altLang="zh-CN" b="1" dirty="0">
                  <a:solidFill>
                    <a:srgbClr val="454545"/>
                  </a:solidFill>
                </a:rPr>
                <a:t>S6</a:t>
              </a:r>
              <a:endParaRPr lang="zh-CN" altLang="en-US" b="1" dirty="0">
                <a:solidFill>
                  <a:srgbClr val="454545"/>
                </a:solidFill>
              </a:endParaRPr>
            </a:p>
            <a:p>
              <a:pPr algn="just">
                <a:spcBef>
                  <a:spcPts val="600"/>
                </a:spcBef>
                <a:spcAft>
                  <a:spcPts val="600"/>
                </a:spcAft>
                <a:defRPr/>
              </a:pPr>
              <a:r>
                <a:rPr lang="en-US" altLang="zh-CN" b="1" dirty="0" smtClean="0">
                  <a:solidFill>
                    <a:srgbClr val="454545"/>
                  </a:solidFill>
                </a:rPr>
                <a:t>S3</a:t>
              </a:r>
              <a:r>
                <a:rPr lang="en-US" altLang="zh-CN" b="1" dirty="0">
                  <a:solidFill>
                    <a:srgbClr val="454545"/>
                  </a:solidFill>
                </a:rPr>
                <a:t>: </a:t>
              </a:r>
              <a:r>
                <a:rPr lang="zh-CN" altLang="en-US" b="1" dirty="0">
                  <a:solidFill>
                    <a:srgbClr val="454545"/>
                  </a:solidFill>
                </a:rPr>
                <a:t>若</a:t>
              </a:r>
              <a:r>
                <a:rPr lang="en-US" altLang="zh-CN" b="1" dirty="0">
                  <a:solidFill>
                    <a:srgbClr val="454545"/>
                  </a:solidFill>
                </a:rPr>
                <a:t>year</a:t>
              </a:r>
              <a:r>
                <a:rPr lang="zh-CN" altLang="en-US" b="1" dirty="0">
                  <a:solidFill>
                    <a:srgbClr val="454545"/>
                  </a:solidFill>
                </a:rPr>
                <a:t>能被</a:t>
              </a:r>
              <a:r>
                <a:rPr lang="en-US" altLang="zh-CN" b="1" dirty="0">
                  <a:solidFill>
                    <a:srgbClr val="454545"/>
                  </a:solidFill>
                </a:rPr>
                <a:t>4</a:t>
              </a:r>
              <a:r>
                <a:rPr lang="zh-CN" altLang="en-US" b="1" dirty="0">
                  <a:solidFill>
                    <a:srgbClr val="454545"/>
                  </a:solidFill>
                </a:rPr>
                <a:t>整除，不能被</a:t>
              </a:r>
              <a:r>
                <a:rPr lang="en-US" altLang="zh-CN" b="1" dirty="0">
                  <a:solidFill>
                    <a:srgbClr val="454545"/>
                  </a:solidFill>
                </a:rPr>
                <a:t>100</a:t>
              </a:r>
              <a:r>
                <a:rPr lang="zh-CN" altLang="en-US" b="1" dirty="0">
                  <a:solidFill>
                    <a:srgbClr val="454545"/>
                  </a:solidFill>
                </a:rPr>
                <a:t>整除，则输出</a:t>
              </a:r>
              <a:r>
                <a:rPr lang="en-US" altLang="zh-CN" b="1" dirty="0">
                  <a:solidFill>
                    <a:srgbClr val="454545"/>
                  </a:solidFill>
                </a:rPr>
                <a:t>year</a:t>
              </a:r>
              <a:r>
                <a:rPr lang="zh-CN" altLang="en-US" b="1" dirty="0">
                  <a:solidFill>
                    <a:srgbClr val="454545"/>
                  </a:solidFill>
                </a:rPr>
                <a:t>的值和“是闰年”。</a:t>
              </a:r>
              <a:endParaRPr lang="zh-CN" altLang="en-US" b="1" dirty="0">
                <a:solidFill>
                  <a:srgbClr val="454545"/>
                </a:solidFill>
              </a:endParaRPr>
            </a:p>
            <a:p>
              <a:pPr algn="just">
                <a:spcBef>
                  <a:spcPts val="600"/>
                </a:spcBef>
                <a:spcAft>
                  <a:spcPts val="600"/>
                </a:spcAft>
                <a:defRPr/>
              </a:pPr>
              <a:r>
                <a:rPr lang="zh-CN" altLang="en-US" b="1" dirty="0">
                  <a:solidFill>
                    <a:srgbClr val="454545"/>
                  </a:solidFill>
                </a:rPr>
                <a:t>      然后转到</a:t>
              </a:r>
              <a:r>
                <a:rPr lang="en-US" altLang="zh-CN" b="1" dirty="0">
                  <a:solidFill>
                    <a:srgbClr val="454545"/>
                  </a:solidFill>
                </a:rPr>
                <a:t>S6</a:t>
              </a:r>
              <a:endParaRPr lang="en-US" altLang="zh-CN" b="1" dirty="0">
                <a:solidFill>
                  <a:srgbClr val="454545"/>
                </a:solidFill>
              </a:endParaRPr>
            </a:p>
            <a:p>
              <a:pPr algn="just">
                <a:spcBef>
                  <a:spcPts val="600"/>
                </a:spcBef>
                <a:spcAft>
                  <a:spcPts val="600"/>
                </a:spcAft>
                <a:defRPr/>
              </a:pPr>
              <a:r>
                <a:rPr lang="en-US" altLang="zh-CN" b="1" dirty="0" smtClean="0">
                  <a:solidFill>
                    <a:srgbClr val="454545"/>
                  </a:solidFill>
                </a:rPr>
                <a:t>S4</a:t>
              </a:r>
              <a:r>
                <a:rPr lang="en-US" altLang="zh-CN" b="1" dirty="0">
                  <a:solidFill>
                    <a:srgbClr val="454545"/>
                  </a:solidFill>
                </a:rPr>
                <a:t>: </a:t>
              </a:r>
              <a:r>
                <a:rPr lang="zh-CN" altLang="en-US" b="1" dirty="0">
                  <a:solidFill>
                    <a:srgbClr val="454545"/>
                  </a:solidFill>
                </a:rPr>
                <a:t>若</a:t>
              </a:r>
              <a:r>
                <a:rPr lang="en-US" altLang="zh-CN" b="1" dirty="0">
                  <a:solidFill>
                    <a:srgbClr val="454545"/>
                  </a:solidFill>
                </a:rPr>
                <a:t>year</a:t>
              </a:r>
              <a:r>
                <a:rPr lang="zh-CN" altLang="en-US" b="1" dirty="0">
                  <a:solidFill>
                    <a:srgbClr val="454545"/>
                  </a:solidFill>
                </a:rPr>
                <a:t>能被</a:t>
              </a:r>
              <a:r>
                <a:rPr lang="en-US" altLang="zh-CN" b="1" dirty="0">
                  <a:solidFill>
                    <a:srgbClr val="454545"/>
                  </a:solidFill>
                </a:rPr>
                <a:t>400</a:t>
              </a:r>
              <a:r>
                <a:rPr lang="zh-CN" altLang="en-US" b="1" dirty="0">
                  <a:solidFill>
                    <a:srgbClr val="454545"/>
                  </a:solidFill>
                </a:rPr>
                <a:t>整除，输出</a:t>
              </a:r>
              <a:r>
                <a:rPr lang="en-US" altLang="zh-CN" b="1" dirty="0">
                  <a:solidFill>
                    <a:srgbClr val="454545"/>
                  </a:solidFill>
                </a:rPr>
                <a:t>year</a:t>
              </a:r>
              <a:r>
                <a:rPr lang="zh-CN" altLang="en-US" b="1" dirty="0">
                  <a:solidFill>
                    <a:srgbClr val="454545"/>
                  </a:solidFill>
                </a:rPr>
                <a:t>的值和“是闰年” ，然后转到</a:t>
              </a:r>
              <a:r>
                <a:rPr lang="en-US" altLang="zh-CN" b="1" dirty="0">
                  <a:solidFill>
                    <a:srgbClr val="454545"/>
                  </a:solidFill>
                </a:rPr>
                <a:t>S6</a:t>
              </a:r>
              <a:endParaRPr lang="en-US" altLang="zh-CN" b="1" dirty="0">
                <a:solidFill>
                  <a:srgbClr val="454545"/>
                </a:solidFill>
              </a:endParaRPr>
            </a:p>
            <a:p>
              <a:pPr algn="just">
                <a:spcBef>
                  <a:spcPts val="600"/>
                </a:spcBef>
                <a:spcAft>
                  <a:spcPts val="600"/>
                </a:spcAft>
                <a:defRPr/>
              </a:pPr>
              <a:r>
                <a:rPr lang="en-US" altLang="zh-CN" b="1" dirty="0" smtClean="0">
                  <a:solidFill>
                    <a:srgbClr val="454545"/>
                  </a:solidFill>
                </a:rPr>
                <a:t>S5</a:t>
              </a:r>
              <a:r>
                <a:rPr lang="en-US" altLang="zh-CN" b="1" dirty="0">
                  <a:solidFill>
                    <a:srgbClr val="454545"/>
                  </a:solidFill>
                </a:rPr>
                <a:t>: </a:t>
              </a:r>
              <a:r>
                <a:rPr lang="zh-CN" altLang="en-US" b="1" dirty="0">
                  <a:solidFill>
                    <a:srgbClr val="454545"/>
                  </a:solidFill>
                </a:rPr>
                <a:t>输出</a:t>
              </a:r>
              <a:r>
                <a:rPr lang="en-US" altLang="zh-CN" b="1" dirty="0">
                  <a:solidFill>
                    <a:srgbClr val="454545"/>
                  </a:solidFill>
                </a:rPr>
                <a:t>year</a:t>
              </a:r>
              <a:r>
                <a:rPr lang="zh-CN" altLang="en-US" b="1" dirty="0">
                  <a:solidFill>
                    <a:srgbClr val="454545"/>
                  </a:solidFill>
                </a:rPr>
                <a:t>的值和“不是闰年”</a:t>
              </a:r>
              <a:endParaRPr lang="zh-CN" altLang="en-US" b="1" dirty="0">
                <a:solidFill>
                  <a:srgbClr val="454545"/>
                </a:solidFill>
              </a:endParaRPr>
            </a:p>
            <a:p>
              <a:pPr algn="just">
                <a:spcBef>
                  <a:spcPts val="600"/>
                </a:spcBef>
                <a:spcAft>
                  <a:spcPts val="600"/>
                </a:spcAft>
                <a:defRPr/>
              </a:pPr>
              <a:r>
                <a:rPr lang="en-US" altLang="zh-CN" b="1" dirty="0" smtClean="0">
                  <a:solidFill>
                    <a:srgbClr val="454545"/>
                  </a:solidFill>
                </a:rPr>
                <a:t>S6</a:t>
              </a:r>
              <a:r>
                <a:rPr lang="en-US" altLang="zh-CN" b="1" dirty="0">
                  <a:solidFill>
                    <a:srgbClr val="454545"/>
                  </a:solidFill>
                </a:rPr>
                <a:t>: </a:t>
              </a:r>
              <a:r>
                <a:rPr lang="en-US" altLang="zh-CN" b="1" dirty="0" smtClean="0">
                  <a:solidFill>
                    <a:srgbClr val="454545"/>
                  </a:solidFill>
                </a:rPr>
                <a:t>year+1=&gt;year</a:t>
              </a:r>
              <a:endParaRPr lang="en-US" altLang="zh-CN" b="1" dirty="0">
                <a:solidFill>
                  <a:srgbClr val="454545"/>
                </a:solidFill>
              </a:endParaRPr>
            </a:p>
            <a:p>
              <a:pPr algn="just">
                <a:spcBef>
                  <a:spcPts val="600"/>
                </a:spcBef>
                <a:spcAft>
                  <a:spcPts val="600"/>
                </a:spcAft>
                <a:defRPr/>
              </a:pPr>
              <a:r>
                <a:rPr lang="en-US" altLang="zh-CN" b="1" dirty="0" smtClean="0">
                  <a:solidFill>
                    <a:srgbClr val="454545"/>
                  </a:solidFill>
                </a:rPr>
                <a:t>S7</a:t>
              </a:r>
              <a:r>
                <a:rPr lang="en-US" altLang="zh-CN" b="1" dirty="0">
                  <a:solidFill>
                    <a:srgbClr val="454545"/>
                  </a:solidFill>
                </a:rPr>
                <a:t>: </a:t>
              </a:r>
              <a:r>
                <a:rPr lang="zh-CN" altLang="en-US" b="1" dirty="0">
                  <a:solidFill>
                    <a:srgbClr val="454545"/>
                  </a:solidFill>
                </a:rPr>
                <a:t>当</a:t>
              </a:r>
              <a:r>
                <a:rPr lang="en-US" altLang="zh-CN" b="1" dirty="0">
                  <a:solidFill>
                    <a:srgbClr val="454545"/>
                  </a:solidFill>
                </a:rPr>
                <a:t>year≤2500</a:t>
              </a:r>
              <a:r>
                <a:rPr lang="zh-CN" altLang="en-US" b="1" dirty="0">
                  <a:solidFill>
                    <a:srgbClr val="454545"/>
                  </a:solidFill>
                </a:rPr>
                <a:t>时，转</a:t>
              </a:r>
              <a:r>
                <a:rPr lang="en-US" altLang="zh-CN" b="1" dirty="0">
                  <a:solidFill>
                    <a:srgbClr val="454545"/>
                  </a:solidFill>
                </a:rPr>
                <a:t>S2</a:t>
              </a:r>
              <a:r>
                <a:rPr lang="zh-CN" altLang="en-US" b="1" dirty="0">
                  <a:solidFill>
                    <a:srgbClr val="454545"/>
                  </a:solidFill>
                </a:rPr>
                <a:t>继续执行，否则算法</a:t>
              </a:r>
              <a:r>
                <a:rPr lang="zh-CN" altLang="en-US" b="1" dirty="0" smtClean="0">
                  <a:solidFill>
                    <a:srgbClr val="454545"/>
                  </a:solidFill>
                </a:rPr>
                <a:t>停止</a:t>
              </a:r>
              <a:endParaRPr lang="zh-CN" altLang="en-US" b="1" dirty="0" smtClean="0">
                <a:solidFill>
                  <a:srgbClr val="454545"/>
                </a:solidFill>
              </a:endParaRPr>
            </a:p>
          </p:txBody>
        </p:sp>
        <p:sp>
          <p:nvSpPr>
            <p:cNvPr id="19" name="MH_Other_1"/>
            <p:cNvSpPr/>
            <p:nvPr>
              <p:custDataLst>
                <p:tags r:id="rId2"/>
              </p:custDataLst>
            </p:nvPr>
          </p:nvSpPr>
          <p:spPr>
            <a:xfrm>
              <a:off x="4621214" y="1795463"/>
              <a:ext cx="276225" cy="120650"/>
            </a:xfrm>
            <a:custGeom>
              <a:avLst/>
              <a:gdLst>
                <a:gd name="connsiteX0" fmla="*/ 131005 w 311731"/>
                <a:gd name="connsiteY0" fmla="*/ 0 h 121823"/>
                <a:gd name="connsiteX1" fmla="*/ 180725 w 311731"/>
                <a:gd name="connsiteY1" fmla="*/ 0 h 121823"/>
                <a:gd name="connsiteX2" fmla="*/ 205433 w 311731"/>
                <a:gd name="connsiteY2" fmla="*/ 4162 h 121823"/>
                <a:gd name="connsiteX3" fmla="*/ 309453 w 311731"/>
                <a:gd name="connsiteY3" fmla="*/ 109253 h 121823"/>
                <a:gd name="connsiteX4" fmla="*/ 311731 w 311731"/>
                <a:gd name="connsiteY4" fmla="*/ 121823 h 121823"/>
                <a:gd name="connsiteX5" fmla="*/ 0 w 311731"/>
                <a:gd name="connsiteY5" fmla="*/ 121823 h 121823"/>
                <a:gd name="connsiteX6" fmla="*/ 2277 w 311731"/>
                <a:gd name="connsiteY6" fmla="*/ 109253 h 121823"/>
                <a:gd name="connsiteX7" fmla="*/ 106298 w 311731"/>
                <a:gd name="connsiteY7" fmla="*/ 4162 h 121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1731" h="121823">
                  <a:moveTo>
                    <a:pt x="131005" y="0"/>
                  </a:moveTo>
                  <a:lnTo>
                    <a:pt x="180725" y="0"/>
                  </a:lnTo>
                  <a:lnTo>
                    <a:pt x="205433" y="4162"/>
                  </a:lnTo>
                  <a:cubicBezTo>
                    <a:pt x="252408" y="20443"/>
                    <a:pt x="290475" y="59254"/>
                    <a:pt x="309453" y="109253"/>
                  </a:cubicBezTo>
                  <a:lnTo>
                    <a:pt x="311731" y="121823"/>
                  </a:lnTo>
                  <a:lnTo>
                    <a:pt x="0" y="121823"/>
                  </a:lnTo>
                  <a:lnTo>
                    <a:pt x="2277" y="109253"/>
                  </a:lnTo>
                  <a:cubicBezTo>
                    <a:pt x="21256" y="59254"/>
                    <a:pt x="59323" y="20443"/>
                    <a:pt x="106298" y="4162"/>
                  </a:cubicBezTo>
                  <a:close/>
                </a:path>
              </a:pathLst>
            </a:custGeom>
            <a:gradFill>
              <a:gsLst>
                <a:gs pos="0">
                  <a:schemeClr val="accent1">
                    <a:lumMod val="50000"/>
                  </a:schemeClr>
                </a:gs>
                <a:gs pos="49000">
                  <a:schemeClr val="accent1"/>
                </a:gs>
                <a:gs pos="100000">
                  <a:schemeClr val="accent1">
                    <a:lumMod val="5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dirty="0"/>
            </a:p>
          </p:txBody>
        </p:sp>
        <p:sp>
          <p:nvSpPr>
            <p:cNvPr id="20" name="MH_Other_2"/>
            <p:cNvSpPr/>
            <p:nvPr>
              <p:custDataLst>
                <p:tags r:id="rId3"/>
              </p:custDataLst>
            </p:nvPr>
          </p:nvSpPr>
          <p:spPr>
            <a:xfrm>
              <a:off x="6948489" y="1795463"/>
              <a:ext cx="261937" cy="120650"/>
            </a:xfrm>
            <a:custGeom>
              <a:avLst/>
              <a:gdLst>
                <a:gd name="connsiteX0" fmla="*/ 145370 w 318081"/>
                <a:gd name="connsiteY0" fmla="*/ 0 h 130555"/>
                <a:gd name="connsiteX1" fmla="*/ 172710 w 318081"/>
                <a:gd name="connsiteY1" fmla="*/ 0 h 130555"/>
                <a:gd name="connsiteX2" fmla="*/ 209618 w 318081"/>
                <a:gd name="connsiteY2" fmla="*/ 6428 h 130555"/>
                <a:gd name="connsiteX3" fmla="*/ 315757 w 318081"/>
                <a:gd name="connsiteY3" fmla="*/ 117294 h 130555"/>
                <a:gd name="connsiteX4" fmla="*/ 318081 w 318081"/>
                <a:gd name="connsiteY4" fmla="*/ 130555 h 130555"/>
                <a:gd name="connsiteX5" fmla="*/ 0 w 318081"/>
                <a:gd name="connsiteY5" fmla="*/ 130555 h 130555"/>
                <a:gd name="connsiteX6" fmla="*/ 2324 w 318081"/>
                <a:gd name="connsiteY6" fmla="*/ 117294 h 130555"/>
                <a:gd name="connsiteX7" fmla="*/ 108463 w 318081"/>
                <a:gd name="connsiteY7" fmla="*/ 6428 h 130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8081" h="130555">
                  <a:moveTo>
                    <a:pt x="145370" y="0"/>
                  </a:moveTo>
                  <a:lnTo>
                    <a:pt x="172710" y="0"/>
                  </a:lnTo>
                  <a:lnTo>
                    <a:pt x="209618" y="6428"/>
                  </a:lnTo>
                  <a:cubicBezTo>
                    <a:pt x="257550" y="23604"/>
                    <a:pt x="296392" y="64548"/>
                    <a:pt x="315757" y="117294"/>
                  </a:cubicBezTo>
                  <a:lnTo>
                    <a:pt x="318081" y="130555"/>
                  </a:lnTo>
                  <a:lnTo>
                    <a:pt x="0" y="130555"/>
                  </a:lnTo>
                  <a:lnTo>
                    <a:pt x="2324" y="117294"/>
                  </a:lnTo>
                  <a:cubicBezTo>
                    <a:pt x="21689" y="64548"/>
                    <a:pt x="60531" y="23604"/>
                    <a:pt x="108463" y="6428"/>
                  </a:cubicBezTo>
                  <a:close/>
                </a:path>
              </a:pathLst>
            </a:custGeom>
            <a:gradFill>
              <a:gsLst>
                <a:gs pos="0">
                  <a:schemeClr val="accent1">
                    <a:lumMod val="50000"/>
                  </a:schemeClr>
                </a:gs>
                <a:gs pos="49000">
                  <a:schemeClr val="accent1"/>
                </a:gs>
                <a:gs pos="100000">
                  <a:schemeClr val="accent1">
                    <a:lumMod val="5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dirty="0"/>
            </a:p>
          </p:txBody>
        </p:sp>
        <p:sp>
          <p:nvSpPr>
            <p:cNvPr id="21" name="MH_SubTitle_1"/>
            <p:cNvSpPr/>
            <p:nvPr>
              <p:custDataLst>
                <p:tags r:id="rId4"/>
              </p:custDataLst>
            </p:nvPr>
          </p:nvSpPr>
          <p:spPr>
            <a:xfrm>
              <a:off x="4760914" y="1795464"/>
              <a:ext cx="2308225" cy="649287"/>
            </a:xfrm>
            <a:custGeom>
              <a:avLst/>
              <a:gdLst>
                <a:gd name="connsiteX0" fmla="*/ 0 w 2600830"/>
                <a:gd name="connsiteY0" fmla="*/ 0 h 649288"/>
                <a:gd name="connsiteX1" fmla="*/ 2600830 w 2600830"/>
                <a:gd name="connsiteY1" fmla="*/ 0 h 649288"/>
                <a:gd name="connsiteX2" fmla="*/ 2520047 w 2600830"/>
                <a:gd name="connsiteY2" fmla="*/ 89402 h 649288"/>
                <a:gd name="connsiteX3" fmla="*/ 1945040 w 2600830"/>
                <a:gd name="connsiteY3" fmla="*/ 646112 h 649288"/>
                <a:gd name="connsiteX4" fmla="*/ 648052 w 2600830"/>
                <a:gd name="connsiteY4" fmla="*/ 649287 h 649288"/>
                <a:gd name="connsiteX5" fmla="*/ 77908 w 2600830"/>
                <a:gd name="connsiteY5" fmla="*/ 84156 h 649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0830" h="649288">
                  <a:moveTo>
                    <a:pt x="0" y="0"/>
                  </a:moveTo>
                  <a:lnTo>
                    <a:pt x="2600830" y="0"/>
                  </a:lnTo>
                  <a:lnTo>
                    <a:pt x="2520047" y="89402"/>
                  </a:lnTo>
                  <a:cubicBezTo>
                    <a:pt x="2351572" y="318525"/>
                    <a:pt x="2323328" y="645186"/>
                    <a:pt x="1945040" y="646112"/>
                  </a:cubicBezTo>
                  <a:lnTo>
                    <a:pt x="648052" y="649287"/>
                  </a:lnTo>
                  <a:cubicBezTo>
                    <a:pt x="269764" y="650213"/>
                    <a:pt x="245977" y="310819"/>
                    <a:pt x="77908" y="84156"/>
                  </a:cubicBezTo>
                  <a:close/>
                </a:path>
              </a:pathLst>
            </a:custGeom>
            <a:gradFill flip="none" rotWithShape="1">
              <a:gsLst>
                <a:gs pos="0">
                  <a:schemeClr val="accent1">
                    <a:lumMod val="60000"/>
                    <a:lumOff val="40000"/>
                  </a:schemeClr>
                </a:gs>
                <a:gs pos="26000">
                  <a:schemeClr val="accent1">
                    <a:lumMod val="40000"/>
                    <a:lumOff val="60000"/>
                  </a:schemeClr>
                </a:gs>
                <a:gs pos="100000">
                  <a:schemeClr val="accent1">
                    <a:lumMod val="60000"/>
                    <a:lumOff val="40000"/>
                  </a:schemeClr>
                </a:gs>
              </a:gsLst>
              <a:lin ang="5400000" scaled="0"/>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defRPr/>
              </a:pPr>
              <a:r>
                <a:rPr lang="zh-CN" altLang="en-US" sz="2000" b="1" dirty="0">
                  <a:solidFill>
                    <a:schemeClr val="accent1">
                      <a:lumMod val="50000"/>
                    </a:schemeClr>
                  </a:solidFill>
                  <a:latin typeface="黑体" panose="02010609060101010101" pitchFamily="49" charset="-122"/>
                  <a:ea typeface="黑体" panose="02010609060101010101" pitchFamily="49" charset="-122"/>
                </a:rPr>
                <a:t>算法</a:t>
              </a:r>
              <a:r>
                <a:rPr lang="zh-CN" altLang="en-US" sz="2000" b="1" dirty="0" smtClean="0">
                  <a:solidFill>
                    <a:schemeClr val="accent1">
                      <a:lumMod val="50000"/>
                    </a:schemeClr>
                  </a:solidFill>
                  <a:latin typeface="黑体" panose="02010609060101010101" pitchFamily="49" charset="-122"/>
                  <a:ea typeface="黑体" panose="02010609060101010101" pitchFamily="49" charset="-122"/>
                </a:rPr>
                <a:t>步骤</a:t>
              </a:r>
              <a:endParaRPr lang="zh-CN" altLang="en-US" sz="2000" b="1" dirty="0">
                <a:solidFill>
                  <a:schemeClr val="accent1">
                    <a:lumMod val="50000"/>
                  </a:schemeClr>
                </a:solidFill>
                <a:latin typeface="黑体" panose="02010609060101010101" pitchFamily="49" charset="-122"/>
                <a:ea typeface="黑体" panose="02010609060101010101" pitchFamily="49" charset="-122"/>
              </a:endParaRPr>
            </a:p>
          </p:txBody>
        </p:sp>
      </p:grpSp>
      <p:grpSp>
        <p:nvGrpSpPr>
          <p:cNvPr id="10" name="组合 9"/>
          <p:cNvGrpSpPr/>
          <p:nvPr/>
        </p:nvGrpSpPr>
        <p:grpSpPr>
          <a:xfrm>
            <a:off x="200599" y="2404438"/>
            <a:ext cx="4493895" cy="3181739"/>
            <a:chOff x="3063481" y="1566863"/>
            <a:chExt cx="6624496" cy="4827588"/>
          </a:xfrm>
        </p:grpSpPr>
        <p:sp>
          <p:nvSpPr>
            <p:cNvPr id="11" name="MH_Other_1"/>
            <p:cNvSpPr/>
            <p:nvPr>
              <p:custDataLst>
                <p:tags r:id="rId5"/>
              </p:custDataLst>
            </p:nvPr>
          </p:nvSpPr>
          <p:spPr bwMode="auto">
            <a:xfrm>
              <a:off x="5054600" y="1587501"/>
              <a:ext cx="2281238" cy="2308225"/>
            </a:xfrm>
            <a:custGeom>
              <a:avLst/>
              <a:gdLst>
                <a:gd name="T0" fmla="*/ 276741 w 2400920"/>
                <a:gd name="T1" fmla="*/ 0 h 2429116"/>
                <a:gd name="T2" fmla="*/ 547860 w 2400920"/>
                <a:gd name="T3" fmla="*/ 221175 h 2429116"/>
                <a:gd name="T4" fmla="*/ 552122 w 2400920"/>
                <a:gd name="T5" fmla="*/ 263484 h 2429116"/>
                <a:gd name="T6" fmla="*/ 552928 w 2400920"/>
                <a:gd name="T7" fmla="*/ 262695 h 2429116"/>
                <a:gd name="T8" fmla="*/ 553509 w 2400920"/>
                <a:gd name="T9" fmla="*/ 262124 h 2429116"/>
                <a:gd name="T10" fmla="*/ 939073 w 2400920"/>
                <a:gd name="T11" fmla="*/ 571077 h 2429116"/>
                <a:gd name="T12" fmla="*/ 937711 w 2400920"/>
                <a:gd name="T13" fmla="*/ 572407 h 2429116"/>
                <a:gd name="T14" fmla="*/ 960762 w 2400920"/>
                <a:gd name="T15" fmla="*/ 570082 h 2429116"/>
                <a:gd name="T16" fmla="*/ 1368042 w 2400920"/>
                <a:gd name="T17" fmla="*/ 977745 h 2429116"/>
                <a:gd name="T18" fmla="*/ 960762 w 2400920"/>
                <a:gd name="T19" fmla="*/ 1385405 h 2429116"/>
                <a:gd name="T20" fmla="*/ 553483 w 2400920"/>
                <a:gd name="T21" fmla="*/ 977745 h 2429116"/>
                <a:gd name="T22" fmla="*/ 555585 w 2400920"/>
                <a:gd name="T23" fmla="*/ 936064 h 2429116"/>
                <a:gd name="T24" fmla="*/ 555645 w 2400920"/>
                <a:gd name="T25" fmla="*/ 935674 h 2429116"/>
                <a:gd name="T26" fmla="*/ 557771 w 2400920"/>
                <a:gd name="T27" fmla="*/ 893773 h 2429116"/>
                <a:gd name="T28" fmla="*/ 255454 w 2400920"/>
                <a:gd name="T29" fmla="*/ 553559 h 2429116"/>
                <a:gd name="T30" fmla="*/ 257035 w 2400920"/>
                <a:gd name="T31" fmla="*/ 552012 h 2429116"/>
                <a:gd name="T32" fmla="*/ 220968 w 2400920"/>
                <a:gd name="T33" fmla="*/ 548373 h 2429116"/>
                <a:gd name="T34" fmla="*/ 0 w 2400920"/>
                <a:gd name="T35" fmla="*/ 277001 h 2429116"/>
                <a:gd name="T36" fmla="*/ 276741 w 2400920"/>
                <a:gd name="T37" fmla="*/ 0 h 242911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 name="T54" fmla="*/ 0 60000 65536"/>
                <a:gd name="T55" fmla="*/ 0 60000 65536"/>
                <a:gd name="T56" fmla="*/ 0 60000 65536"/>
              </a:gdLst>
              <a:ahLst/>
              <a:cxnLst>
                <a:cxn ang="T38">
                  <a:pos x="T0" y="T1"/>
                </a:cxn>
                <a:cxn ang="T39">
                  <a:pos x="T2" y="T3"/>
                </a:cxn>
                <a:cxn ang="T40">
                  <a:pos x="T4" y="T5"/>
                </a:cxn>
                <a:cxn ang="T41">
                  <a:pos x="T6" y="T7"/>
                </a:cxn>
                <a:cxn ang="T42">
                  <a:pos x="T8" y="T9"/>
                </a:cxn>
                <a:cxn ang="T43">
                  <a:pos x="T10" y="T11"/>
                </a:cxn>
                <a:cxn ang="T44">
                  <a:pos x="T12" y="T13"/>
                </a:cxn>
                <a:cxn ang="T45">
                  <a:pos x="T14" y="T15"/>
                </a:cxn>
                <a:cxn ang="T46">
                  <a:pos x="T16" y="T17"/>
                </a:cxn>
                <a:cxn ang="T47">
                  <a:pos x="T18" y="T19"/>
                </a:cxn>
                <a:cxn ang="T48">
                  <a:pos x="T20" y="T21"/>
                </a:cxn>
                <a:cxn ang="T49">
                  <a:pos x="T22" y="T23"/>
                </a:cxn>
                <a:cxn ang="T50">
                  <a:pos x="T24" y="T25"/>
                </a:cxn>
                <a:cxn ang="T51">
                  <a:pos x="T26" y="T27"/>
                </a:cxn>
                <a:cxn ang="T52">
                  <a:pos x="T28" y="T29"/>
                </a:cxn>
                <a:cxn ang="T53">
                  <a:pos x="T30" y="T31"/>
                </a:cxn>
                <a:cxn ang="T54">
                  <a:pos x="T32" y="T33"/>
                </a:cxn>
                <a:cxn ang="T55">
                  <a:pos x="T34" y="T35"/>
                </a:cxn>
                <a:cxn ang="T56">
                  <a:pos x="T36" y="T37"/>
                </a:cxn>
              </a:cxnLst>
              <a:rect l="0" t="0" r="r" b="b"/>
              <a:pathLst>
                <a:path w="2400920" h="2429116">
                  <a:moveTo>
                    <a:pt x="485682" y="0"/>
                  </a:moveTo>
                  <a:cubicBezTo>
                    <a:pt x="720388" y="0"/>
                    <a:pt x="916209" y="166483"/>
                    <a:pt x="961497" y="387800"/>
                  </a:cubicBezTo>
                  <a:lnTo>
                    <a:pt x="968975" y="461981"/>
                  </a:lnTo>
                  <a:lnTo>
                    <a:pt x="970390" y="460598"/>
                  </a:lnTo>
                  <a:cubicBezTo>
                    <a:pt x="971412" y="459600"/>
                    <a:pt x="971412" y="459600"/>
                    <a:pt x="971412" y="459600"/>
                  </a:cubicBezTo>
                  <a:cubicBezTo>
                    <a:pt x="990958" y="809567"/>
                    <a:pt x="1132434" y="1030159"/>
                    <a:pt x="1648077" y="1001305"/>
                  </a:cubicBezTo>
                  <a:lnTo>
                    <a:pt x="1645688" y="1003638"/>
                  </a:lnTo>
                  <a:lnTo>
                    <a:pt x="1686142" y="999560"/>
                  </a:lnTo>
                  <a:cubicBezTo>
                    <a:pt x="2080903" y="999560"/>
                    <a:pt x="2400920" y="1319577"/>
                    <a:pt x="2400920" y="1714338"/>
                  </a:cubicBezTo>
                  <a:cubicBezTo>
                    <a:pt x="2400920" y="2109099"/>
                    <a:pt x="2080903" y="2429116"/>
                    <a:pt x="1686142" y="2429116"/>
                  </a:cubicBezTo>
                  <a:cubicBezTo>
                    <a:pt x="1291381" y="2429116"/>
                    <a:pt x="971364" y="2109099"/>
                    <a:pt x="971364" y="1714338"/>
                  </a:cubicBezTo>
                  <a:cubicBezTo>
                    <a:pt x="971364" y="1689666"/>
                    <a:pt x="972614" y="1665285"/>
                    <a:pt x="975055" y="1641256"/>
                  </a:cubicBezTo>
                  <a:lnTo>
                    <a:pt x="975159" y="1640574"/>
                  </a:lnTo>
                  <a:lnTo>
                    <a:pt x="978892" y="1567105"/>
                  </a:lnTo>
                  <a:cubicBezTo>
                    <a:pt x="987529" y="1126838"/>
                    <a:pt x="776417" y="996767"/>
                    <a:pt x="448322" y="970590"/>
                  </a:cubicBezTo>
                  <a:lnTo>
                    <a:pt x="451098" y="967878"/>
                  </a:lnTo>
                  <a:lnTo>
                    <a:pt x="387800" y="961497"/>
                  </a:lnTo>
                  <a:cubicBezTo>
                    <a:pt x="166483" y="916209"/>
                    <a:pt x="0" y="720388"/>
                    <a:pt x="0" y="485682"/>
                  </a:cubicBezTo>
                  <a:cubicBezTo>
                    <a:pt x="0" y="217447"/>
                    <a:pt x="217447" y="0"/>
                    <a:pt x="485682" y="0"/>
                  </a:cubicBezTo>
                  <a:close/>
                </a:path>
              </a:pathLst>
            </a:custGeom>
            <a:solidFill>
              <a:schemeClr val="accent1"/>
            </a:solidFill>
            <a:ln>
              <a:noFill/>
            </a:ln>
          </p:spPr>
          <p:txBody>
            <a:bodyPr/>
            <a:lstStyle/>
            <a:p>
              <a:endParaRPr lang="zh-CN" altLang="en-US" sz="1200"/>
            </a:p>
          </p:txBody>
        </p:sp>
        <p:sp>
          <p:nvSpPr>
            <p:cNvPr id="12" name="MH_Other_2"/>
            <p:cNvSpPr/>
            <p:nvPr>
              <p:custDataLst>
                <p:tags r:id="rId6"/>
              </p:custDataLst>
            </p:nvPr>
          </p:nvSpPr>
          <p:spPr bwMode="auto">
            <a:xfrm>
              <a:off x="3478214" y="2568575"/>
              <a:ext cx="2308225" cy="2281238"/>
            </a:xfrm>
            <a:custGeom>
              <a:avLst/>
              <a:gdLst>
                <a:gd name="T0" fmla="*/ 977740 w 2429117"/>
                <a:gd name="T1" fmla="*/ 0 h 2400919"/>
                <a:gd name="T2" fmla="*/ 1385400 w 2429117"/>
                <a:gd name="T3" fmla="*/ 407282 h 2400919"/>
                <a:gd name="T4" fmla="*/ 977740 w 2429117"/>
                <a:gd name="T5" fmla="*/ 814564 h 2400919"/>
                <a:gd name="T6" fmla="*/ 944748 w 2429117"/>
                <a:gd name="T7" fmla="*/ 812900 h 2400919"/>
                <a:gd name="T8" fmla="*/ 945577 w 2429117"/>
                <a:gd name="T9" fmla="*/ 813747 h 2400919"/>
                <a:gd name="T10" fmla="*/ 552755 w 2429117"/>
                <a:gd name="T11" fmla="*/ 1113398 h 2400919"/>
                <a:gd name="T12" fmla="*/ 551863 w 2429117"/>
                <a:gd name="T13" fmla="*/ 1112485 h 2400919"/>
                <a:gd name="T14" fmla="*/ 548370 w 2429117"/>
                <a:gd name="T15" fmla="*/ 1147079 h 2400919"/>
                <a:gd name="T16" fmla="*/ 277000 w 2429117"/>
                <a:gd name="T17" fmla="*/ 1368048 h 2400919"/>
                <a:gd name="T18" fmla="*/ 0 w 2429117"/>
                <a:gd name="T19" fmla="*/ 1091307 h 2400919"/>
                <a:gd name="T20" fmla="*/ 221175 w 2429117"/>
                <a:gd name="T21" fmla="*/ 820186 h 2400919"/>
                <a:gd name="T22" fmla="*/ 262034 w 2429117"/>
                <a:gd name="T23" fmla="*/ 816070 h 2400919"/>
                <a:gd name="T24" fmla="*/ 261888 w 2429117"/>
                <a:gd name="T25" fmla="*/ 815922 h 2400919"/>
                <a:gd name="T26" fmla="*/ 261320 w 2429117"/>
                <a:gd name="T27" fmla="*/ 815341 h 2400919"/>
                <a:gd name="T28" fmla="*/ 570270 w 2429117"/>
                <a:gd name="T29" fmla="*/ 429776 h 2400919"/>
                <a:gd name="T30" fmla="*/ 572589 w 2429117"/>
                <a:gd name="T31" fmla="*/ 432146 h 2400919"/>
                <a:gd name="T32" fmla="*/ 570080 w 2429117"/>
                <a:gd name="T33" fmla="*/ 407282 h 2400919"/>
                <a:gd name="T34" fmla="*/ 977740 w 2429117"/>
                <a:gd name="T35" fmla="*/ 0 h 2400919"/>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429117" h="2400919">
                  <a:moveTo>
                    <a:pt x="1714339" y="0"/>
                  </a:moveTo>
                  <a:cubicBezTo>
                    <a:pt x="2109100" y="0"/>
                    <a:pt x="2429117" y="320017"/>
                    <a:pt x="2429117" y="714778"/>
                  </a:cubicBezTo>
                  <a:cubicBezTo>
                    <a:pt x="2429117" y="1109539"/>
                    <a:pt x="2109100" y="1429556"/>
                    <a:pt x="1714339" y="1429556"/>
                  </a:cubicBezTo>
                  <a:lnTo>
                    <a:pt x="1656491" y="1426635"/>
                  </a:lnTo>
                  <a:lnTo>
                    <a:pt x="1657946" y="1428125"/>
                  </a:lnTo>
                  <a:cubicBezTo>
                    <a:pt x="1143234" y="1387171"/>
                    <a:pt x="997104" y="1604040"/>
                    <a:pt x="969181" y="1954007"/>
                  </a:cubicBezTo>
                  <a:lnTo>
                    <a:pt x="967617" y="1952407"/>
                  </a:lnTo>
                  <a:lnTo>
                    <a:pt x="961497" y="2013119"/>
                  </a:lnTo>
                  <a:cubicBezTo>
                    <a:pt x="916209" y="2234436"/>
                    <a:pt x="720388" y="2400919"/>
                    <a:pt x="485682" y="2400919"/>
                  </a:cubicBezTo>
                  <a:cubicBezTo>
                    <a:pt x="217447" y="2400919"/>
                    <a:pt x="0" y="2183472"/>
                    <a:pt x="0" y="1915237"/>
                  </a:cubicBezTo>
                  <a:cubicBezTo>
                    <a:pt x="0" y="1680531"/>
                    <a:pt x="166483" y="1484710"/>
                    <a:pt x="387800" y="1439422"/>
                  </a:cubicBezTo>
                  <a:lnTo>
                    <a:pt x="459444" y="1432200"/>
                  </a:lnTo>
                  <a:lnTo>
                    <a:pt x="459189" y="1431939"/>
                  </a:lnTo>
                  <a:cubicBezTo>
                    <a:pt x="458191" y="1430918"/>
                    <a:pt x="458191" y="1430918"/>
                    <a:pt x="458191" y="1430918"/>
                  </a:cubicBezTo>
                  <a:cubicBezTo>
                    <a:pt x="808158" y="1411371"/>
                    <a:pt x="1028750" y="1269895"/>
                    <a:pt x="999896" y="754252"/>
                  </a:cubicBezTo>
                  <a:lnTo>
                    <a:pt x="1003960" y="758414"/>
                  </a:lnTo>
                  <a:lnTo>
                    <a:pt x="999561" y="714778"/>
                  </a:lnTo>
                  <a:cubicBezTo>
                    <a:pt x="999561" y="320017"/>
                    <a:pt x="1319578" y="0"/>
                    <a:pt x="1714339" y="0"/>
                  </a:cubicBezTo>
                  <a:close/>
                </a:path>
              </a:pathLst>
            </a:custGeom>
            <a:solidFill>
              <a:schemeClr val="bg1">
                <a:lumMod val="65000"/>
              </a:schemeClr>
            </a:solidFill>
            <a:ln>
              <a:noFill/>
            </a:ln>
          </p:spPr>
          <p:txBody>
            <a:bodyPr/>
            <a:lstStyle/>
            <a:p>
              <a:endParaRPr lang="zh-CN" altLang="en-US" sz="1200"/>
            </a:p>
          </p:txBody>
        </p:sp>
        <p:sp>
          <p:nvSpPr>
            <p:cNvPr id="13" name="MH_Other_3"/>
            <p:cNvSpPr/>
            <p:nvPr>
              <p:custDataLst>
                <p:tags r:id="rId7"/>
              </p:custDataLst>
            </p:nvPr>
          </p:nvSpPr>
          <p:spPr bwMode="auto">
            <a:xfrm>
              <a:off x="4568825" y="4086226"/>
              <a:ext cx="2281238" cy="2308225"/>
            </a:xfrm>
            <a:custGeom>
              <a:avLst/>
              <a:gdLst>
                <a:gd name="T0" fmla="*/ 407282 w 2400919"/>
                <a:gd name="T1" fmla="*/ 0 h 2429115"/>
                <a:gd name="T2" fmla="*/ 814564 w 2400919"/>
                <a:gd name="T3" fmla="*/ 407664 h 2429115"/>
                <a:gd name="T4" fmla="*/ 812954 w 2400919"/>
                <a:gd name="T5" fmla="*/ 439572 h 2429115"/>
                <a:gd name="T6" fmla="*/ 813516 w 2400919"/>
                <a:gd name="T7" fmla="*/ 439022 h 2429115"/>
                <a:gd name="T8" fmla="*/ 1113399 w 2400919"/>
                <a:gd name="T9" fmla="*/ 831849 h 2429115"/>
                <a:gd name="T10" fmla="*/ 1111741 w 2400919"/>
                <a:gd name="T11" fmla="*/ 833469 h 2429115"/>
                <a:gd name="T12" fmla="*/ 1147079 w 2400919"/>
                <a:gd name="T13" fmla="*/ 837035 h 2429115"/>
                <a:gd name="T14" fmla="*/ 1368048 w 2400919"/>
                <a:gd name="T15" fmla="*/ 1108410 h 2429115"/>
                <a:gd name="T16" fmla="*/ 1091307 w 2400919"/>
                <a:gd name="T17" fmla="*/ 1385412 h 2429115"/>
                <a:gd name="T18" fmla="*/ 820186 w 2400919"/>
                <a:gd name="T19" fmla="*/ 1164237 h 2429115"/>
                <a:gd name="T20" fmla="*/ 815976 w 2400919"/>
                <a:gd name="T21" fmla="*/ 1122438 h 2429115"/>
                <a:gd name="T22" fmla="*/ 815690 w 2400919"/>
                <a:gd name="T23" fmla="*/ 1122716 h 2429115"/>
                <a:gd name="T24" fmla="*/ 815110 w 2400919"/>
                <a:gd name="T25" fmla="*/ 1123285 h 2429115"/>
                <a:gd name="T26" fmla="*/ 429776 w 2400919"/>
                <a:gd name="T27" fmla="*/ 814331 h 2429115"/>
                <a:gd name="T28" fmla="*/ 431227 w 2400919"/>
                <a:gd name="T29" fmla="*/ 812911 h 2429115"/>
                <a:gd name="T30" fmla="*/ 407282 w 2400919"/>
                <a:gd name="T31" fmla="*/ 815326 h 2429115"/>
                <a:gd name="T32" fmla="*/ 0 w 2400919"/>
                <a:gd name="T33" fmla="*/ 407664 h 2429115"/>
                <a:gd name="T34" fmla="*/ 407282 w 2400919"/>
                <a:gd name="T35" fmla="*/ 0 h 2429115"/>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 name="T51" fmla="*/ 0 60000 65536"/>
                <a:gd name="T52" fmla="*/ 0 60000 65536"/>
                <a:gd name="T53" fmla="*/ 0 60000 65536"/>
              </a:gdLst>
              <a:ahLst/>
              <a:cxnLst>
                <a:cxn ang="T36">
                  <a:pos x="T0" y="T1"/>
                </a:cxn>
                <a:cxn ang="T37">
                  <a:pos x="T2" y="T3"/>
                </a:cxn>
                <a:cxn ang="T38">
                  <a:pos x="T4" y="T5"/>
                </a:cxn>
                <a:cxn ang="T39">
                  <a:pos x="T6" y="T7"/>
                </a:cxn>
                <a:cxn ang="T40">
                  <a:pos x="T8" y="T9"/>
                </a:cxn>
                <a:cxn ang="T41">
                  <a:pos x="T10" y="T11"/>
                </a:cxn>
                <a:cxn ang="T42">
                  <a:pos x="T12" y="T13"/>
                </a:cxn>
                <a:cxn ang="T43">
                  <a:pos x="T14" y="T15"/>
                </a:cxn>
                <a:cxn ang="T44">
                  <a:pos x="T16" y="T17"/>
                </a:cxn>
                <a:cxn ang="T45">
                  <a:pos x="T18" y="T19"/>
                </a:cxn>
                <a:cxn ang="T46">
                  <a:pos x="T20" y="T21"/>
                </a:cxn>
                <a:cxn ang="T47">
                  <a:pos x="T22" y="T23"/>
                </a:cxn>
                <a:cxn ang="T48">
                  <a:pos x="T24" y="T25"/>
                </a:cxn>
                <a:cxn ang="T49">
                  <a:pos x="T26" y="T27"/>
                </a:cxn>
                <a:cxn ang="T50">
                  <a:pos x="T28" y="T29"/>
                </a:cxn>
                <a:cxn ang="T51">
                  <a:pos x="T30" y="T31"/>
                </a:cxn>
                <a:cxn ang="T52">
                  <a:pos x="T32" y="T33"/>
                </a:cxn>
                <a:cxn ang="T53">
                  <a:pos x="T34" y="T35"/>
                </a:cxn>
              </a:cxnLst>
              <a:rect l="0" t="0" r="r" b="b"/>
              <a:pathLst>
                <a:path w="2400919" h="2429115">
                  <a:moveTo>
                    <a:pt x="714778" y="0"/>
                  </a:moveTo>
                  <a:cubicBezTo>
                    <a:pt x="1109539" y="0"/>
                    <a:pt x="1429556" y="320017"/>
                    <a:pt x="1429556" y="714778"/>
                  </a:cubicBezTo>
                  <a:lnTo>
                    <a:pt x="1426731" y="770725"/>
                  </a:lnTo>
                  <a:lnTo>
                    <a:pt x="1427718" y="769760"/>
                  </a:lnTo>
                  <a:cubicBezTo>
                    <a:pt x="1387664" y="1283542"/>
                    <a:pt x="1604701" y="1430603"/>
                    <a:pt x="1954008" y="1458526"/>
                  </a:cubicBezTo>
                  <a:lnTo>
                    <a:pt x="1951098" y="1461366"/>
                  </a:lnTo>
                  <a:lnTo>
                    <a:pt x="2013119" y="1467619"/>
                  </a:lnTo>
                  <a:cubicBezTo>
                    <a:pt x="2234436" y="1512907"/>
                    <a:pt x="2400919" y="1708728"/>
                    <a:pt x="2400919" y="1943433"/>
                  </a:cubicBezTo>
                  <a:cubicBezTo>
                    <a:pt x="2400919" y="2211668"/>
                    <a:pt x="2183472" y="2429115"/>
                    <a:pt x="1915237" y="2429115"/>
                  </a:cubicBezTo>
                  <a:cubicBezTo>
                    <a:pt x="1680532" y="2429115"/>
                    <a:pt x="1484711" y="2262632"/>
                    <a:pt x="1439423" y="2041315"/>
                  </a:cubicBezTo>
                  <a:lnTo>
                    <a:pt x="1432035" y="1968030"/>
                  </a:lnTo>
                  <a:lnTo>
                    <a:pt x="1431535" y="1968517"/>
                  </a:lnTo>
                  <a:cubicBezTo>
                    <a:pt x="1430513" y="1969515"/>
                    <a:pt x="1430513" y="1969515"/>
                    <a:pt x="1430513" y="1969515"/>
                  </a:cubicBezTo>
                  <a:cubicBezTo>
                    <a:pt x="1410951" y="1619548"/>
                    <a:pt x="1269365" y="1398957"/>
                    <a:pt x="754253" y="1427810"/>
                  </a:cubicBezTo>
                  <a:lnTo>
                    <a:pt x="756802" y="1425320"/>
                  </a:lnTo>
                  <a:lnTo>
                    <a:pt x="714778" y="1429556"/>
                  </a:lnTo>
                  <a:cubicBezTo>
                    <a:pt x="320017" y="1429556"/>
                    <a:pt x="0" y="1109539"/>
                    <a:pt x="0" y="714778"/>
                  </a:cubicBezTo>
                  <a:cubicBezTo>
                    <a:pt x="0" y="320017"/>
                    <a:pt x="320017" y="0"/>
                    <a:pt x="714778" y="0"/>
                  </a:cubicBezTo>
                  <a:close/>
                </a:path>
              </a:pathLst>
            </a:custGeom>
            <a:solidFill>
              <a:schemeClr val="accent1"/>
            </a:solidFill>
            <a:ln>
              <a:noFill/>
            </a:ln>
          </p:spPr>
          <p:txBody>
            <a:bodyPr/>
            <a:lstStyle/>
            <a:p>
              <a:endParaRPr lang="zh-CN" altLang="en-US" sz="1200"/>
            </a:p>
          </p:txBody>
        </p:sp>
        <p:sp>
          <p:nvSpPr>
            <p:cNvPr id="15" name="MH_Other_4"/>
            <p:cNvSpPr/>
            <p:nvPr>
              <p:custDataLst>
                <p:tags r:id="rId8"/>
              </p:custDataLst>
            </p:nvPr>
          </p:nvSpPr>
          <p:spPr bwMode="auto">
            <a:xfrm>
              <a:off x="6086476" y="3132139"/>
              <a:ext cx="2308225" cy="2281237"/>
            </a:xfrm>
            <a:custGeom>
              <a:avLst/>
              <a:gdLst>
                <a:gd name="T0" fmla="*/ 1108410 w 2429115"/>
                <a:gd name="T1" fmla="*/ 0 h 2400920"/>
                <a:gd name="T2" fmla="*/ 1385412 w 2429115"/>
                <a:gd name="T3" fmla="*/ 277140 h 2400920"/>
                <a:gd name="T4" fmla="*/ 1164237 w 2429115"/>
                <a:gd name="T5" fmla="*/ 548653 h 2400920"/>
                <a:gd name="T6" fmla="*/ 1122747 w 2429115"/>
                <a:gd name="T7" fmla="*/ 552837 h 2400920"/>
                <a:gd name="T8" fmla="*/ 1123284 w 2429115"/>
                <a:gd name="T9" fmla="*/ 553389 h 2400920"/>
                <a:gd name="T10" fmla="*/ 814694 w 2429115"/>
                <a:gd name="T11" fmla="*/ 938265 h 2400920"/>
                <a:gd name="T12" fmla="*/ 812822 w 2429115"/>
                <a:gd name="T13" fmla="*/ 936351 h 2400920"/>
                <a:gd name="T14" fmla="*/ 815326 w 2429115"/>
                <a:gd name="T15" fmla="*/ 961160 h 2400920"/>
                <a:gd name="T16" fmla="*/ 407664 w 2429115"/>
                <a:gd name="T17" fmla="*/ 1368037 h 2400920"/>
                <a:gd name="T18" fmla="*/ 0 w 2429115"/>
                <a:gd name="T19" fmla="*/ 961160 h 2400920"/>
                <a:gd name="T20" fmla="*/ 407664 w 2429115"/>
                <a:gd name="T21" fmla="*/ 554283 h 2400920"/>
                <a:gd name="T22" fmla="*/ 442580 w 2429115"/>
                <a:gd name="T23" fmla="*/ 557797 h 2400920"/>
                <a:gd name="T24" fmla="*/ 439826 w 2429115"/>
                <a:gd name="T25" fmla="*/ 554978 h 2400920"/>
                <a:gd name="T26" fmla="*/ 832191 w 2429115"/>
                <a:gd name="T27" fmla="*/ 255453 h 2400920"/>
                <a:gd name="T28" fmla="*/ 833462 w 2429115"/>
                <a:gd name="T29" fmla="*/ 256753 h 2400920"/>
                <a:gd name="T30" fmla="*/ 837035 w 2429115"/>
                <a:gd name="T31" fmla="*/ 221288 h 2400920"/>
                <a:gd name="T32" fmla="*/ 1108410 w 2429115"/>
                <a:gd name="T33" fmla="*/ 0 h 2400920"/>
                <a:gd name="T34" fmla="*/ 0 60000 65536"/>
                <a:gd name="T35" fmla="*/ 0 60000 65536"/>
                <a:gd name="T36" fmla="*/ 0 60000 65536"/>
                <a:gd name="T37" fmla="*/ 0 60000 65536"/>
                <a:gd name="T38" fmla="*/ 0 60000 65536"/>
                <a:gd name="T39" fmla="*/ 0 60000 65536"/>
                <a:gd name="T40" fmla="*/ 0 60000 65536"/>
                <a:gd name="T41" fmla="*/ 0 60000 65536"/>
                <a:gd name="T42" fmla="*/ 0 60000 65536"/>
                <a:gd name="T43" fmla="*/ 0 60000 65536"/>
                <a:gd name="T44" fmla="*/ 0 60000 65536"/>
                <a:gd name="T45" fmla="*/ 0 60000 65536"/>
                <a:gd name="T46" fmla="*/ 0 60000 65536"/>
                <a:gd name="T47" fmla="*/ 0 60000 65536"/>
                <a:gd name="T48" fmla="*/ 0 60000 65536"/>
                <a:gd name="T49" fmla="*/ 0 60000 65536"/>
                <a:gd name="T50" fmla="*/ 0 60000 65536"/>
              </a:gdLst>
              <a:ahLst/>
              <a:cxnLst>
                <a:cxn ang="T34">
                  <a:pos x="T0" y="T1"/>
                </a:cxn>
                <a:cxn ang="T35">
                  <a:pos x="T2" y="T3"/>
                </a:cxn>
                <a:cxn ang="T36">
                  <a:pos x="T4" y="T5"/>
                </a:cxn>
                <a:cxn ang="T37">
                  <a:pos x="T6" y="T7"/>
                </a:cxn>
                <a:cxn ang="T38">
                  <a:pos x="T8" y="T9"/>
                </a:cxn>
                <a:cxn ang="T39">
                  <a:pos x="T10" y="T11"/>
                </a:cxn>
                <a:cxn ang="T40">
                  <a:pos x="T12" y="T13"/>
                </a:cxn>
                <a:cxn ang="T41">
                  <a:pos x="T14" y="T15"/>
                </a:cxn>
                <a:cxn ang="T42">
                  <a:pos x="T16" y="T17"/>
                </a:cxn>
                <a:cxn ang="T43">
                  <a:pos x="T18" y="T19"/>
                </a:cxn>
                <a:cxn ang="T44">
                  <a:pos x="T20" y="T21"/>
                </a:cxn>
                <a:cxn ang="T45">
                  <a:pos x="T22" y="T23"/>
                </a:cxn>
                <a:cxn ang="T46">
                  <a:pos x="T24" y="T25"/>
                </a:cxn>
                <a:cxn ang="T47">
                  <a:pos x="T26" y="T27"/>
                </a:cxn>
                <a:cxn ang="T48">
                  <a:pos x="T28" y="T29"/>
                </a:cxn>
                <a:cxn ang="T49">
                  <a:pos x="T30" y="T31"/>
                </a:cxn>
                <a:cxn ang="T50">
                  <a:pos x="T32" y="T33"/>
                </a:cxn>
              </a:cxnLst>
              <a:rect l="0" t="0" r="r" b="b"/>
              <a:pathLst>
                <a:path w="2429115" h="2400920">
                  <a:moveTo>
                    <a:pt x="1943433" y="0"/>
                  </a:moveTo>
                  <a:cubicBezTo>
                    <a:pt x="2211668" y="0"/>
                    <a:pt x="2429115" y="217763"/>
                    <a:pt x="2429115" y="486387"/>
                  </a:cubicBezTo>
                  <a:cubicBezTo>
                    <a:pt x="2429115" y="721433"/>
                    <a:pt x="2262632" y="917538"/>
                    <a:pt x="2041315" y="962892"/>
                  </a:cubicBezTo>
                  <a:lnTo>
                    <a:pt x="1968571" y="970236"/>
                  </a:lnTo>
                  <a:lnTo>
                    <a:pt x="1969514" y="971202"/>
                  </a:lnTo>
                  <a:cubicBezTo>
                    <a:pt x="1619958" y="990741"/>
                    <a:pt x="1399626" y="1132160"/>
                    <a:pt x="1428446" y="1646667"/>
                  </a:cubicBezTo>
                  <a:lnTo>
                    <a:pt x="1425163" y="1643307"/>
                  </a:lnTo>
                  <a:lnTo>
                    <a:pt x="1429556" y="1686847"/>
                  </a:lnTo>
                  <a:cubicBezTo>
                    <a:pt x="1429556" y="2081219"/>
                    <a:pt x="1109539" y="2400920"/>
                    <a:pt x="714778" y="2400920"/>
                  </a:cubicBezTo>
                  <a:cubicBezTo>
                    <a:pt x="320017" y="2400920"/>
                    <a:pt x="0" y="2081219"/>
                    <a:pt x="0" y="1686847"/>
                  </a:cubicBezTo>
                  <a:cubicBezTo>
                    <a:pt x="0" y="1292475"/>
                    <a:pt x="320017" y="972774"/>
                    <a:pt x="714778" y="972774"/>
                  </a:cubicBezTo>
                  <a:lnTo>
                    <a:pt x="776002" y="978940"/>
                  </a:lnTo>
                  <a:lnTo>
                    <a:pt x="771169" y="973994"/>
                  </a:lnTo>
                  <a:cubicBezTo>
                    <a:pt x="1285277" y="1014001"/>
                    <a:pt x="1431235" y="797219"/>
                    <a:pt x="1459125" y="448322"/>
                  </a:cubicBezTo>
                  <a:lnTo>
                    <a:pt x="1461353" y="450604"/>
                  </a:lnTo>
                  <a:lnTo>
                    <a:pt x="1467619" y="388363"/>
                  </a:lnTo>
                  <a:cubicBezTo>
                    <a:pt x="1512907" y="166725"/>
                    <a:pt x="1708728" y="0"/>
                    <a:pt x="1943433" y="0"/>
                  </a:cubicBezTo>
                  <a:close/>
                </a:path>
              </a:pathLst>
            </a:custGeom>
            <a:solidFill>
              <a:srgbClr val="A5A5A5"/>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sz="1200"/>
            </a:p>
          </p:txBody>
        </p:sp>
        <p:sp>
          <p:nvSpPr>
            <p:cNvPr id="17" name="MH_SubTitle_1"/>
            <p:cNvSpPr txBox="1">
              <a:spLocks noChangeArrowheads="1"/>
            </p:cNvSpPr>
            <p:nvPr>
              <p:custDataLst>
                <p:tags r:id="rId9"/>
              </p:custDataLst>
            </p:nvPr>
          </p:nvSpPr>
          <p:spPr bwMode="auto">
            <a:xfrm>
              <a:off x="6019558" y="1566863"/>
              <a:ext cx="2775418" cy="844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defPPr>
                <a:defRPr lang="zh-CN"/>
              </a:defPPr>
              <a:lvl1pPr>
                <a:buFont typeface="Arial" panose="020B0604020202020204" pitchFamily="34" charset="0"/>
                <a:buNone/>
                <a:defRPr>
                  <a:solidFill>
                    <a:schemeClr val="accent1"/>
                  </a:solidFill>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latin typeface="Calibri" panose="020F050202020403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latin typeface="Calibri" panose="020F050202020403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latin typeface="Calibri" panose="020F050202020403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latin typeface="Calibri" panose="020F0502020204030204" pitchFamily="34" charset="0"/>
                  <a:ea typeface="宋体" panose="02010600030101010101" pitchFamily="2" charset="-122"/>
                </a:defRPr>
              </a:lvl9pPr>
            </a:lstStyle>
            <a:p>
              <a:r>
                <a:rPr lang="en-US" altLang="zh-CN" b="1" dirty="0"/>
                <a:t>Year</a:t>
              </a:r>
              <a:r>
                <a:rPr lang="zh-CN" altLang="en-US" b="1" dirty="0"/>
                <a:t>被</a:t>
              </a:r>
              <a:r>
                <a:rPr lang="en-US" altLang="zh-CN" b="1" dirty="0"/>
                <a:t>100</a:t>
              </a:r>
              <a:r>
                <a:rPr lang="zh-CN" altLang="en-US" b="1" dirty="0"/>
                <a:t>整除，又能被</a:t>
              </a:r>
              <a:r>
                <a:rPr lang="en-US" altLang="zh-CN" b="1" dirty="0"/>
                <a:t>400</a:t>
              </a:r>
              <a:r>
                <a:rPr lang="zh-CN" altLang="en-US" b="1" dirty="0"/>
                <a:t>整除</a:t>
              </a:r>
              <a:endParaRPr lang="zh-CN" altLang="en-US" b="1" dirty="0"/>
            </a:p>
          </p:txBody>
        </p:sp>
        <p:sp>
          <p:nvSpPr>
            <p:cNvPr id="18" name="MH_Other_9"/>
            <p:cNvSpPr txBox="1">
              <a:spLocks noChangeArrowheads="1"/>
            </p:cNvSpPr>
            <p:nvPr>
              <p:custDataLst>
                <p:tags r:id="rId10"/>
              </p:custDataLst>
            </p:nvPr>
          </p:nvSpPr>
          <p:spPr bwMode="auto">
            <a:xfrm>
              <a:off x="3590924" y="4125915"/>
              <a:ext cx="687389" cy="560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 typeface="Arial" panose="020B0604020202020204" pitchFamily="34" charset="0"/>
                <a:buNone/>
              </a:pPr>
              <a:r>
                <a:rPr lang="en-US" altLang="zh-CN" sz="1800" b="1" dirty="0">
                  <a:solidFill>
                    <a:srgbClr val="FFFFFF"/>
                  </a:solidFill>
                  <a:latin typeface="Adobe Gothic Std B" panose="020B0800000000000000" pitchFamily="34" charset="-128"/>
                  <a:ea typeface="Adobe Gothic Std B" panose="020B0800000000000000" pitchFamily="34" charset="-128"/>
                </a:rPr>
                <a:t>01</a:t>
              </a:r>
              <a:endParaRPr lang="zh-CN" altLang="en-US" sz="1800" b="1" dirty="0">
                <a:solidFill>
                  <a:srgbClr val="FFFFFF"/>
                </a:solidFill>
                <a:latin typeface="Adobe Gothic Std B" panose="020B0800000000000000" pitchFamily="34" charset="-128"/>
                <a:ea typeface="Adobe Gothic Std B" panose="020B0800000000000000" pitchFamily="34" charset="-128"/>
              </a:endParaRPr>
            </a:p>
          </p:txBody>
        </p:sp>
        <p:sp>
          <p:nvSpPr>
            <p:cNvPr id="22" name="MH_Other_10"/>
            <p:cNvSpPr txBox="1">
              <a:spLocks noChangeArrowheads="1"/>
            </p:cNvSpPr>
            <p:nvPr>
              <p:custDataLst>
                <p:tags r:id="rId11"/>
              </p:custDataLst>
            </p:nvPr>
          </p:nvSpPr>
          <p:spPr bwMode="auto">
            <a:xfrm>
              <a:off x="5143499" y="1782764"/>
              <a:ext cx="687389" cy="560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 typeface="Arial" panose="020B0604020202020204" pitchFamily="34" charset="0"/>
                <a:buNone/>
              </a:pPr>
              <a:r>
                <a:rPr lang="en-US" altLang="zh-CN" sz="1800" b="1" dirty="0" smtClean="0">
                  <a:solidFill>
                    <a:srgbClr val="FFFFFF"/>
                  </a:solidFill>
                  <a:latin typeface="Adobe Gothic Std B" panose="020B0800000000000000" pitchFamily="34" charset="-128"/>
                  <a:ea typeface="Adobe Gothic Std B" panose="020B0800000000000000" pitchFamily="34" charset="-128"/>
                </a:rPr>
                <a:t>03</a:t>
              </a:r>
              <a:endParaRPr lang="zh-CN" altLang="en-US" sz="1800" b="1" dirty="0">
                <a:solidFill>
                  <a:srgbClr val="FFFFFF"/>
                </a:solidFill>
                <a:latin typeface="Adobe Gothic Std B" panose="020B0800000000000000" pitchFamily="34" charset="-128"/>
                <a:ea typeface="Adobe Gothic Std B" panose="020B0800000000000000" pitchFamily="34" charset="-128"/>
              </a:endParaRPr>
            </a:p>
          </p:txBody>
        </p:sp>
        <p:sp>
          <p:nvSpPr>
            <p:cNvPr id="23" name="MH_Other_11"/>
            <p:cNvSpPr txBox="1">
              <a:spLocks noChangeArrowheads="1"/>
            </p:cNvSpPr>
            <p:nvPr>
              <p:custDataLst>
                <p:tags r:id="rId12"/>
              </p:custDataLst>
            </p:nvPr>
          </p:nvSpPr>
          <p:spPr bwMode="auto">
            <a:xfrm>
              <a:off x="7613650" y="3298827"/>
              <a:ext cx="687389" cy="560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 typeface="Arial" panose="020B0604020202020204" pitchFamily="34" charset="0"/>
                <a:buNone/>
              </a:pPr>
              <a:r>
                <a:rPr lang="en-US" altLang="zh-CN" sz="1800" b="1" dirty="0" smtClean="0">
                  <a:solidFill>
                    <a:srgbClr val="FFFFFF"/>
                  </a:solidFill>
                  <a:latin typeface="Adobe Gothic Std B" panose="020B0800000000000000" pitchFamily="34" charset="-128"/>
                  <a:ea typeface="Adobe Gothic Std B" panose="020B0800000000000000" pitchFamily="34" charset="-128"/>
                </a:rPr>
                <a:t>04</a:t>
              </a:r>
              <a:endParaRPr lang="zh-CN" altLang="en-US" sz="1800" b="1" dirty="0">
                <a:solidFill>
                  <a:srgbClr val="FFFFFF"/>
                </a:solidFill>
                <a:latin typeface="Adobe Gothic Std B" panose="020B0800000000000000" pitchFamily="34" charset="-128"/>
                <a:ea typeface="Adobe Gothic Std B" panose="020B0800000000000000" pitchFamily="34" charset="-128"/>
              </a:endParaRPr>
            </a:p>
          </p:txBody>
        </p:sp>
        <p:sp>
          <p:nvSpPr>
            <p:cNvPr id="24" name="MH_Other_12"/>
            <p:cNvSpPr txBox="1">
              <a:spLocks noChangeArrowheads="1"/>
            </p:cNvSpPr>
            <p:nvPr>
              <p:custDataLst>
                <p:tags r:id="rId13"/>
              </p:custDataLst>
            </p:nvPr>
          </p:nvSpPr>
          <p:spPr bwMode="auto">
            <a:xfrm>
              <a:off x="6092825" y="5689602"/>
              <a:ext cx="687389" cy="5603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nSpc>
                  <a:spcPct val="90000"/>
                </a:lnSpc>
                <a:spcBef>
                  <a:spcPts val="750"/>
                </a:spcBef>
                <a:buFont typeface="Arial" panose="020B0604020202020204" pitchFamily="34" charset="0"/>
                <a:buChar char="•"/>
                <a:defRPr sz="2100">
                  <a:solidFill>
                    <a:schemeClr val="tx1"/>
                  </a:solidFill>
                  <a:latin typeface="Calibri" panose="020F0502020204030204" pitchFamily="34" charset="0"/>
                  <a:ea typeface="宋体" panose="02010600030101010101" pitchFamily="2" charset="-122"/>
                </a:defRPr>
              </a:lvl1pPr>
              <a:lvl2pPr marL="742950" indent="-285750">
                <a:lnSpc>
                  <a:spcPct val="90000"/>
                </a:lnSpc>
                <a:spcBef>
                  <a:spcPts val="375"/>
                </a:spcBef>
                <a:buFont typeface="Arial" panose="020B0604020202020204" pitchFamily="34" charset="0"/>
                <a:buChar char="•"/>
                <a:defRPr>
                  <a:solidFill>
                    <a:schemeClr val="tx1"/>
                  </a:solidFill>
                  <a:latin typeface="Calibri" panose="020F0502020204030204" pitchFamily="34" charset="0"/>
                  <a:ea typeface="宋体" panose="02010600030101010101" pitchFamily="2" charset="-122"/>
                </a:defRPr>
              </a:lvl2pPr>
              <a:lvl3pPr marL="1143000" indent="-228600">
                <a:lnSpc>
                  <a:spcPct val="90000"/>
                </a:lnSpc>
                <a:spcBef>
                  <a:spcPts val="375"/>
                </a:spcBef>
                <a:buFont typeface="Arial" panose="020B0604020202020204" pitchFamily="34" charset="0"/>
                <a:buChar char="•"/>
                <a:defRPr sz="1500">
                  <a:solidFill>
                    <a:schemeClr val="tx1"/>
                  </a:solidFill>
                  <a:latin typeface="Calibri" panose="020F0502020204030204" pitchFamily="34" charset="0"/>
                  <a:ea typeface="宋体" panose="02010600030101010101" pitchFamily="2" charset="-122"/>
                </a:defRPr>
              </a:lvl3pPr>
              <a:lvl4pPr marL="16002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4pPr>
              <a:lvl5pPr marL="2057400" indent="-228600">
                <a:lnSpc>
                  <a:spcPct val="90000"/>
                </a:lnSpc>
                <a:spcBef>
                  <a:spcPts val="375"/>
                </a:spcBef>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5pPr>
              <a:lvl6pPr marL="25146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6pPr>
              <a:lvl7pPr marL="29718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7pPr>
              <a:lvl8pPr marL="34290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8pPr>
              <a:lvl9pPr marL="3886200" indent="-228600" eaLnBrk="0" fontAlgn="base" hangingPunct="0">
                <a:lnSpc>
                  <a:spcPct val="90000"/>
                </a:lnSpc>
                <a:spcBef>
                  <a:spcPts val="375"/>
                </a:spcBef>
                <a:spcAft>
                  <a:spcPct val="0"/>
                </a:spcAft>
                <a:buFont typeface="Arial" panose="020B0604020202020204" pitchFamily="34" charset="0"/>
                <a:buChar char="•"/>
                <a:defRPr sz="1300">
                  <a:solidFill>
                    <a:schemeClr val="tx1"/>
                  </a:solidFill>
                  <a:latin typeface="Calibri" panose="020F0502020204030204" pitchFamily="34" charset="0"/>
                  <a:ea typeface="宋体" panose="02010600030101010101" pitchFamily="2" charset="-122"/>
                </a:defRPr>
              </a:lvl9pPr>
            </a:lstStyle>
            <a:p>
              <a:pPr algn="ctr" eaLnBrk="1" hangingPunct="1">
                <a:lnSpc>
                  <a:spcPct val="100000"/>
                </a:lnSpc>
                <a:spcBef>
                  <a:spcPct val="0"/>
                </a:spcBef>
                <a:buFont typeface="Arial" panose="020B0604020202020204" pitchFamily="34" charset="0"/>
                <a:buNone/>
              </a:pPr>
              <a:r>
                <a:rPr lang="en-US" altLang="zh-CN" sz="1800" b="1" dirty="0" smtClean="0">
                  <a:solidFill>
                    <a:srgbClr val="FFFFFF"/>
                  </a:solidFill>
                  <a:latin typeface="Adobe Gothic Std B" panose="020B0800000000000000" pitchFamily="34" charset="-128"/>
                  <a:ea typeface="Adobe Gothic Std B" panose="020B0800000000000000" pitchFamily="34" charset="-128"/>
                </a:rPr>
                <a:t>02</a:t>
              </a:r>
              <a:endParaRPr lang="zh-CN" altLang="en-US" sz="1800" b="1" dirty="0">
                <a:solidFill>
                  <a:srgbClr val="FFFFFF"/>
                </a:solidFill>
                <a:latin typeface="Adobe Gothic Std B" panose="020B0800000000000000" pitchFamily="34" charset="-128"/>
                <a:ea typeface="Adobe Gothic Std B" panose="020B0800000000000000" pitchFamily="34" charset="-128"/>
              </a:endParaRPr>
            </a:p>
          </p:txBody>
        </p:sp>
        <p:sp>
          <p:nvSpPr>
            <p:cNvPr id="25" name="MH_SubTitle_3"/>
            <p:cNvSpPr txBox="1">
              <a:spLocks noChangeArrowheads="1"/>
            </p:cNvSpPr>
            <p:nvPr>
              <p:custDataLst>
                <p:tags r:id="rId14"/>
              </p:custDataLst>
            </p:nvPr>
          </p:nvSpPr>
          <p:spPr bwMode="auto">
            <a:xfrm>
              <a:off x="6874181" y="5489160"/>
              <a:ext cx="2813796" cy="8449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defRPr/>
              </a:pPr>
              <a:r>
                <a:rPr lang="en-US" altLang="zh-CN" b="1" dirty="0" smtClean="0">
                  <a:solidFill>
                    <a:schemeClr val="accent1"/>
                  </a:solidFill>
                  <a:latin typeface="+mn-lt"/>
                  <a:ea typeface="+mn-ea"/>
                </a:rPr>
                <a:t>Year</a:t>
              </a:r>
              <a:r>
                <a:rPr lang="zh-CN" altLang="en-US" b="1" dirty="0" smtClean="0">
                  <a:solidFill>
                    <a:schemeClr val="accent1"/>
                  </a:solidFill>
                  <a:latin typeface="+mn-lt"/>
                  <a:ea typeface="+mn-ea"/>
                </a:rPr>
                <a:t>被</a:t>
              </a:r>
              <a:r>
                <a:rPr lang="en-US" altLang="zh-CN" b="1" dirty="0" smtClean="0">
                  <a:solidFill>
                    <a:schemeClr val="accent1"/>
                  </a:solidFill>
                  <a:latin typeface="+mn-lt"/>
                  <a:ea typeface="+mn-ea"/>
                </a:rPr>
                <a:t>4</a:t>
              </a:r>
              <a:r>
                <a:rPr lang="zh-CN" altLang="en-US" b="1" dirty="0" smtClean="0">
                  <a:solidFill>
                    <a:schemeClr val="accent1"/>
                  </a:solidFill>
                  <a:latin typeface="+mn-lt"/>
                  <a:ea typeface="+mn-ea"/>
                </a:rPr>
                <a:t>整除，</a:t>
              </a:r>
              <a:endParaRPr lang="en-US" altLang="zh-CN" b="1" dirty="0" smtClean="0">
                <a:solidFill>
                  <a:schemeClr val="accent1"/>
                </a:solidFill>
                <a:latin typeface="+mn-lt"/>
                <a:ea typeface="+mn-ea"/>
              </a:endParaRPr>
            </a:p>
            <a:p>
              <a:pPr eaLnBrk="1" hangingPunct="1">
                <a:buFont typeface="Arial" panose="020B0604020202020204" pitchFamily="34" charset="0"/>
                <a:buNone/>
                <a:defRPr/>
              </a:pPr>
              <a:r>
                <a:rPr lang="zh-CN" altLang="en-US" b="1" dirty="0" smtClean="0">
                  <a:solidFill>
                    <a:schemeClr val="accent1"/>
                  </a:solidFill>
                  <a:latin typeface="+mn-lt"/>
                  <a:ea typeface="+mn-ea"/>
                </a:rPr>
                <a:t>但不能被</a:t>
              </a:r>
              <a:r>
                <a:rPr lang="en-US" altLang="zh-CN" b="1" dirty="0" smtClean="0">
                  <a:solidFill>
                    <a:schemeClr val="accent1"/>
                  </a:solidFill>
                  <a:latin typeface="+mn-lt"/>
                  <a:ea typeface="+mn-ea"/>
                </a:rPr>
                <a:t>100</a:t>
              </a:r>
              <a:r>
                <a:rPr lang="zh-CN" altLang="en-US" b="1" dirty="0" smtClean="0">
                  <a:solidFill>
                    <a:schemeClr val="accent1"/>
                  </a:solidFill>
                  <a:latin typeface="+mn-lt"/>
                  <a:ea typeface="+mn-ea"/>
                </a:rPr>
                <a:t>整除</a:t>
              </a:r>
              <a:endParaRPr lang="zh-CN" altLang="en-US" b="1" dirty="0" smtClean="0">
                <a:solidFill>
                  <a:schemeClr val="accent1"/>
                </a:solidFill>
                <a:latin typeface="+mn-lt"/>
                <a:ea typeface="+mn-ea"/>
              </a:endParaRPr>
            </a:p>
          </p:txBody>
        </p:sp>
        <p:sp>
          <p:nvSpPr>
            <p:cNvPr id="26" name="MH_SubTitle_4"/>
            <p:cNvSpPr txBox="1">
              <a:spLocks noChangeArrowheads="1"/>
            </p:cNvSpPr>
            <p:nvPr>
              <p:custDataLst>
                <p:tags r:id="rId15"/>
              </p:custDataLst>
            </p:nvPr>
          </p:nvSpPr>
          <p:spPr bwMode="auto">
            <a:xfrm>
              <a:off x="3063481" y="4843850"/>
              <a:ext cx="1548768" cy="4183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solidFill>
                    <a:schemeClr val="tx1"/>
                  </a:solidFill>
                  <a:latin typeface="Calibri" panose="020F0502020204030204" pitchFamily="34" charset="0"/>
                  <a:ea typeface="宋体" panose="02010600030101010101" pitchFamily="2" charset="-122"/>
                </a:defRPr>
              </a:lvl9pPr>
            </a:lstStyle>
            <a:p>
              <a:pPr eaLnBrk="1" hangingPunct="1">
                <a:buFont typeface="Arial" panose="020B0604020202020204" pitchFamily="34" charset="0"/>
                <a:buNone/>
                <a:defRPr/>
              </a:pPr>
              <a:r>
                <a:rPr lang="en-US" altLang="zh-CN" b="1" dirty="0" smtClean="0">
                  <a:solidFill>
                    <a:schemeClr val="tx1">
                      <a:lumMod val="75000"/>
                      <a:lumOff val="25000"/>
                    </a:schemeClr>
                  </a:solidFill>
                  <a:latin typeface="+mn-lt"/>
                  <a:ea typeface="+mn-ea"/>
                </a:rPr>
                <a:t>Year</a:t>
              </a:r>
              <a:r>
                <a:rPr lang="zh-CN" altLang="en-US" b="1" dirty="0" smtClean="0">
                  <a:solidFill>
                    <a:schemeClr val="tx1">
                      <a:lumMod val="75000"/>
                      <a:lumOff val="25000"/>
                    </a:schemeClr>
                  </a:solidFill>
                  <a:latin typeface="+mn-lt"/>
                  <a:ea typeface="+mn-ea"/>
                </a:rPr>
                <a:t>不能被</a:t>
              </a:r>
              <a:r>
                <a:rPr lang="en-US" altLang="zh-CN" b="1" dirty="0" smtClean="0">
                  <a:solidFill>
                    <a:schemeClr val="tx1">
                      <a:lumMod val="75000"/>
                      <a:lumOff val="25000"/>
                    </a:schemeClr>
                  </a:solidFill>
                  <a:latin typeface="+mn-lt"/>
                  <a:ea typeface="+mn-ea"/>
                </a:rPr>
                <a:t>4</a:t>
              </a:r>
              <a:r>
                <a:rPr lang="zh-CN" altLang="en-US" b="1" dirty="0" smtClean="0">
                  <a:solidFill>
                    <a:schemeClr val="tx1">
                      <a:lumMod val="75000"/>
                      <a:lumOff val="25000"/>
                    </a:schemeClr>
                  </a:solidFill>
                  <a:latin typeface="+mn-lt"/>
                  <a:ea typeface="+mn-ea"/>
                </a:rPr>
                <a:t>整除</a:t>
              </a:r>
              <a:endParaRPr lang="zh-CN" altLang="en-US" b="1" dirty="0" smtClean="0">
                <a:solidFill>
                  <a:schemeClr val="tx1">
                    <a:lumMod val="75000"/>
                    <a:lumOff val="25000"/>
                  </a:schemeClr>
                </a:solidFill>
                <a:latin typeface="+mn-lt"/>
                <a:ea typeface="+mn-ea"/>
              </a:endParaRPr>
            </a:p>
          </p:txBody>
        </p:sp>
        <p:sp>
          <p:nvSpPr>
            <p:cNvPr id="28" name="MH_SubTitle_2"/>
            <p:cNvSpPr txBox="1">
              <a:spLocks noChangeArrowheads="1"/>
            </p:cNvSpPr>
            <p:nvPr>
              <p:custDataLst>
                <p:tags r:id="rId16"/>
              </p:custDataLst>
            </p:nvPr>
          </p:nvSpPr>
          <p:spPr bwMode="auto">
            <a:xfrm>
              <a:off x="7856539" y="2724799"/>
              <a:ext cx="1609725" cy="383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oAutofit/>
            </a:bodyPr>
            <a:lstStyle>
              <a:defPPr>
                <a:defRPr lang="zh-CN"/>
              </a:defPPr>
              <a:lvl1pPr>
                <a:buFont typeface="Arial" panose="020B0604020202020204" pitchFamily="34" charset="0"/>
                <a:buNone/>
                <a:defRPr>
                  <a:solidFill>
                    <a:schemeClr val="tx1">
                      <a:lumMod val="75000"/>
                      <a:lumOff val="25000"/>
                    </a:schemeClr>
                  </a:solidFill>
                </a:defRPr>
              </a:lvl1pPr>
              <a:lvl2pPr marL="742950" indent="-285750">
                <a:defRPr>
                  <a:latin typeface="Calibri" panose="020F0502020204030204" pitchFamily="34" charset="0"/>
                  <a:ea typeface="宋体" panose="02010600030101010101" pitchFamily="2" charset="-122"/>
                </a:defRPr>
              </a:lvl2pPr>
              <a:lvl3pPr marL="1143000" indent="-228600">
                <a:defRPr>
                  <a:latin typeface="Calibri" panose="020F0502020204030204" pitchFamily="34" charset="0"/>
                  <a:ea typeface="宋体" panose="02010600030101010101" pitchFamily="2" charset="-122"/>
                </a:defRPr>
              </a:lvl3pPr>
              <a:lvl4pPr marL="1600200" indent="-228600">
                <a:defRPr>
                  <a:latin typeface="Calibri" panose="020F0502020204030204" pitchFamily="34" charset="0"/>
                  <a:ea typeface="宋体" panose="02010600030101010101" pitchFamily="2" charset="-122"/>
                </a:defRPr>
              </a:lvl4pPr>
              <a:lvl5pPr marL="2057400" indent="-228600">
                <a:defRPr>
                  <a:latin typeface="Calibri" panose="020F050202020403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a:latin typeface="Calibri" panose="020F050202020403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a:latin typeface="Calibri" panose="020F050202020403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a:latin typeface="Calibri" panose="020F050202020403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a:latin typeface="Calibri" panose="020F0502020204030204" pitchFamily="34" charset="0"/>
                  <a:ea typeface="宋体" panose="02010600030101010101" pitchFamily="2" charset="-122"/>
                </a:defRPr>
              </a:lvl9pPr>
            </a:lstStyle>
            <a:p>
              <a:r>
                <a:rPr lang="zh-CN" altLang="en-US" sz="1600" dirty="0"/>
                <a:t>其他</a:t>
              </a:r>
              <a:endParaRPr lang="zh-CN" altLang="en-US" sz="1600" dirty="0"/>
            </a:p>
          </p:txBody>
        </p:sp>
        <p:sp>
          <p:nvSpPr>
            <p:cNvPr id="29" name="文本框 28"/>
            <p:cNvSpPr txBox="1"/>
            <p:nvPr/>
          </p:nvSpPr>
          <p:spPr>
            <a:xfrm rot="3071308">
              <a:off x="6289403" y="4538578"/>
              <a:ext cx="1014462" cy="408327"/>
            </a:xfrm>
            <a:prstGeom prst="rect">
              <a:avLst/>
            </a:prstGeom>
            <a:noFill/>
          </p:spPr>
          <p:txBody>
            <a:bodyPr wrap="square" rtlCol="0">
              <a:spAutoFit/>
            </a:bodyPr>
            <a:lstStyle/>
            <a:p>
              <a:pPr algn="ctr"/>
              <a:r>
                <a:rPr lang="zh-CN" altLang="en-US" sz="1200" b="1" dirty="0" smtClean="0">
                  <a:solidFill>
                    <a:schemeClr val="bg1"/>
                  </a:solidFill>
                  <a:latin typeface="微软雅黑" panose="020B0503020204020204" pitchFamily="34" charset="-122"/>
                  <a:ea typeface="微软雅黑" panose="020B0503020204020204" pitchFamily="34" charset="-122"/>
                </a:rPr>
                <a:t>非闰年</a:t>
              </a:r>
              <a:endParaRPr lang="zh-CN" altLang="en-US" sz="1200" b="1" dirty="0">
                <a:solidFill>
                  <a:schemeClr val="bg1"/>
                </a:solidFill>
                <a:latin typeface="微软雅黑" panose="020B0503020204020204" pitchFamily="34" charset="-122"/>
                <a:ea typeface="微软雅黑" panose="020B0503020204020204" pitchFamily="34" charset="-122"/>
              </a:endParaRPr>
            </a:p>
          </p:txBody>
        </p:sp>
        <p:sp>
          <p:nvSpPr>
            <p:cNvPr id="30" name="文本框 29"/>
            <p:cNvSpPr txBox="1"/>
            <p:nvPr/>
          </p:nvSpPr>
          <p:spPr>
            <a:xfrm rot="3071308">
              <a:off x="4636270" y="3041264"/>
              <a:ext cx="1014462" cy="408327"/>
            </a:xfrm>
            <a:prstGeom prst="rect">
              <a:avLst/>
            </a:prstGeom>
            <a:noFill/>
          </p:spPr>
          <p:txBody>
            <a:bodyPr wrap="square" rtlCol="0">
              <a:spAutoFit/>
            </a:bodyPr>
            <a:lstStyle/>
            <a:p>
              <a:pPr algn="ctr"/>
              <a:r>
                <a:rPr lang="zh-CN" altLang="en-US" sz="1200" b="1" dirty="0" smtClean="0">
                  <a:solidFill>
                    <a:schemeClr val="bg1"/>
                  </a:solidFill>
                  <a:latin typeface="微软雅黑" panose="020B0503020204020204" pitchFamily="34" charset="-122"/>
                  <a:ea typeface="微软雅黑" panose="020B0503020204020204" pitchFamily="34" charset="-122"/>
                </a:rPr>
                <a:t>非闰年</a:t>
              </a:r>
              <a:endParaRPr lang="zh-CN" altLang="en-US" sz="1200" b="1" dirty="0">
                <a:solidFill>
                  <a:schemeClr val="bg1"/>
                </a:solidFill>
                <a:latin typeface="微软雅黑" panose="020B0503020204020204" pitchFamily="34" charset="-122"/>
                <a:ea typeface="微软雅黑" panose="020B0503020204020204" pitchFamily="34" charset="-122"/>
              </a:endParaRPr>
            </a:p>
          </p:txBody>
        </p:sp>
        <p:sp>
          <p:nvSpPr>
            <p:cNvPr id="31" name="文本框 30"/>
            <p:cNvSpPr txBox="1"/>
            <p:nvPr/>
          </p:nvSpPr>
          <p:spPr>
            <a:xfrm rot="18555791">
              <a:off x="4738745" y="4532361"/>
              <a:ext cx="1014462" cy="408327"/>
            </a:xfrm>
            <a:prstGeom prst="rect">
              <a:avLst/>
            </a:prstGeom>
            <a:noFill/>
          </p:spPr>
          <p:txBody>
            <a:bodyPr wrap="square" rtlCol="0">
              <a:spAutoFit/>
            </a:bodyPr>
            <a:lstStyle/>
            <a:p>
              <a:pPr algn="ctr"/>
              <a:r>
                <a:rPr lang="zh-CN" altLang="en-US" sz="1200" b="1" dirty="0" smtClean="0">
                  <a:solidFill>
                    <a:schemeClr val="bg1"/>
                  </a:solidFill>
                  <a:latin typeface="微软雅黑" panose="020B0503020204020204" pitchFamily="34" charset="-122"/>
                  <a:ea typeface="微软雅黑" panose="020B0503020204020204" pitchFamily="34" charset="-122"/>
                </a:rPr>
                <a:t>闰年</a:t>
              </a:r>
              <a:endParaRPr lang="zh-CN" altLang="en-US" sz="1200" b="1" dirty="0">
                <a:solidFill>
                  <a:schemeClr val="bg1"/>
                </a:solidFill>
                <a:latin typeface="微软雅黑" panose="020B0503020204020204" pitchFamily="34" charset="-122"/>
                <a:ea typeface="微软雅黑" panose="020B0503020204020204" pitchFamily="34" charset="-122"/>
              </a:endParaRPr>
            </a:p>
          </p:txBody>
        </p:sp>
        <p:sp>
          <p:nvSpPr>
            <p:cNvPr id="32" name="文本框 31"/>
            <p:cNvSpPr txBox="1"/>
            <p:nvPr/>
          </p:nvSpPr>
          <p:spPr>
            <a:xfrm rot="18555791">
              <a:off x="6163897" y="3046755"/>
              <a:ext cx="1014462" cy="408327"/>
            </a:xfrm>
            <a:prstGeom prst="rect">
              <a:avLst/>
            </a:prstGeom>
            <a:noFill/>
          </p:spPr>
          <p:txBody>
            <a:bodyPr wrap="square" rtlCol="0">
              <a:spAutoFit/>
            </a:bodyPr>
            <a:lstStyle/>
            <a:p>
              <a:pPr algn="ctr"/>
              <a:r>
                <a:rPr lang="zh-CN" altLang="en-US" sz="1200" b="1" dirty="0" smtClean="0">
                  <a:solidFill>
                    <a:schemeClr val="bg1"/>
                  </a:solidFill>
                  <a:latin typeface="微软雅黑" panose="020B0503020204020204" pitchFamily="34" charset="-122"/>
                  <a:ea typeface="微软雅黑" panose="020B0503020204020204" pitchFamily="34" charset="-122"/>
                </a:rPr>
                <a:t>闰年</a:t>
              </a:r>
              <a:endParaRPr lang="zh-CN" altLang="en-US" sz="1200" b="1" dirty="0">
                <a:solidFill>
                  <a:schemeClr val="bg1"/>
                </a:solidFill>
                <a:latin typeface="微软雅黑" panose="020B0503020204020204" pitchFamily="34" charset="-122"/>
                <a:ea typeface="微软雅黑" panose="020B0503020204020204" pitchFamily="34"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简单的算法举例</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2867943" y="1513573"/>
                <a:ext cx="6607422" cy="589584"/>
              </a:xfrm>
            </p:spPr>
            <p:txBody>
              <a:bodyPr>
                <a:noAutofit/>
              </a:bodyPr>
              <a:lstStyle/>
              <a:p>
                <a:pPr marL="0" indent="0">
                  <a:lnSpc>
                    <a:spcPct val="120000"/>
                  </a:lnSpc>
                  <a:buNone/>
                </a:pPr>
                <a:r>
                  <a:rPr lang="en-US" altLang="zh-CN" sz="2400" dirty="0" smtClean="0">
                    <a:solidFill>
                      <a:schemeClr val="accent1"/>
                    </a:solidFill>
                  </a:rPr>
                  <a:t>【</a:t>
                </a:r>
                <a:r>
                  <a:rPr lang="zh-CN" altLang="en-US" sz="2400" dirty="0" smtClean="0">
                    <a:solidFill>
                      <a:schemeClr val="accent1"/>
                    </a:solidFill>
                  </a:rPr>
                  <a:t>例</a:t>
                </a:r>
                <a:r>
                  <a:rPr lang="en-US" altLang="zh-CN" sz="2400" dirty="0" smtClean="0">
                    <a:solidFill>
                      <a:schemeClr val="accent1"/>
                    </a:solidFill>
                  </a:rPr>
                  <a:t>2.4】</a:t>
                </a:r>
                <a:r>
                  <a:rPr lang="zh-CN" altLang="en-US" sz="2400" dirty="0" smtClean="0">
                    <a:solidFill>
                      <a:schemeClr val="accent1"/>
                    </a:solidFill>
                  </a:rPr>
                  <a:t>求 </a:t>
                </a:r>
                <a14:m>
                  <m:oMath xmlns:m="http://schemas.openxmlformats.org/officeDocument/2006/math">
                    <m:r>
                      <a:rPr lang="en-US" altLang="zh-CN" smtClean="0">
                        <a:solidFill>
                          <a:schemeClr val="accent1"/>
                        </a:solidFill>
                        <a:latin typeface="Cambria Math" panose="02040503050406030204" pitchFamily="18" charset="0"/>
                      </a:rPr>
                      <m:t>1</m:t>
                    </m:r>
                    <m:r>
                      <a:rPr lang="zh-CN" altLang="en-US" i="1">
                        <a:solidFill>
                          <a:schemeClr val="accent1"/>
                        </a:solidFill>
                        <a:latin typeface="Cambria Math" panose="02040503050406030204" pitchFamily="18" charset="0"/>
                      </a:rPr>
                      <m:t>−</m:t>
                    </m:r>
                    <m:f>
                      <m:fPr>
                        <m:ctrlPr>
                          <a:rPr lang="zh-CN" altLang="zh-CN" i="1">
                            <a:solidFill>
                              <a:schemeClr val="accent1"/>
                            </a:solidFill>
                            <a:latin typeface="Cambria Math" panose="02040503050406030204" pitchFamily="18" charset="0"/>
                          </a:rPr>
                        </m:ctrlPr>
                      </m:fPr>
                      <m:num>
                        <m:r>
                          <a:rPr lang="en-US" altLang="zh-CN">
                            <a:solidFill>
                              <a:schemeClr val="accent1"/>
                            </a:solidFill>
                            <a:latin typeface="Cambria Math" panose="02040503050406030204" pitchFamily="18" charset="0"/>
                          </a:rPr>
                          <m:t>1</m:t>
                        </m:r>
                      </m:num>
                      <m:den>
                        <m:r>
                          <a:rPr lang="en-US" altLang="zh-CN">
                            <a:solidFill>
                              <a:schemeClr val="accent1"/>
                            </a:solidFill>
                            <a:latin typeface="Cambria Math" panose="02040503050406030204" pitchFamily="18" charset="0"/>
                          </a:rPr>
                          <m:t>2</m:t>
                        </m:r>
                      </m:den>
                    </m:f>
                    <m:r>
                      <a:rPr lang="en-US" altLang="zh-CN" i="1">
                        <a:solidFill>
                          <a:schemeClr val="accent1"/>
                        </a:solidFill>
                        <a:latin typeface="Cambria Math" panose="02040503050406030204" pitchFamily="18" charset="0"/>
                      </a:rPr>
                      <m:t>+</m:t>
                    </m:r>
                    <m:f>
                      <m:fPr>
                        <m:ctrlPr>
                          <a:rPr lang="zh-CN" altLang="zh-CN" i="1">
                            <a:solidFill>
                              <a:schemeClr val="accent1"/>
                            </a:solidFill>
                            <a:latin typeface="Cambria Math" panose="02040503050406030204" pitchFamily="18" charset="0"/>
                          </a:rPr>
                        </m:ctrlPr>
                      </m:fPr>
                      <m:num>
                        <m:r>
                          <a:rPr lang="en-US" altLang="zh-CN" i="1">
                            <a:solidFill>
                              <a:schemeClr val="accent1"/>
                            </a:solidFill>
                            <a:latin typeface="Cambria Math" panose="02040503050406030204" pitchFamily="18" charset="0"/>
                          </a:rPr>
                          <m:t>1</m:t>
                        </m:r>
                      </m:num>
                      <m:den>
                        <m:r>
                          <a:rPr lang="en-US" altLang="zh-CN" i="1">
                            <a:solidFill>
                              <a:schemeClr val="accent1"/>
                            </a:solidFill>
                            <a:latin typeface="Cambria Math" panose="02040503050406030204" pitchFamily="18" charset="0"/>
                          </a:rPr>
                          <m:t>3</m:t>
                        </m:r>
                      </m:den>
                    </m:f>
                    <m:r>
                      <a:rPr lang="zh-CN" altLang="en-US" i="1">
                        <a:solidFill>
                          <a:schemeClr val="accent1"/>
                        </a:solidFill>
                        <a:latin typeface="Cambria Math" panose="02040503050406030204" pitchFamily="18" charset="0"/>
                      </a:rPr>
                      <m:t>−</m:t>
                    </m:r>
                    <m:f>
                      <m:fPr>
                        <m:ctrlPr>
                          <a:rPr lang="zh-CN" altLang="zh-CN" i="1">
                            <a:solidFill>
                              <a:schemeClr val="accent1"/>
                            </a:solidFill>
                            <a:latin typeface="Cambria Math" panose="02040503050406030204" pitchFamily="18" charset="0"/>
                          </a:rPr>
                        </m:ctrlPr>
                      </m:fPr>
                      <m:num>
                        <m:r>
                          <a:rPr lang="en-US" altLang="zh-CN" i="1">
                            <a:solidFill>
                              <a:schemeClr val="accent1"/>
                            </a:solidFill>
                            <a:latin typeface="Cambria Math" panose="02040503050406030204" pitchFamily="18" charset="0"/>
                          </a:rPr>
                          <m:t>1</m:t>
                        </m:r>
                      </m:num>
                      <m:den>
                        <m:r>
                          <a:rPr lang="en-US" altLang="zh-CN" i="1">
                            <a:solidFill>
                              <a:schemeClr val="accent1"/>
                            </a:solidFill>
                            <a:latin typeface="Cambria Math" panose="02040503050406030204" pitchFamily="18" charset="0"/>
                          </a:rPr>
                          <m:t>4</m:t>
                        </m:r>
                      </m:den>
                    </m:f>
                    <m:r>
                      <a:rPr lang="en-US" altLang="zh-CN" i="1">
                        <a:solidFill>
                          <a:schemeClr val="accent1"/>
                        </a:solidFill>
                        <a:latin typeface="Cambria Math" panose="02040503050406030204" pitchFamily="18" charset="0"/>
                      </a:rPr>
                      <m:t>+⋯+</m:t>
                    </m:r>
                    <m:f>
                      <m:fPr>
                        <m:ctrlPr>
                          <a:rPr lang="zh-CN" altLang="zh-CN" i="1">
                            <a:solidFill>
                              <a:schemeClr val="accent1"/>
                            </a:solidFill>
                            <a:latin typeface="Cambria Math" panose="02040503050406030204" pitchFamily="18" charset="0"/>
                          </a:rPr>
                        </m:ctrlPr>
                      </m:fPr>
                      <m:num>
                        <m:r>
                          <a:rPr lang="en-US" altLang="zh-CN" i="1">
                            <a:solidFill>
                              <a:schemeClr val="accent1"/>
                            </a:solidFill>
                            <a:latin typeface="Cambria Math" panose="02040503050406030204" pitchFamily="18" charset="0"/>
                          </a:rPr>
                          <m:t>1</m:t>
                        </m:r>
                      </m:num>
                      <m:den>
                        <m:r>
                          <a:rPr lang="en-US" altLang="zh-CN" i="1">
                            <a:solidFill>
                              <a:schemeClr val="accent1"/>
                            </a:solidFill>
                            <a:latin typeface="Cambria Math" panose="02040503050406030204" pitchFamily="18" charset="0"/>
                          </a:rPr>
                          <m:t>99</m:t>
                        </m:r>
                      </m:den>
                    </m:f>
                    <m:r>
                      <a:rPr lang="zh-CN" altLang="en-US" i="1">
                        <a:solidFill>
                          <a:schemeClr val="accent1"/>
                        </a:solidFill>
                        <a:latin typeface="Cambria Math" panose="02040503050406030204" pitchFamily="18" charset="0"/>
                      </a:rPr>
                      <m:t>−</m:t>
                    </m:r>
                    <m:f>
                      <m:fPr>
                        <m:ctrlPr>
                          <a:rPr lang="zh-CN" altLang="zh-CN" i="1">
                            <a:solidFill>
                              <a:schemeClr val="accent1"/>
                            </a:solidFill>
                            <a:latin typeface="Cambria Math" panose="02040503050406030204" pitchFamily="18" charset="0"/>
                          </a:rPr>
                        </m:ctrlPr>
                      </m:fPr>
                      <m:num>
                        <m:r>
                          <a:rPr lang="en-US" altLang="zh-CN" i="1">
                            <a:solidFill>
                              <a:schemeClr val="accent1"/>
                            </a:solidFill>
                            <a:latin typeface="Cambria Math" panose="02040503050406030204" pitchFamily="18" charset="0"/>
                          </a:rPr>
                          <m:t>1</m:t>
                        </m:r>
                      </m:num>
                      <m:den>
                        <m:r>
                          <a:rPr lang="en-US" altLang="zh-CN" i="1">
                            <a:solidFill>
                              <a:schemeClr val="accent1"/>
                            </a:solidFill>
                            <a:latin typeface="Cambria Math" panose="02040503050406030204" pitchFamily="18" charset="0"/>
                          </a:rPr>
                          <m:t>100</m:t>
                        </m:r>
                      </m:den>
                    </m:f>
                  </m:oMath>
                </a14:m>
                <a:endParaRPr lang="en-US" altLang="zh-CN" sz="2000" dirty="0" smtClean="0">
                  <a:solidFill>
                    <a:schemeClr val="accent1"/>
                  </a:solidFill>
                </a:endParaRPr>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2867660" y="1513840"/>
                <a:ext cx="8799830" cy="784860"/>
              </a:xfrm>
              <a:blipFill rotWithShape="1">
                <a:blip r:embed="rId1"/>
                <a:stretch>
                  <a:fillRect l="-1384" b="-38144"/>
                </a:stretch>
              </a:blipFill>
            </p:spPr>
            <p:txBody>
              <a:bodyPr/>
              <a:lstStyle/>
              <a:p>
                <a:r>
                  <a:rPr lang="zh-CN" altLang="en-US">
                    <a:noFill/>
                  </a:rPr>
                  <a:t> </a:t>
                </a:r>
                <a:endParaRPr lang="zh-CN" altLang="en-US">
                  <a:noFill/>
                </a:endParaRPr>
              </a:p>
            </p:txBody>
          </p:sp>
        </mc:Fallback>
      </mc:AlternateContent>
      <p:grpSp>
        <p:nvGrpSpPr>
          <p:cNvPr id="14" name="组合 13"/>
          <p:cNvGrpSpPr/>
          <p:nvPr/>
        </p:nvGrpSpPr>
        <p:grpSpPr>
          <a:xfrm>
            <a:off x="6115050" y="2564130"/>
            <a:ext cx="4909185" cy="4011295"/>
            <a:chOff x="4030664" y="1795463"/>
            <a:chExt cx="3717925" cy="4624986"/>
          </a:xfrm>
        </p:grpSpPr>
        <p:sp>
          <p:nvSpPr>
            <p:cNvPr id="16" name="MH_Text_1"/>
            <p:cNvSpPr>
              <a:spLocks noChangeAspect="1"/>
            </p:cNvSpPr>
            <p:nvPr>
              <p:custDataLst>
                <p:tags r:id="rId2"/>
              </p:custDataLst>
            </p:nvPr>
          </p:nvSpPr>
          <p:spPr>
            <a:xfrm>
              <a:off x="4030664" y="1916113"/>
              <a:ext cx="3717925" cy="4504336"/>
            </a:xfrm>
            <a:prstGeom prst="roundRect">
              <a:avLst>
                <a:gd name="adj" fmla="val 1429"/>
              </a:avLst>
            </a:prstGeom>
            <a:solidFill>
              <a:srgbClr val="F2F2F2"/>
            </a:solidFill>
            <a:ln w="3175">
              <a:solidFill>
                <a:srgbClr val="D5D5D5"/>
              </a:solidFill>
              <a:prstDash val="solid"/>
            </a:ln>
          </p:spPr>
          <p:style>
            <a:lnRef idx="1">
              <a:schemeClr val="accent6"/>
            </a:lnRef>
            <a:fillRef idx="0">
              <a:schemeClr val="accent6"/>
            </a:fillRef>
            <a:effectRef idx="0">
              <a:schemeClr val="accent6"/>
            </a:effectRef>
            <a:fontRef idx="minor">
              <a:schemeClr val="tx1"/>
            </a:fontRef>
          </p:style>
          <p:txBody>
            <a:bodyPr lIns="288000" tIns="720000" rIns="288000" bIns="360000" anchor="ctr">
              <a:noAutofit/>
            </a:bodyPr>
            <a:lstStyle/>
            <a:p>
              <a:pPr algn="just">
                <a:spcBef>
                  <a:spcPts val="600"/>
                </a:spcBef>
                <a:spcAft>
                  <a:spcPts val="600"/>
                </a:spcAft>
                <a:defRPr/>
              </a:pPr>
              <a:r>
                <a:rPr lang="en-US" altLang="zh-CN" b="1" dirty="0">
                  <a:solidFill>
                    <a:srgbClr val="454545"/>
                  </a:solidFill>
                </a:rPr>
                <a:t>S1: sign=1</a:t>
              </a:r>
              <a:endParaRPr lang="en-US" altLang="zh-CN" b="1" dirty="0">
                <a:solidFill>
                  <a:srgbClr val="454545"/>
                </a:solidFill>
              </a:endParaRPr>
            </a:p>
            <a:p>
              <a:pPr algn="just">
                <a:spcBef>
                  <a:spcPts val="600"/>
                </a:spcBef>
                <a:spcAft>
                  <a:spcPts val="600"/>
                </a:spcAft>
                <a:defRPr/>
              </a:pPr>
              <a:r>
                <a:rPr lang="en-US" altLang="zh-CN" b="1" dirty="0" smtClean="0">
                  <a:solidFill>
                    <a:srgbClr val="454545"/>
                  </a:solidFill>
                </a:rPr>
                <a:t>S2</a:t>
              </a:r>
              <a:r>
                <a:rPr lang="en-US" altLang="zh-CN" b="1" dirty="0">
                  <a:solidFill>
                    <a:srgbClr val="454545"/>
                  </a:solidFill>
                </a:rPr>
                <a:t>: sum=1</a:t>
              </a:r>
              <a:endParaRPr lang="en-US" altLang="zh-CN" b="1" dirty="0">
                <a:solidFill>
                  <a:srgbClr val="454545"/>
                </a:solidFill>
              </a:endParaRPr>
            </a:p>
            <a:p>
              <a:pPr algn="just">
                <a:spcBef>
                  <a:spcPts val="600"/>
                </a:spcBef>
                <a:spcAft>
                  <a:spcPts val="600"/>
                </a:spcAft>
                <a:defRPr/>
              </a:pPr>
              <a:r>
                <a:rPr lang="en-US" altLang="zh-CN" b="1" dirty="0" smtClean="0">
                  <a:solidFill>
                    <a:srgbClr val="454545"/>
                  </a:solidFill>
                </a:rPr>
                <a:t>S3</a:t>
              </a:r>
              <a:r>
                <a:rPr lang="en-US" altLang="zh-CN" b="1" dirty="0">
                  <a:solidFill>
                    <a:srgbClr val="454545"/>
                  </a:solidFill>
                </a:rPr>
                <a:t>: </a:t>
              </a:r>
              <a:r>
                <a:rPr lang="en-US" altLang="zh-CN" b="1" dirty="0" err="1">
                  <a:solidFill>
                    <a:srgbClr val="454545"/>
                  </a:solidFill>
                </a:rPr>
                <a:t>deno</a:t>
              </a:r>
              <a:r>
                <a:rPr lang="en-US" altLang="zh-CN" b="1" dirty="0">
                  <a:solidFill>
                    <a:srgbClr val="454545"/>
                  </a:solidFill>
                </a:rPr>
                <a:t>=2</a:t>
              </a:r>
              <a:endParaRPr lang="en-US" altLang="zh-CN" b="1" dirty="0">
                <a:solidFill>
                  <a:srgbClr val="454545"/>
                </a:solidFill>
              </a:endParaRPr>
            </a:p>
            <a:p>
              <a:pPr algn="just">
                <a:spcBef>
                  <a:spcPts val="600"/>
                </a:spcBef>
                <a:spcAft>
                  <a:spcPts val="600"/>
                </a:spcAft>
                <a:defRPr/>
              </a:pPr>
              <a:r>
                <a:rPr lang="en-US" altLang="zh-CN" b="1" dirty="0" smtClean="0">
                  <a:solidFill>
                    <a:srgbClr val="454545"/>
                  </a:solidFill>
                </a:rPr>
                <a:t>S4</a:t>
              </a:r>
              <a:r>
                <a:rPr lang="en-US" altLang="zh-CN" b="1" dirty="0">
                  <a:solidFill>
                    <a:srgbClr val="454545"/>
                  </a:solidFill>
                </a:rPr>
                <a:t>: sign=(-1)sign</a:t>
              </a:r>
              <a:endParaRPr lang="en-US" altLang="zh-CN" b="1" dirty="0">
                <a:solidFill>
                  <a:srgbClr val="454545"/>
                </a:solidFill>
              </a:endParaRPr>
            </a:p>
            <a:p>
              <a:pPr algn="just">
                <a:spcBef>
                  <a:spcPts val="600"/>
                </a:spcBef>
                <a:spcAft>
                  <a:spcPts val="600"/>
                </a:spcAft>
                <a:defRPr/>
              </a:pPr>
              <a:r>
                <a:rPr lang="en-US" altLang="zh-CN" b="1" dirty="0" smtClean="0">
                  <a:solidFill>
                    <a:srgbClr val="454545"/>
                  </a:solidFill>
                </a:rPr>
                <a:t>S5</a:t>
              </a:r>
              <a:r>
                <a:rPr lang="en-US" altLang="zh-CN" b="1" dirty="0">
                  <a:solidFill>
                    <a:srgbClr val="454545"/>
                  </a:solidFill>
                </a:rPr>
                <a:t>: term=sign(1/</a:t>
              </a:r>
              <a:r>
                <a:rPr lang="en-US" altLang="zh-CN" b="1" dirty="0" err="1">
                  <a:solidFill>
                    <a:srgbClr val="454545"/>
                  </a:solidFill>
                </a:rPr>
                <a:t>deno</a:t>
              </a:r>
              <a:r>
                <a:rPr lang="en-US" altLang="zh-CN" b="1" dirty="0">
                  <a:solidFill>
                    <a:srgbClr val="454545"/>
                  </a:solidFill>
                </a:rPr>
                <a:t>)</a:t>
              </a:r>
              <a:endParaRPr lang="en-US" altLang="zh-CN" b="1" dirty="0">
                <a:solidFill>
                  <a:srgbClr val="454545"/>
                </a:solidFill>
              </a:endParaRPr>
            </a:p>
            <a:p>
              <a:pPr algn="just">
                <a:spcBef>
                  <a:spcPts val="600"/>
                </a:spcBef>
                <a:spcAft>
                  <a:spcPts val="600"/>
                </a:spcAft>
                <a:defRPr/>
              </a:pPr>
              <a:r>
                <a:rPr lang="en-US" altLang="zh-CN" b="1" dirty="0" smtClean="0">
                  <a:solidFill>
                    <a:srgbClr val="454545"/>
                  </a:solidFill>
                </a:rPr>
                <a:t>S6</a:t>
              </a:r>
              <a:r>
                <a:rPr lang="en-US" altLang="zh-CN" b="1" dirty="0">
                  <a:solidFill>
                    <a:srgbClr val="454545"/>
                  </a:solidFill>
                </a:rPr>
                <a:t>: sum=</a:t>
              </a:r>
              <a:r>
                <a:rPr lang="en-US" altLang="zh-CN" b="1" dirty="0" err="1">
                  <a:solidFill>
                    <a:srgbClr val="454545"/>
                  </a:solidFill>
                </a:rPr>
                <a:t>sum+term</a:t>
              </a:r>
              <a:endParaRPr lang="en-US" altLang="zh-CN" b="1" dirty="0">
                <a:solidFill>
                  <a:srgbClr val="454545"/>
                </a:solidFill>
              </a:endParaRPr>
            </a:p>
            <a:p>
              <a:pPr algn="just">
                <a:spcBef>
                  <a:spcPts val="600"/>
                </a:spcBef>
                <a:spcAft>
                  <a:spcPts val="600"/>
                </a:spcAft>
                <a:defRPr/>
              </a:pPr>
              <a:r>
                <a:rPr lang="en-US" altLang="zh-CN" b="1" dirty="0" smtClean="0">
                  <a:solidFill>
                    <a:srgbClr val="454545"/>
                  </a:solidFill>
                </a:rPr>
                <a:t>S7</a:t>
              </a:r>
              <a:r>
                <a:rPr lang="en-US" altLang="zh-CN" b="1" dirty="0">
                  <a:solidFill>
                    <a:srgbClr val="454545"/>
                  </a:solidFill>
                </a:rPr>
                <a:t>: </a:t>
              </a:r>
              <a:r>
                <a:rPr lang="en-US" altLang="zh-CN" b="1" dirty="0" err="1">
                  <a:solidFill>
                    <a:srgbClr val="454545"/>
                  </a:solidFill>
                </a:rPr>
                <a:t>deno</a:t>
              </a:r>
              <a:r>
                <a:rPr lang="en-US" altLang="zh-CN" b="1" dirty="0">
                  <a:solidFill>
                    <a:srgbClr val="454545"/>
                  </a:solidFill>
                </a:rPr>
                <a:t>=deno+1</a:t>
              </a:r>
              <a:endParaRPr lang="en-US" altLang="zh-CN" b="1" dirty="0">
                <a:solidFill>
                  <a:srgbClr val="454545"/>
                </a:solidFill>
              </a:endParaRPr>
            </a:p>
            <a:p>
              <a:pPr algn="just">
                <a:spcBef>
                  <a:spcPts val="600"/>
                </a:spcBef>
                <a:spcAft>
                  <a:spcPts val="600"/>
                </a:spcAft>
                <a:defRPr/>
              </a:pPr>
              <a:r>
                <a:rPr lang="en-US" altLang="zh-CN" b="1" dirty="0" smtClean="0">
                  <a:solidFill>
                    <a:srgbClr val="454545"/>
                  </a:solidFill>
                </a:rPr>
                <a:t>S8</a:t>
              </a:r>
              <a:r>
                <a:rPr lang="en-US" altLang="zh-CN" b="1" dirty="0">
                  <a:solidFill>
                    <a:srgbClr val="454545"/>
                  </a:solidFill>
                </a:rPr>
                <a:t>: </a:t>
              </a:r>
              <a:r>
                <a:rPr lang="zh-CN" altLang="en-US" b="1" dirty="0">
                  <a:solidFill>
                    <a:srgbClr val="454545"/>
                  </a:solidFill>
                </a:rPr>
                <a:t>若</a:t>
              </a:r>
              <a:r>
                <a:rPr lang="en-US" altLang="zh-CN" b="1" dirty="0">
                  <a:solidFill>
                    <a:srgbClr val="454545"/>
                  </a:solidFill>
                </a:rPr>
                <a:t>deno≤100</a:t>
              </a:r>
              <a:r>
                <a:rPr lang="zh-CN" altLang="en-US" b="1" dirty="0">
                  <a:solidFill>
                    <a:srgbClr val="454545"/>
                  </a:solidFill>
                </a:rPr>
                <a:t>返回</a:t>
              </a:r>
              <a:r>
                <a:rPr lang="en-US" altLang="zh-CN" b="1" dirty="0">
                  <a:solidFill>
                    <a:srgbClr val="454545"/>
                  </a:solidFill>
                </a:rPr>
                <a:t>S4</a:t>
              </a:r>
              <a:r>
                <a:rPr lang="zh-CN" altLang="en-US" b="1" dirty="0">
                  <a:solidFill>
                    <a:srgbClr val="454545"/>
                  </a:solidFill>
                </a:rPr>
                <a:t>；否则算法</a:t>
              </a:r>
              <a:r>
                <a:rPr lang="zh-CN" altLang="en-US" b="1" dirty="0" smtClean="0">
                  <a:solidFill>
                    <a:srgbClr val="454545"/>
                  </a:solidFill>
                </a:rPr>
                <a:t>结束</a:t>
              </a:r>
              <a:endParaRPr lang="zh-CN" altLang="en-US" b="1" dirty="0" smtClean="0">
                <a:solidFill>
                  <a:srgbClr val="454545"/>
                </a:solidFill>
              </a:endParaRPr>
            </a:p>
          </p:txBody>
        </p:sp>
        <p:sp>
          <p:nvSpPr>
            <p:cNvPr id="19" name="MH_Other_1"/>
            <p:cNvSpPr/>
            <p:nvPr>
              <p:custDataLst>
                <p:tags r:id="rId3"/>
              </p:custDataLst>
            </p:nvPr>
          </p:nvSpPr>
          <p:spPr>
            <a:xfrm>
              <a:off x="4621214" y="1795463"/>
              <a:ext cx="276225" cy="120650"/>
            </a:xfrm>
            <a:custGeom>
              <a:avLst/>
              <a:gdLst>
                <a:gd name="connsiteX0" fmla="*/ 131005 w 311731"/>
                <a:gd name="connsiteY0" fmla="*/ 0 h 121823"/>
                <a:gd name="connsiteX1" fmla="*/ 180725 w 311731"/>
                <a:gd name="connsiteY1" fmla="*/ 0 h 121823"/>
                <a:gd name="connsiteX2" fmla="*/ 205433 w 311731"/>
                <a:gd name="connsiteY2" fmla="*/ 4162 h 121823"/>
                <a:gd name="connsiteX3" fmla="*/ 309453 w 311731"/>
                <a:gd name="connsiteY3" fmla="*/ 109253 h 121823"/>
                <a:gd name="connsiteX4" fmla="*/ 311731 w 311731"/>
                <a:gd name="connsiteY4" fmla="*/ 121823 h 121823"/>
                <a:gd name="connsiteX5" fmla="*/ 0 w 311731"/>
                <a:gd name="connsiteY5" fmla="*/ 121823 h 121823"/>
                <a:gd name="connsiteX6" fmla="*/ 2277 w 311731"/>
                <a:gd name="connsiteY6" fmla="*/ 109253 h 121823"/>
                <a:gd name="connsiteX7" fmla="*/ 106298 w 311731"/>
                <a:gd name="connsiteY7" fmla="*/ 4162 h 121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1731" h="121823">
                  <a:moveTo>
                    <a:pt x="131005" y="0"/>
                  </a:moveTo>
                  <a:lnTo>
                    <a:pt x="180725" y="0"/>
                  </a:lnTo>
                  <a:lnTo>
                    <a:pt x="205433" y="4162"/>
                  </a:lnTo>
                  <a:cubicBezTo>
                    <a:pt x="252408" y="20443"/>
                    <a:pt x="290475" y="59254"/>
                    <a:pt x="309453" y="109253"/>
                  </a:cubicBezTo>
                  <a:lnTo>
                    <a:pt x="311731" y="121823"/>
                  </a:lnTo>
                  <a:lnTo>
                    <a:pt x="0" y="121823"/>
                  </a:lnTo>
                  <a:lnTo>
                    <a:pt x="2277" y="109253"/>
                  </a:lnTo>
                  <a:cubicBezTo>
                    <a:pt x="21256" y="59254"/>
                    <a:pt x="59323" y="20443"/>
                    <a:pt x="106298" y="4162"/>
                  </a:cubicBezTo>
                  <a:close/>
                </a:path>
              </a:pathLst>
            </a:custGeom>
            <a:gradFill>
              <a:gsLst>
                <a:gs pos="0">
                  <a:schemeClr val="accent1">
                    <a:lumMod val="50000"/>
                  </a:schemeClr>
                </a:gs>
                <a:gs pos="49000">
                  <a:schemeClr val="accent1"/>
                </a:gs>
                <a:gs pos="100000">
                  <a:schemeClr val="accent1">
                    <a:lumMod val="5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dirty="0"/>
            </a:p>
          </p:txBody>
        </p:sp>
        <p:sp>
          <p:nvSpPr>
            <p:cNvPr id="20" name="MH_Other_2"/>
            <p:cNvSpPr/>
            <p:nvPr>
              <p:custDataLst>
                <p:tags r:id="rId4"/>
              </p:custDataLst>
            </p:nvPr>
          </p:nvSpPr>
          <p:spPr>
            <a:xfrm>
              <a:off x="6948489" y="1795463"/>
              <a:ext cx="261937" cy="120650"/>
            </a:xfrm>
            <a:custGeom>
              <a:avLst/>
              <a:gdLst>
                <a:gd name="connsiteX0" fmla="*/ 145370 w 318081"/>
                <a:gd name="connsiteY0" fmla="*/ 0 h 130555"/>
                <a:gd name="connsiteX1" fmla="*/ 172710 w 318081"/>
                <a:gd name="connsiteY1" fmla="*/ 0 h 130555"/>
                <a:gd name="connsiteX2" fmla="*/ 209618 w 318081"/>
                <a:gd name="connsiteY2" fmla="*/ 6428 h 130555"/>
                <a:gd name="connsiteX3" fmla="*/ 315757 w 318081"/>
                <a:gd name="connsiteY3" fmla="*/ 117294 h 130555"/>
                <a:gd name="connsiteX4" fmla="*/ 318081 w 318081"/>
                <a:gd name="connsiteY4" fmla="*/ 130555 h 130555"/>
                <a:gd name="connsiteX5" fmla="*/ 0 w 318081"/>
                <a:gd name="connsiteY5" fmla="*/ 130555 h 130555"/>
                <a:gd name="connsiteX6" fmla="*/ 2324 w 318081"/>
                <a:gd name="connsiteY6" fmla="*/ 117294 h 130555"/>
                <a:gd name="connsiteX7" fmla="*/ 108463 w 318081"/>
                <a:gd name="connsiteY7" fmla="*/ 6428 h 130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8081" h="130555">
                  <a:moveTo>
                    <a:pt x="145370" y="0"/>
                  </a:moveTo>
                  <a:lnTo>
                    <a:pt x="172710" y="0"/>
                  </a:lnTo>
                  <a:lnTo>
                    <a:pt x="209618" y="6428"/>
                  </a:lnTo>
                  <a:cubicBezTo>
                    <a:pt x="257550" y="23604"/>
                    <a:pt x="296392" y="64548"/>
                    <a:pt x="315757" y="117294"/>
                  </a:cubicBezTo>
                  <a:lnTo>
                    <a:pt x="318081" y="130555"/>
                  </a:lnTo>
                  <a:lnTo>
                    <a:pt x="0" y="130555"/>
                  </a:lnTo>
                  <a:lnTo>
                    <a:pt x="2324" y="117294"/>
                  </a:lnTo>
                  <a:cubicBezTo>
                    <a:pt x="21689" y="64548"/>
                    <a:pt x="60531" y="23604"/>
                    <a:pt x="108463" y="6428"/>
                  </a:cubicBezTo>
                  <a:close/>
                </a:path>
              </a:pathLst>
            </a:custGeom>
            <a:gradFill>
              <a:gsLst>
                <a:gs pos="0">
                  <a:schemeClr val="accent1">
                    <a:lumMod val="50000"/>
                  </a:schemeClr>
                </a:gs>
                <a:gs pos="49000">
                  <a:schemeClr val="accent1"/>
                </a:gs>
                <a:gs pos="100000">
                  <a:schemeClr val="accent1">
                    <a:lumMod val="5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dirty="0"/>
            </a:p>
          </p:txBody>
        </p:sp>
        <p:sp>
          <p:nvSpPr>
            <p:cNvPr id="21" name="MH_SubTitle_1"/>
            <p:cNvSpPr/>
            <p:nvPr>
              <p:custDataLst>
                <p:tags r:id="rId5"/>
              </p:custDataLst>
            </p:nvPr>
          </p:nvSpPr>
          <p:spPr>
            <a:xfrm>
              <a:off x="4760914" y="1795464"/>
              <a:ext cx="2308225" cy="649287"/>
            </a:xfrm>
            <a:custGeom>
              <a:avLst/>
              <a:gdLst>
                <a:gd name="connsiteX0" fmla="*/ 0 w 2600830"/>
                <a:gd name="connsiteY0" fmla="*/ 0 h 649288"/>
                <a:gd name="connsiteX1" fmla="*/ 2600830 w 2600830"/>
                <a:gd name="connsiteY1" fmla="*/ 0 h 649288"/>
                <a:gd name="connsiteX2" fmla="*/ 2520047 w 2600830"/>
                <a:gd name="connsiteY2" fmla="*/ 89402 h 649288"/>
                <a:gd name="connsiteX3" fmla="*/ 1945040 w 2600830"/>
                <a:gd name="connsiteY3" fmla="*/ 646112 h 649288"/>
                <a:gd name="connsiteX4" fmla="*/ 648052 w 2600830"/>
                <a:gd name="connsiteY4" fmla="*/ 649287 h 649288"/>
                <a:gd name="connsiteX5" fmla="*/ 77908 w 2600830"/>
                <a:gd name="connsiteY5" fmla="*/ 84156 h 649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0830" h="649288">
                  <a:moveTo>
                    <a:pt x="0" y="0"/>
                  </a:moveTo>
                  <a:lnTo>
                    <a:pt x="2600830" y="0"/>
                  </a:lnTo>
                  <a:lnTo>
                    <a:pt x="2520047" y="89402"/>
                  </a:lnTo>
                  <a:cubicBezTo>
                    <a:pt x="2351572" y="318525"/>
                    <a:pt x="2323328" y="645186"/>
                    <a:pt x="1945040" y="646112"/>
                  </a:cubicBezTo>
                  <a:lnTo>
                    <a:pt x="648052" y="649287"/>
                  </a:lnTo>
                  <a:cubicBezTo>
                    <a:pt x="269764" y="650213"/>
                    <a:pt x="245977" y="310819"/>
                    <a:pt x="77908" y="84156"/>
                  </a:cubicBezTo>
                  <a:close/>
                </a:path>
              </a:pathLst>
            </a:custGeom>
            <a:gradFill flip="none" rotWithShape="1">
              <a:gsLst>
                <a:gs pos="0">
                  <a:schemeClr val="accent1">
                    <a:lumMod val="60000"/>
                    <a:lumOff val="40000"/>
                  </a:schemeClr>
                </a:gs>
                <a:gs pos="26000">
                  <a:schemeClr val="accent1">
                    <a:lumMod val="40000"/>
                    <a:lumOff val="60000"/>
                  </a:schemeClr>
                </a:gs>
                <a:gs pos="100000">
                  <a:schemeClr val="accent1">
                    <a:lumMod val="60000"/>
                    <a:lumOff val="40000"/>
                  </a:schemeClr>
                </a:gs>
              </a:gsLst>
              <a:lin ang="5400000" scaled="0"/>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defRPr/>
              </a:pPr>
              <a:r>
                <a:rPr lang="zh-CN" altLang="en-US" sz="2000" b="1" dirty="0">
                  <a:solidFill>
                    <a:schemeClr val="accent1">
                      <a:lumMod val="50000"/>
                    </a:schemeClr>
                  </a:solidFill>
                  <a:latin typeface="黑体" panose="02010609060101010101" pitchFamily="49" charset="-122"/>
                  <a:ea typeface="黑体" panose="02010609060101010101" pitchFamily="49" charset="-122"/>
                </a:rPr>
                <a:t>算法</a:t>
              </a:r>
              <a:r>
                <a:rPr lang="zh-CN" altLang="en-US" sz="2000" b="1" dirty="0" smtClean="0">
                  <a:solidFill>
                    <a:schemeClr val="accent1">
                      <a:lumMod val="50000"/>
                    </a:schemeClr>
                  </a:solidFill>
                  <a:latin typeface="黑体" panose="02010609060101010101" pitchFamily="49" charset="-122"/>
                  <a:ea typeface="黑体" panose="02010609060101010101" pitchFamily="49" charset="-122"/>
                </a:rPr>
                <a:t>步骤</a:t>
              </a:r>
              <a:endParaRPr lang="zh-CN" altLang="en-US" sz="2000" b="1" dirty="0">
                <a:solidFill>
                  <a:schemeClr val="accent1">
                    <a:lumMod val="50000"/>
                  </a:schemeClr>
                </a:solidFill>
                <a:latin typeface="黑体" panose="02010609060101010101" pitchFamily="49" charset="-122"/>
                <a:ea typeface="黑体" panose="02010609060101010101" pitchFamily="49" charset="-122"/>
              </a:endParaRPr>
            </a:p>
          </p:txBody>
        </p:sp>
      </p:grpSp>
      <p:sp>
        <p:nvSpPr>
          <p:cNvPr id="27" name="MH_Desc_1"/>
          <p:cNvSpPr/>
          <p:nvPr>
            <p:custDataLst>
              <p:tags r:id="rId6"/>
            </p:custDataLst>
          </p:nvPr>
        </p:nvSpPr>
        <p:spPr>
          <a:xfrm>
            <a:off x="1457960" y="2656840"/>
            <a:ext cx="3696335" cy="3451860"/>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2520280" y="0"/>
                </a:lnTo>
                <a:lnTo>
                  <a:pt x="0" y="0"/>
                </a:lnTo>
                <a:close/>
              </a:path>
            </a:pathLst>
          </a:custGeom>
          <a:noFill/>
          <a:ln w="25400" cap="sq">
            <a:solidFill>
              <a:schemeClr val="accent1"/>
            </a:solidFill>
            <a:beve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anchor="ctr">
            <a:normAutofit/>
          </a:bodyPr>
          <a:lstStyle/>
          <a:p>
            <a:pPr algn="just" fontAlgn="auto">
              <a:lnSpc>
                <a:spcPct val="150000"/>
              </a:lnSpc>
              <a:spcBef>
                <a:spcPts val="600"/>
              </a:spcBef>
              <a:spcAft>
                <a:spcPts val="600"/>
              </a:spcAft>
            </a:pPr>
            <a:r>
              <a:rPr lang="en-US" altLang="zh-CN" sz="2000" b="1" dirty="0">
                <a:solidFill>
                  <a:schemeClr val="tx1"/>
                </a:solidFill>
              </a:rPr>
              <a:t>sign</a:t>
            </a:r>
            <a:r>
              <a:rPr lang="zh-CN" altLang="en-US" sz="2000" b="1" dirty="0">
                <a:solidFill>
                  <a:schemeClr val="tx1"/>
                </a:solidFill>
              </a:rPr>
              <a:t>：表示当前项的数值符号</a:t>
            </a:r>
            <a:endParaRPr lang="en-US" altLang="zh-CN" sz="2000" b="1" dirty="0">
              <a:solidFill>
                <a:schemeClr val="tx1"/>
              </a:solidFill>
            </a:endParaRPr>
          </a:p>
          <a:p>
            <a:pPr algn="just" fontAlgn="auto">
              <a:lnSpc>
                <a:spcPct val="150000"/>
              </a:lnSpc>
              <a:spcBef>
                <a:spcPts val="600"/>
              </a:spcBef>
              <a:spcAft>
                <a:spcPts val="600"/>
              </a:spcAft>
            </a:pPr>
            <a:r>
              <a:rPr lang="en-US" altLang="zh-CN" sz="2000" b="1" dirty="0">
                <a:solidFill>
                  <a:schemeClr val="tx1"/>
                </a:solidFill>
              </a:rPr>
              <a:t>term</a:t>
            </a:r>
            <a:r>
              <a:rPr lang="zh-CN" altLang="en-US" sz="2000" b="1" dirty="0">
                <a:solidFill>
                  <a:schemeClr val="tx1"/>
                </a:solidFill>
              </a:rPr>
              <a:t>：表示当前项的值</a:t>
            </a:r>
            <a:endParaRPr lang="en-US" altLang="zh-CN" sz="2000" b="1" dirty="0">
              <a:solidFill>
                <a:schemeClr val="tx1"/>
              </a:solidFill>
            </a:endParaRPr>
          </a:p>
          <a:p>
            <a:pPr algn="just" fontAlgn="auto">
              <a:lnSpc>
                <a:spcPct val="150000"/>
              </a:lnSpc>
              <a:spcBef>
                <a:spcPts val="600"/>
              </a:spcBef>
              <a:spcAft>
                <a:spcPts val="600"/>
              </a:spcAft>
            </a:pPr>
            <a:r>
              <a:rPr lang="en-US" altLang="zh-CN" sz="2000" b="1" dirty="0">
                <a:solidFill>
                  <a:schemeClr val="tx1"/>
                </a:solidFill>
              </a:rPr>
              <a:t>sum</a:t>
            </a:r>
            <a:r>
              <a:rPr lang="zh-CN" altLang="en-US" sz="2000" b="1" dirty="0">
                <a:solidFill>
                  <a:schemeClr val="tx1"/>
                </a:solidFill>
              </a:rPr>
              <a:t>：表示当前项的累加和</a:t>
            </a:r>
            <a:endParaRPr lang="en-US" altLang="zh-CN" sz="2000" b="1" dirty="0">
              <a:solidFill>
                <a:schemeClr val="tx1"/>
              </a:solidFill>
            </a:endParaRPr>
          </a:p>
          <a:p>
            <a:pPr algn="just" fontAlgn="auto">
              <a:lnSpc>
                <a:spcPct val="150000"/>
              </a:lnSpc>
              <a:spcBef>
                <a:spcPts val="600"/>
              </a:spcBef>
              <a:spcAft>
                <a:spcPts val="600"/>
              </a:spcAft>
            </a:pPr>
            <a:r>
              <a:rPr lang="en-US" altLang="zh-CN" sz="2000" b="1" dirty="0" err="1">
                <a:solidFill>
                  <a:schemeClr val="tx1"/>
                </a:solidFill>
              </a:rPr>
              <a:t>deno</a:t>
            </a:r>
            <a:r>
              <a:rPr lang="zh-CN" altLang="en-US" sz="2000" b="1" dirty="0">
                <a:solidFill>
                  <a:schemeClr val="tx1"/>
                </a:solidFill>
              </a:rPr>
              <a:t>：表示当前项的分母</a:t>
            </a:r>
            <a:endParaRPr lang="zh-CN" altLang="en-US" sz="2000" b="1"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简单的算法举例</a:t>
            </a:r>
            <a:endParaRPr lang="zh-CN" altLang="en-US" dirty="0"/>
          </a:p>
        </p:txBody>
      </p:sp>
      <p:sp>
        <p:nvSpPr>
          <p:cNvPr id="3" name="内容占位符 2"/>
          <p:cNvSpPr>
            <a:spLocks noGrp="1"/>
          </p:cNvSpPr>
          <p:nvPr>
            <p:ph idx="1"/>
          </p:nvPr>
        </p:nvSpPr>
        <p:spPr>
          <a:xfrm>
            <a:off x="1238250" y="1564708"/>
            <a:ext cx="9715500" cy="589584"/>
          </a:xfrm>
        </p:spPr>
        <p:txBody>
          <a:bodyPr>
            <a:noAutofit/>
          </a:bodyPr>
          <a:lstStyle/>
          <a:p>
            <a:pPr marL="0" indent="0">
              <a:lnSpc>
                <a:spcPct val="120000"/>
              </a:lnSpc>
              <a:buNone/>
            </a:pPr>
            <a:r>
              <a:rPr lang="en-US" altLang="zh-CN" sz="2400" b="1" dirty="0" smtClean="0">
                <a:solidFill>
                  <a:schemeClr val="accent1"/>
                </a:solidFill>
              </a:rPr>
              <a:t>【</a:t>
            </a:r>
            <a:r>
              <a:rPr lang="zh-CN" altLang="en-US" sz="2400" b="1" dirty="0" smtClean="0">
                <a:solidFill>
                  <a:schemeClr val="accent1"/>
                </a:solidFill>
              </a:rPr>
              <a:t>例</a:t>
            </a:r>
            <a:r>
              <a:rPr lang="en-US" altLang="zh-CN" sz="2400" b="1" dirty="0" smtClean="0">
                <a:solidFill>
                  <a:schemeClr val="accent1"/>
                </a:solidFill>
              </a:rPr>
              <a:t>2.5】</a:t>
            </a:r>
            <a:r>
              <a:rPr lang="zh-CN" altLang="en-US" sz="2400" b="1" dirty="0">
                <a:solidFill>
                  <a:schemeClr val="accent1"/>
                </a:solidFill>
              </a:rPr>
              <a:t>给出一个大于或等于</a:t>
            </a:r>
            <a:r>
              <a:rPr lang="en-US" altLang="zh-CN" sz="2400" b="1" dirty="0">
                <a:solidFill>
                  <a:schemeClr val="accent1"/>
                </a:solidFill>
              </a:rPr>
              <a:t>3</a:t>
            </a:r>
            <a:r>
              <a:rPr lang="zh-CN" altLang="en-US" sz="2400" b="1" dirty="0">
                <a:solidFill>
                  <a:schemeClr val="accent1"/>
                </a:solidFill>
              </a:rPr>
              <a:t>的正整数，判断它是不是一个素数</a:t>
            </a:r>
            <a:endParaRPr lang="en-US" altLang="zh-CN" sz="2400" b="1" dirty="0" smtClean="0">
              <a:solidFill>
                <a:schemeClr val="accent1"/>
              </a:solidFill>
            </a:endParaRPr>
          </a:p>
        </p:txBody>
      </p:sp>
      <p:grpSp>
        <p:nvGrpSpPr>
          <p:cNvPr id="14" name="组合 13"/>
          <p:cNvGrpSpPr/>
          <p:nvPr/>
        </p:nvGrpSpPr>
        <p:grpSpPr>
          <a:xfrm>
            <a:off x="2481609" y="3019302"/>
            <a:ext cx="3929351" cy="3544058"/>
            <a:chOff x="4030664" y="1795463"/>
            <a:chExt cx="3717925" cy="4624986"/>
          </a:xfrm>
        </p:grpSpPr>
        <p:sp>
          <p:nvSpPr>
            <p:cNvPr id="16" name="MH_Text_1"/>
            <p:cNvSpPr>
              <a:spLocks noChangeAspect="1"/>
            </p:cNvSpPr>
            <p:nvPr>
              <p:custDataLst>
                <p:tags r:id="rId1"/>
              </p:custDataLst>
            </p:nvPr>
          </p:nvSpPr>
          <p:spPr>
            <a:xfrm>
              <a:off x="4030664" y="1916113"/>
              <a:ext cx="3717925" cy="4504336"/>
            </a:xfrm>
            <a:prstGeom prst="roundRect">
              <a:avLst>
                <a:gd name="adj" fmla="val 1429"/>
              </a:avLst>
            </a:prstGeom>
            <a:solidFill>
              <a:srgbClr val="F2F2F2"/>
            </a:solidFill>
            <a:ln w="3175">
              <a:solidFill>
                <a:srgbClr val="D5D5D5"/>
              </a:solidFill>
              <a:prstDash val="solid"/>
            </a:ln>
          </p:spPr>
          <p:style>
            <a:lnRef idx="1">
              <a:schemeClr val="accent6"/>
            </a:lnRef>
            <a:fillRef idx="0">
              <a:schemeClr val="accent6"/>
            </a:fillRef>
            <a:effectRef idx="0">
              <a:schemeClr val="accent6"/>
            </a:effectRef>
            <a:fontRef idx="minor">
              <a:schemeClr val="tx1"/>
            </a:fontRef>
          </p:style>
          <p:txBody>
            <a:bodyPr lIns="288000" tIns="720000" rIns="288000" bIns="360000" anchor="ctr">
              <a:noAutofit/>
            </a:bodyPr>
            <a:lstStyle/>
            <a:p>
              <a:pPr algn="just">
                <a:spcBef>
                  <a:spcPts val="600"/>
                </a:spcBef>
                <a:spcAft>
                  <a:spcPts val="600"/>
                </a:spcAft>
                <a:defRPr/>
              </a:pPr>
              <a:r>
                <a:rPr lang="en-US" altLang="zh-CN" b="1" dirty="0">
                  <a:solidFill>
                    <a:srgbClr val="454545"/>
                  </a:solidFill>
                </a:rPr>
                <a:t>S1: </a:t>
              </a:r>
              <a:r>
                <a:rPr lang="zh-CN" altLang="en-US" b="1" dirty="0">
                  <a:solidFill>
                    <a:srgbClr val="454545"/>
                  </a:solidFill>
                </a:rPr>
                <a:t>输入</a:t>
              </a:r>
              <a:r>
                <a:rPr lang="en-US" altLang="zh-CN" b="1" dirty="0">
                  <a:solidFill>
                    <a:srgbClr val="454545"/>
                  </a:solidFill>
                </a:rPr>
                <a:t>n</a:t>
              </a:r>
              <a:r>
                <a:rPr lang="zh-CN" altLang="en-US" b="1" dirty="0">
                  <a:solidFill>
                    <a:srgbClr val="454545"/>
                  </a:solidFill>
                </a:rPr>
                <a:t>的值</a:t>
              </a:r>
              <a:endParaRPr lang="zh-CN" altLang="en-US" b="1" dirty="0">
                <a:solidFill>
                  <a:srgbClr val="454545"/>
                </a:solidFill>
              </a:endParaRPr>
            </a:p>
            <a:p>
              <a:pPr algn="just">
                <a:spcBef>
                  <a:spcPts val="600"/>
                </a:spcBef>
                <a:spcAft>
                  <a:spcPts val="600"/>
                </a:spcAft>
                <a:defRPr/>
              </a:pPr>
              <a:r>
                <a:rPr lang="en-US" altLang="zh-CN" b="1" dirty="0" smtClean="0">
                  <a:solidFill>
                    <a:srgbClr val="454545"/>
                  </a:solidFill>
                </a:rPr>
                <a:t>S2</a:t>
              </a:r>
              <a:r>
                <a:rPr lang="en-US" altLang="zh-CN" b="1" dirty="0">
                  <a:solidFill>
                    <a:srgbClr val="454545"/>
                  </a:solidFill>
                </a:rPr>
                <a:t>: </a:t>
              </a:r>
              <a:r>
                <a:rPr lang="en-US" altLang="zh-CN" b="1" dirty="0" err="1">
                  <a:solidFill>
                    <a:srgbClr val="454545"/>
                  </a:solidFill>
                </a:rPr>
                <a:t>i</a:t>
              </a:r>
              <a:r>
                <a:rPr lang="en-US" altLang="zh-CN" b="1" dirty="0">
                  <a:solidFill>
                    <a:srgbClr val="454545"/>
                  </a:solidFill>
                </a:rPr>
                <a:t>=2</a:t>
              </a:r>
              <a:r>
                <a:rPr lang="zh-CN" altLang="en-US" b="1" dirty="0">
                  <a:solidFill>
                    <a:srgbClr val="454545"/>
                  </a:solidFill>
                </a:rPr>
                <a:t>（</a:t>
              </a:r>
              <a:r>
                <a:rPr lang="en-US" altLang="zh-CN" b="1" dirty="0" err="1">
                  <a:solidFill>
                    <a:srgbClr val="454545"/>
                  </a:solidFill>
                </a:rPr>
                <a:t>i</a:t>
              </a:r>
              <a:r>
                <a:rPr lang="zh-CN" altLang="en-US" b="1" dirty="0">
                  <a:solidFill>
                    <a:srgbClr val="454545"/>
                  </a:solidFill>
                </a:rPr>
                <a:t>作为除数）</a:t>
              </a:r>
              <a:endParaRPr lang="zh-CN" altLang="en-US" b="1" dirty="0">
                <a:solidFill>
                  <a:srgbClr val="454545"/>
                </a:solidFill>
              </a:endParaRPr>
            </a:p>
            <a:p>
              <a:pPr algn="just">
                <a:spcBef>
                  <a:spcPts val="600"/>
                </a:spcBef>
                <a:spcAft>
                  <a:spcPts val="600"/>
                </a:spcAft>
                <a:defRPr/>
              </a:pPr>
              <a:r>
                <a:rPr lang="en-US" altLang="zh-CN" b="1" dirty="0" smtClean="0">
                  <a:solidFill>
                    <a:srgbClr val="454545"/>
                  </a:solidFill>
                </a:rPr>
                <a:t>S3</a:t>
              </a:r>
              <a:r>
                <a:rPr lang="en-US" altLang="zh-CN" b="1" dirty="0">
                  <a:solidFill>
                    <a:srgbClr val="454545"/>
                  </a:solidFill>
                </a:rPr>
                <a:t>: n</a:t>
              </a:r>
              <a:r>
                <a:rPr lang="zh-CN" altLang="en-US" b="1" dirty="0">
                  <a:solidFill>
                    <a:srgbClr val="454545"/>
                  </a:solidFill>
                </a:rPr>
                <a:t>被</a:t>
              </a:r>
              <a:r>
                <a:rPr lang="en-US" altLang="zh-CN" b="1" dirty="0" err="1">
                  <a:solidFill>
                    <a:srgbClr val="454545"/>
                  </a:solidFill>
                </a:rPr>
                <a:t>i</a:t>
              </a:r>
              <a:r>
                <a:rPr lang="zh-CN" altLang="en-US" b="1" dirty="0">
                  <a:solidFill>
                    <a:srgbClr val="454545"/>
                  </a:solidFill>
                </a:rPr>
                <a:t>除，得余数</a:t>
              </a:r>
              <a:r>
                <a:rPr lang="en-US" altLang="zh-CN" b="1" dirty="0">
                  <a:solidFill>
                    <a:srgbClr val="454545"/>
                  </a:solidFill>
                </a:rPr>
                <a:t>r</a:t>
              </a:r>
              <a:endParaRPr lang="en-US" altLang="zh-CN" b="1" dirty="0">
                <a:solidFill>
                  <a:srgbClr val="454545"/>
                </a:solidFill>
              </a:endParaRPr>
            </a:p>
            <a:p>
              <a:pPr algn="just">
                <a:spcBef>
                  <a:spcPts val="600"/>
                </a:spcBef>
                <a:spcAft>
                  <a:spcPts val="600"/>
                </a:spcAft>
                <a:defRPr/>
              </a:pPr>
              <a:r>
                <a:rPr lang="en-US" altLang="zh-CN" b="1" dirty="0" smtClean="0">
                  <a:solidFill>
                    <a:srgbClr val="454545"/>
                  </a:solidFill>
                </a:rPr>
                <a:t>S4</a:t>
              </a:r>
              <a:r>
                <a:rPr lang="en-US" altLang="zh-CN" b="1" dirty="0">
                  <a:solidFill>
                    <a:srgbClr val="454545"/>
                  </a:solidFill>
                </a:rPr>
                <a:t>: </a:t>
              </a:r>
              <a:r>
                <a:rPr lang="zh-CN" altLang="en-US" b="1" dirty="0">
                  <a:solidFill>
                    <a:srgbClr val="454545"/>
                  </a:solidFill>
                </a:rPr>
                <a:t>如果</a:t>
              </a:r>
              <a:r>
                <a:rPr lang="en-US" altLang="zh-CN" b="1" dirty="0">
                  <a:solidFill>
                    <a:srgbClr val="454545"/>
                  </a:solidFill>
                </a:rPr>
                <a:t>r=0</a:t>
              </a:r>
              <a:r>
                <a:rPr lang="zh-CN" altLang="en-US" b="1" dirty="0">
                  <a:solidFill>
                    <a:srgbClr val="454545"/>
                  </a:solidFill>
                </a:rPr>
                <a:t>，表示</a:t>
              </a:r>
              <a:r>
                <a:rPr lang="en-US" altLang="zh-CN" b="1" dirty="0">
                  <a:solidFill>
                    <a:srgbClr val="454545"/>
                  </a:solidFill>
                </a:rPr>
                <a:t>n</a:t>
              </a:r>
              <a:r>
                <a:rPr lang="zh-CN" altLang="en-US" b="1" dirty="0">
                  <a:solidFill>
                    <a:srgbClr val="454545"/>
                  </a:solidFill>
                </a:rPr>
                <a:t>能被</a:t>
              </a:r>
              <a:r>
                <a:rPr lang="en-US" altLang="zh-CN" b="1" dirty="0" err="1">
                  <a:solidFill>
                    <a:srgbClr val="454545"/>
                  </a:solidFill>
                </a:rPr>
                <a:t>i</a:t>
              </a:r>
              <a:r>
                <a:rPr lang="zh-CN" altLang="en-US" b="1" dirty="0">
                  <a:solidFill>
                    <a:srgbClr val="454545"/>
                  </a:solidFill>
                </a:rPr>
                <a:t>整除，则输出</a:t>
              </a:r>
              <a:r>
                <a:rPr lang="en-US" altLang="zh-CN" b="1" dirty="0">
                  <a:solidFill>
                    <a:srgbClr val="454545"/>
                  </a:solidFill>
                </a:rPr>
                <a:t>n“</a:t>
              </a:r>
              <a:r>
                <a:rPr lang="zh-CN" altLang="en-US" b="1" dirty="0">
                  <a:solidFill>
                    <a:srgbClr val="454545"/>
                  </a:solidFill>
                </a:rPr>
                <a:t>不是素数”，算法结束；否则执行</a:t>
              </a:r>
              <a:r>
                <a:rPr lang="en-US" altLang="zh-CN" b="1" dirty="0">
                  <a:solidFill>
                    <a:srgbClr val="454545"/>
                  </a:solidFill>
                </a:rPr>
                <a:t>S5</a:t>
              </a:r>
              <a:endParaRPr lang="en-US" altLang="zh-CN" b="1" dirty="0">
                <a:solidFill>
                  <a:srgbClr val="454545"/>
                </a:solidFill>
              </a:endParaRPr>
            </a:p>
            <a:p>
              <a:pPr algn="just">
                <a:spcBef>
                  <a:spcPts val="600"/>
                </a:spcBef>
                <a:spcAft>
                  <a:spcPts val="600"/>
                </a:spcAft>
                <a:defRPr/>
              </a:pPr>
              <a:r>
                <a:rPr lang="en-US" altLang="zh-CN" b="1" dirty="0" smtClean="0">
                  <a:solidFill>
                    <a:srgbClr val="454545"/>
                  </a:solidFill>
                </a:rPr>
                <a:t>S5</a:t>
              </a:r>
              <a:r>
                <a:rPr lang="en-US" altLang="zh-CN" b="1" dirty="0">
                  <a:solidFill>
                    <a:srgbClr val="454545"/>
                  </a:solidFill>
                </a:rPr>
                <a:t>: </a:t>
              </a:r>
              <a:r>
                <a:rPr lang="en-US" altLang="zh-CN" b="1" dirty="0" smtClean="0">
                  <a:solidFill>
                    <a:srgbClr val="454545"/>
                  </a:solidFill>
                </a:rPr>
                <a:t>i+1=&gt;</a:t>
              </a:r>
              <a:r>
                <a:rPr lang="en-US" altLang="zh-CN" b="1" dirty="0" err="1" smtClean="0">
                  <a:solidFill>
                    <a:srgbClr val="454545"/>
                  </a:solidFill>
                </a:rPr>
                <a:t>i</a:t>
              </a:r>
              <a:endParaRPr lang="en-US" altLang="zh-CN" b="1" dirty="0">
                <a:solidFill>
                  <a:srgbClr val="454545"/>
                </a:solidFill>
              </a:endParaRPr>
            </a:p>
            <a:p>
              <a:pPr algn="just">
                <a:spcBef>
                  <a:spcPts val="600"/>
                </a:spcBef>
                <a:spcAft>
                  <a:spcPts val="600"/>
                </a:spcAft>
                <a:defRPr/>
              </a:pPr>
              <a:r>
                <a:rPr lang="en-US" altLang="zh-CN" b="1" dirty="0" smtClean="0">
                  <a:solidFill>
                    <a:srgbClr val="454545"/>
                  </a:solidFill>
                </a:rPr>
                <a:t>S6</a:t>
              </a:r>
              <a:r>
                <a:rPr lang="en-US" altLang="zh-CN" b="1" dirty="0">
                  <a:solidFill>
                    <a:srgbClr val="454545"/>
                  </a:solidFill>
                </a:rPr>
                <a:t>: </a:t>
              </a:r>
              <a:r>
                <a:rPr lang="zh-CN" altLang="en-US" b="1" dirty="0">
                  <a:solidFill>
                    <a:srgbClr val="454545"/>
                  </a:solidFill>
                </a:rPr>
                <a:t>如果</a:t>
              </a:r>
              <a:r>
                <a:rPr lang="en-US" altLang="zh-CN" b="1" dirty="0">
                  <a:solidFill>
                    <a:srgbClr val="454545"/>
                  </a:solidFill>
                </a:rPr>
                <a:t>i≤n-1</a:t>
              </a:r>
              <a:r>
                <a:rPr lang="zh-CN" altLang="en-US" b="1" dirty="0">
                  <a:solidFill>
                    <a:srgbClr val="454545"/>
                  </a:solidFill>
                </a:rPr>
                <a:t>，返回</a:t>
              </a:r>
              <a:r>
                <a:rPr lang="en-US" altLang="zh-CN" b="1" dirty="0">
                  <a:solidFill>
                    <a:srgbClr val="454545"/>
                  </a:solidFill>
                </a:rPr>
                <a:t>S3</a:t>
              </a:r>
              <a:r>
                <a:rPr lang="zh-CN" altLang="en-US" b="1" dirty="0">
                  <a:solidFill>
                    <a:srgbClr val="454545"/>
                  </a:solidFill>
                </a:rPr>
                <a:t>；否则输出</a:t>
              </a:r>
              <a:r>
                <a:rPr lang="en-US" altLang="zh-CN" b="1" dirty="0">
                  <a:solidFill>
                    <a:srgbClr val="454545"/>
                  </a:solidFill>
                </a:rPr>
                <a:t>n</a:t>
              </a:r>
              <a:r>
                <a:rPr lang="zh-CN" altLang="en-US" b="1" dirty="0">
                  <a:solidFill>
                    <a:srgbClr val="454545"/>
                  </a:solidFill>
                </a:rPr>
                <a:t>的值以及“是素数”，然后结束</a:t>
              </a:r>
              <a:endParaRPr lang="zh-CN" altLang="en-US" b="1" dirty="0">
                <a:solidFill>
                  <a:srgbClr val="454545"/>
                </a:solidFill>
              </a:endParaRPr>
            </a:p>
          </p:txBody>
        </p:sp>
        <p:sp>
          <p:nvSpPr>
            <p:cNvPr id="19" name="MH_Other_1"/>
            <p:cNvSpPr/>
            <p:nvPr>
              <p:custDataLst>
                <p:tags r:id="rId2"/>
              </p:custDataLst>
            </p:nvPr>
          </p:nvSpPr>
          <p:spPr>
            <a:xfrm>
              <a:off x="4621214" y="1795463"/>
              <a:ext cx="276225" cy="120650"/>
            </a:xfrm>
            <a:custGeom>
              <a:avLst/>
              <a:gdLst>
                <a:gd name="connsiteX0" fmla="*/ 131005 w 311731"/>
                <a:gd name="connsiteY0" fmla="*/ 0 h 121823"/>
                <a:gd name="connsiteX1" fmla="*/ 180725 w 311731"/>
                <a:gd name="connsiteY1" fmla="*/ 0 h 121823"/>
                <a:gd name="connsiteX2" fmla="*/ 205433 w 311731"/>
                <a:gd name="connsiteY2" fmla="*/ 4162 h 121823"/>
                <a:gd name="connsiteX3" fmla="*/ 309453 w 311731"/>
                <a:gd name="connsiteY3" fmla="*/ 109253 h 121823"/>
                <a:gd name="connsiteX4" fmla="*/ 311731 w 311731"/>
                <a:gd name="connsiteY4" fmla="*/ 121823 h 121823"/>
                <a:gd name="connsiteX5" fmla="*/ 0 w 311731"/>
                <a:gd name="connsiteY5" fmla="*/ 121823 h 121823"/>
                <a:gd name="connsiteX6" fmla="*/ 2277 w 311731"/>
                <a:gd name="connsiteY6" fmla="*/ 109253 h 121823"/>
                <a:gd name="connsiteX7" fmla="*/ 106298 w 311731"/>
                <a:gd name="connsiteY7" fmla="*/ 4162 h 121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1731" h="121823">
                  <a:moveTo>
                    <a:pt x="131005" y="0"/>
                  </a:moveTo>
                  <a:lnTo>
                    <a:pt x="180725" y="0"/>
                  </a:lnTo>
                  <a:lnTo>
                    <a:pt x="205433" y="4162"/>
                  </a:lnTo>
                  <a:cubicBezTo>
                    <a:pt x="252408" y="20443"/>
                    <a:pt x="290475" y="59254"/>
                    <a:pt x="309453" y="109253"/>
                  </a:cubicBezTo>
                  <a:lnTo>
                    <a:pt x="311731" y="121823"/>
                  </a:lnTo>
                  <a:lnTo>
                    <a:pt x="0" y="121823"/>
                  </a:lnTo>
                  <a:lnTo>
                    <a:pt x="2277" y="109253"/>
                  </a:lnTo>
                  <a:cubicBezTo>
                    <a:pt x="21256" y="59254"/>
                    <a:pt x="59323" y="20443"/>
                    <a:pt x="106298" y="4162"/>
                  </a:cubicBezTo>
                  <a:close/>
                </a:path>
              </a:pathLst>
            </a:custGeom>
            <a:gradFill>
              <a:gsLst>
                <a:gs pos="0">
                  <a:schemeClr val="accent1">
                    <a:lumMod val="50000"/>
                  </a:schemeClr>
                </a:gs>
                <a:gs pos="49000">
                  <a:schemeClr val="accent1"/>
                </a:gs>
                <a:gs pos="100000">
                  <a:schemeClr val="accent1">
                    <a:lumMod val="5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dirty="0"/>
            </a:p>
          </p:txBody>
        </p:sp>
        <p:sp>
          <p:nvSpPr>
            <p:cNvPr id="20" name="MH_Other_2"/>
            <p:cNvSpPr/>
            <p:nvPr>
              <p:custDataLst>
                <p:tags r:id="rId3"/>
              </p:custDataLst>
            </p:nvPr>
          </p:nvSpPr>
          <p:spPr>
            <a:xfrm>
              <a:off x="6948489" y="1795463"/>
              <a:ext cx="261937" cy="120650"/>
            </a:xfrm>
            <a:custGeom>
              <a:avLst/>
              <a:gdLst>
                <a:gd name="connsiteX0" fmla="*/ 145370 w 318081"/>
                <a:gd name="connsiteY0" fmla="*/ 0 h 130555"/>
                <a:gd name="connsiteX1" fmla="*/ 172710 w 318081"/>
                <a:gd name="connsiteY1" fmla="*/ 0 h 130555"/>
                <a:gd name="connsiteX2" fmla="*/ 209618 w 318081"/>
                <a:gd name="connsiteY2" fmla="*/ 6428 h 130555"/>
                <a:gd name="connsiteX3" fmla="*/ 315757 w 318081"/>
                <a:gd name="connsiteY3" fmla="*/ 117294 h 130555"/>
                <a:gd name="connsiteX4" fmla="*/ 318081 w 318081"/>
                <a:gd name="connsiteY4" fmla="*/ 130555 h 130555"/>
                <a:gd name="connsiteX5" fmla="*/ 0 w 318081"/>
                <a:gd name="connsiteY5" fmla="*/ 130555 h 130555"/>
                <a:gd name="connsiteX6" fmla="*/ 2324 w 318081"/>
                <a:gd name="connsiteY6" fmla="*/ 117294 h 130555"/>
                <a:gd name="connsiteX7" fmla="*/ 108463 w 318081"/>
                <a:gd name="connsiteY7" fmla="*/ 6428 h 130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8081" h="130555">
                  <a:moveTo>
                    <a:pt x="145370" y="0"/>
                  </a:moveTo>
                  <a:lnTo>
                    <a:pt x="172710" y="0"/>
                  </a:lnTo>
                  <a:lnTo>
                    <a:pt x="209618" y="6428"/>
                  </a:lnTo>
                  <a:cubicBezTo>
                    <a:pt x="257550" y="23604"/>
                    <a:pt x="296392" y="64548"/>
                    <a:pt x="315757" y="117294"/>
                  </a:cubicBezTo>
                  <a:lnTo>
                    <a:pt x="318081" y="130555"/>
                  </a:lnTo>
                  <a:lnTo>
                    <a:pt x="0" y="130555"/>
                  </a:lnTo>
                  <a:lnTo>
                    <a:pt x="2324" y="117294"/>
                  </a:lnTo>
                  <a:cubicBezTo>
                    <a:pt x="21689" y="64548"/>
                    <a:pt x="60531" y="23604"/>
                    <a:pt x="108463" y="6428"/>
                  </a:cubicBezTo>
                  <a:close/>
                </a:path>
              </a:pathLst>
            </a:custGeom>
            <a:gradFill>
              <a:gsLst>
                <a:gs pos="0">
                  <a:schemeClr val="accent1">
                    <a:lumMod val="50000"/>
                  </a:schemeClr>
                </a:gs>
                <a:gs pos="49000">
                  <a:schemeClr val="accent1"/>
                </a:gs>
                <a:gs pos="100000">
                  <a:schemeClr val="accent1">
                    <a:lumMod val="5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dirty="0"/>
            </a:p>
          </p:txBody>
        </p:sp>
        <p:sp>
          <p:nvSpPr>
            <p:cNvPr id="21" name="MH_SubTitle_1"/>
            <p:cNvSpPr/>
            <p:nvPr>
              <p:custDataLst>
                <p:tags r:id="rId4"/>
              </p:custDataLst>
            </p:nvPr>
          </p:nvSpPr>
          <p:spPr>
            <a:xfrm>
              <a:off x="4760914" y="1795464"/>
              <a:ext cx="2308225" cy="649287"/>
            </a:xfrm>
            <a:custGeom>
              <a:avLst/>
              <a:gdLst>
                <a:gd name="connsiteX0" fmla="*/ 0 w 2600830"/>
                <a:gd name="connsiteY0" fmla="*/ 0 h 649288"/>
                <a:gd name="connsiteX1" fmla="*/ 2600830 w 2600830"/>
                <a:gd name="connsiteY1" fmla="*/ 0 h 649288"/>
                <a:gd name="connsiteX2" fmla="*/ 2520047 w 2600830"/>
                <a:gd name="connsiteY2" fmla="*/ 89402 h 649288"/>
                <a:gd name="connsiteX3" fmla="*/ 1945040 w 2600830"/>
                <a:gd name="connsiteY3" fmla="*/ 646112 h 649288"/>
                <a:gd name="connsiteX4" fmla="*/ 648052 w 2600830"/>
                <a:gd name="connsiteY4" fmla="*/ 649287 h 649288"/>
                <a:gd name="connsiteX5" fmla="*/ 77908 w 2600830"/>
                <a:gd name="connsiteY5" fmla="*/ 84156 h 649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0830" h="649288">
                  <a:moveTo>
                    <a:pt x="0" y="0"/>
                  </a:moveTo>
                  <a:lnTo>
                    <a:pt x="2600830" y="0"/>
                  </a:lnTo>
                  <a:lnTo>
                    <a:pt x="2520047" y="89402"/>
                  </a:lnTo>
                  <a:cubicBezTo>
                    <a:pt x="2351572" y="318525"/>
                    <a:pt x="2323328" y="645186"/>
                    <a:pt x="1945040" y="646112"/>
                  </a:cubicBezTo>
                  <a:lnTo>
                    <a:pt x="648052" y="649287"/>
                  </a:lnTo>
                  <a:cubicBezTo>
                    <a:pt x="269764" y="650213"/>
                    <a:pt x="245977" y="310819"/>
                    <a:pt x="77908" y="84156"/>
                  </a:cubicBezTo>
                  <a:close/>
                </a:path>
              </a:pathLst>
            </a:custGeom>
            <a:gradFill flip="none" rotWithShape="1">
              <a:gsLst>
                <a:gs pos="0">
                  <a:schemeClr val="accent1">
                    <a:lumMod val="60000"/>
                    <a:lumOff val="40000"/>
                  </a:schemeClr>
                </a:gs>
                <a:gs pos="26000">
                  <a:schemeClr val="accent1">
                    <a:lumMod val="40000"/>
                    <a:lumOff val="60000"/>
                  </a:schemeClr>
                </a:gs>
                <a:gs pos="100000">
                  <a:schemeClr val="accent1">
                    <a:lumMod val="60000"/>
                    <a:lumOff val="40000"/>
                  </a:schemeClr>
                </a:gs>
              </a:gsLst>
              <a:lin ang="5400000" scaled="0"/>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defRPr/>
              </a:pPr>
              <a:r>
                <a:rPr lang="zh-CN" altLang="en-US" sz="2000" b="1" dirty="0">
                  <a:solidFill>
                    <a:schemeClr val="accent1">
                      <a:lumMod val="50000"/>
                    </a:schemeClr>
                  </a:solidFill>
                  <a:latin typeface="黑体" panose="02010609060101010101" pitchFamily="49" charset="-122"/>
                  <a:ea typeface="黑体" panose="02010609060101010101" pitchFamily="49" charset="-122"/>
                </a:rPr>
                <a:t>算法</a:t>
              </a:r>
              <a:r>
                <a:rPr lang="zh-CN" altLang="en-US" sz="2000" b="1" dirty="0" smtClean="0">
                  <a:solidFill>
                    <a:schemeClr val="accent1">
                      <a:lumMod val="50000"/>
                    </a:schemeClr>
                  </a:solidFill>
                  <a:latin typeface="黑体" panose="02010609060101010101" pitchFamily="49" charset="-122"/>
                  <a:ea typeface="黑体" panose="02010609060101010101" pitchFamily="49" charset="-122"/>
                </a:rPr>
                <a:t>步骤</a:t>
              </a:r>
              <a:endParaRPr lang="zh-CN" altLang="en-US" sz="2000" b="1" dirty="0">
                <a:solidFill>
                  <a:schemeClr val="accent1">
                    <a:lumMod val="50000"/>
                  </a:schemeClr>
                </a:solidFill>
                <a:latin typeface="黑体" panose="02010609060101010101" pitchFamily="49" charset="-122"/>
                <a:ea typeface="黑体" panose="02010609060101010101" pitchFamily="49" charset="-122"/>
              </a:endParaRPr>
            </a:p>
          </p:txBody>
        </p:sp>
      </p:grpSp>
      <p:sp>
        <p:nvSpPr>
          <p:cNvPr id="10" name="矩形 9"/>
          <p:cNvSpPr/>
          <p:nvPr/>
        </p:nvSpPr>
        <p:spPr>
          <a:xfrm>
            <a:off x="1447800" y="2200518"/>
            <a:ext cx="10038162" cy="706755"/>
          </a:xfrm>
          <a:prstGeom prst="rect">
            <a:avLst/>
          </a:prstGeom>
        </p:spPr>
        <p:txBody>
          <a:bodyPr wrap="square">
            <a:spAutoFit/>
          </a:bodyPr>
          <a:lstStyle/>
          <a:p>
            <a:r>
              <a:rPr lang="zh-CN" altLang="en-US" sz="2000" b="1" dirty="0" smtClean="0"/>
              <a:t>解题思路</a:t>
            </a:r>
            <a:r>
              <a:rPr lang="en-US" altLang="zh-CN" sz="2000" b="1" dirty="0" smtClean="0"/>
              <a:t>: </a:t>
            </a:r>
            <a:r>
              <a:rPr lang="zh-CN" altLang="en-US" sz="2000" b="1" dirty="0"/>
              <a:t> 所谓素数</a:t>
            </a:r>
            <a:r>
              <a:rPr lang="en-US" altLang="zh-CN" sz="2000" b="1" dirty="0"/>
              <a:t>(prime)</a:t>
            </a:r>
            <a:r>
              <a:rPr lang="zh-CN" altLang="en-US" sz="2000" b="1" dirty="0"/>
              <a:t>，是指除了</a:t>
            </a:r>
            <a:r>
              <a:rPr lang="en-US" altLang="zh-CN" sz="2000" b="1" dirty="0"/>
              <a:t>1</a:t>
            </a:r>
            <a:r>
              <a:rPr lang="zh-CN" altLang="en-US" sz="2000" b="1" dirty="0"/>
              <a:t>和该数本身之外，不能被其他任何整数整除的数</a:t>
            </a:r>
            <a:r>
              <a:rPr lang="zh-CN" altLang="en-US" sz="2000" b="1" dirty="0" smtClean="0"/>
              <a:t>。</a:t>
            </a:r>
            <a:endParaRPr lang="zh-CN" altLang="en-US" sz="2000" b="1" dirty="0" smtClean="0"/>
          </a:p>
        </p:txBody>
      </p:sp>
      <mc:AlternateContent xmlns:mc="http://schemas.openxmlformats.org/markup-compatibility/2006">
        <mc:Choice xmlns:a14="http://schemas.microsoft.com/office/drawing/2010/main" Requires="a14">
          <p:sp>
            <p:nvSpPr>
              <p:cNvPr id="4" name="圆角矩形标注 3"/>
              <p:cNvSpPr/>
              <p:nvPr/>
            </p:nvSpPr>
            <p:spPr>
              <a:xfrm>
                <a:off x="7020560" y="3498004"/>
                <a:ext cx="3068319" cy="1827318"/>
              </a:xfrm>
              <a:prstGeom prst="wedgeRoundRectCallout">
                <a:avLst>
                  <a:gd name="adj1" fmla="val -42687"/>
                  <a:gd name="adj2" fmla="val 75288"/>
                  <a:gd name="adj3" fmla="val 16667"/>
                </a:avLst>
              </a:prstGeom>
              <a:effectLst>
                <a:outerShdw blurRad="152400" dist="317500" dir="5400000" sx="90000" sy="-19000"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nSpc>
                    <a:spcPct val="150000"/>
                  </a:lnSpc>
                </a:pPr>
                <a:r>
                  <a:rPr lang="zh-CN" altLang="en-US" sz="1600" dirty="0"/>
                  <a:t>实际上，</a:t>
                </a:r>
                <a:r>
                  <a:rPr lang="en-US" altLang="zh-CN" sz="1600" dirty="0"/>
                  <a:t>n</a:t>
                </a:r>
                <a:r>
                  <a:rPr lang="zh-CN" altLang="en-US" sz="1600" dirty="0"/>
                  <a:t>不必被</a:t>
                </a:r>
                <a:r>
                  <a:rPr lang="en-US" altLang="zh-CN" sz="1600" dirty="0"/>
                  <a:t>2~(n-1)</a:t>
                </a:r>
                <a:r>
                  <a:rPr lang="zh-CN" altLang="en-US" sz="1600" dirty="0"/>
                  <a:t>之间的整数除，只须被</a:t>
                </a:r>
                <a:r>
                  <a:rPr lang="en-US" altLang="zh-CN" sz="1600" dirty="0"/>
                  <a:t>2~n/2</a:t>
                </a:r>
                <a:r>
                  <a:rPr lang="zh-CN" altLang="en-US" sz="1600" dirty="0"/>
                  <a:t>间整数除即可，甚至只须被</a:t>
                </a:r>
                <a:r>
                  <a:rPr lang="en-US" altLang="zh-CN" sz="1600" dirty="0"/>
                  <a:t>2~</a:t>
                </a:r>
                <a14:m>
                  <m:oMath xmlns:m="http://schemas.openxmlformats.org/officeDocument/2006/math">
                    <m:rad>
                      <m:radPr>
                        <m:degHide m:val="on"/>
                        <m:ctrlPr>
                          <a:rPr lang="zh-CN" altLang="zh-CN" sz="1600" i="1">
                            <a:latin typeface="Cambria Math" panose="02040503050406030204" pitchFamily="18" charset="0"/>
                          </a:rPr>
                        </m:ctrlPr>
                      </m:radPr>
                      <m:deg/>
                      <m:e>
                        <m:r>
                          <a:rPr lang="en-US" altLang="zh-CN" sz="1600" i="1">
                            <a:latin typeface="Cambria Math" panose="02040503050406030204" pitchFamily="18" charset="0"/>
                          </a:rPr>
                          <m:t>𝑛</m:t>
                        </m:r>
                      </m:e>
                    </m:rad>
                  </m:oMath>
                </a14:m>
                <a:endParaRPr lang="zh-CN" altLang="zh-CN" sz="1600" dirty="0"/>
              </a:p>
              <a:p>
                <a:pPr>
                  <a:lnSpc>
                    <a:spcPct val="150000"/>
                  </a:lnSpc>
                </a:pPr>
                <a:r>
                  <a:rPr lang="zh-CN" altLang="en-US" sz="1600" dirty="0"/>
                  <a:t>之间的整数除即可。</a:t>
                </a:r>
              </a:p>
            </p:txBody>
          </p:sp>
        </mc:Choice>
        <mc:Fallback>
          <p:sp>
            <p:nvSpPr>
              <p:cNvPr id="4" name="圆角矩形标注 3"/>
              <p:cNvSpPr>
                <a:spLocks noRot="1" noChangeAspect="1" noMove="1" noResize="1" noEditPoints="1" noAdjustHandles="1" noChangeArrowheads="1" noChangeShapeType="1" noTextEdit="1"/>
              </p:cNvSpPr>
              <p:nvPr/>
            </p:nvSpPr>
            <p:spPr>
              <a:xfrm>
                <a:off x="7307580" y="3517054"/>
                <a:ext cx="3068319" cy="1827318"/>
              </a:xfrm>
              <a:prstGeom prst="wedgeRoundRectCallout">
                <a:avLst>
                  <a:gd name="adj1" fmla="val -59416"/>
                  <a:gd name="adj2" fmla="val 89325"/>
                  <a:gd name="adj3" fmla="val 16667"/>
                </a:avLst>
              </a:prstGeom>
              <a:blipFill rotWithShape="1">
                <a:blip r:embed="rId5"/>
                <a:stretch>
                  <a:fillRect/>
                </a:stretch>
              </a:blipFill>
              <a:effectLst>
                <a:outerShdw blurRad="152400" dist="317500" dir="5400000" sx="90000" sy="-19000" rotWithShape="0">
                  <a:prstClr val="black">
                    <a:alpha val="15000"/>
                  </a:prstClr>
                </a:outerShdw>
              </a:effectLst>
            </p:spPr>
            <p:txBody>
              <a:bodyPr/>
              <a:lstStyle/>
              <a:p>
                <a:r>
                  <a:rPr lang="zh-CN" altLang="en-US">
                    <a:noFill/>
                  </a:rPr>
                  <a:t> </a:t>
                </a:r>
                <a:endParaRPr lang="zh-CN" altLang="en-US">
                  <a:noFill/>
                </a:endParaRPr>
              </a:p>
            </p:txBody>
          </p:sp>
        </mc:Fallback>
      </mc:AlternateContent>
      <mc:AlternateContent xmlns:mc="http://schemas.openxmlformats.org/markup-compatibility/2006">
        <mc:Choice xmlns:a14="http://schemas.microsoft.com/office/drawing/2010/main" Requires="a14">
          <p:sp>
            <p:nvSpPr>
              <p:cNvPr id="12" name="矩形 11"/>
              <p:cNvSpPr/>
              <p:nvPr/>
            </p:nvSpPr>
            <p:spPr>
              <a:xfrm>
                <a:off x="3428155" y="5802878"/>
                <a:ext cx="652559" cy="232162"/>
              </a:xfrm>
              <a:prstGeom prst="rect">
                <a:avLst/>
              </a:prstGeom>
              <a:solidFill>
                <a:schemeClr val="bg1"/>
              </a:solidFill>
              <a:ln>
                <a:noFill/>
              </a:ln>
              <a:effectLst>
                <a:outerShdw blurRad="50800" dist="38100" dir="2700000" algn="tl" rotWithShape="0">
                  <a:prstClr val="black">
                    <a:alpha val="40000"/>
                  </a:prstClr>
                </a:outerShdw>
                <a:softEdge rad="381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1400" dirty="0" err="1" smtClean="0">
                    <a:solidFill>
                      <a:schemeClr val="tx1">
                        <a:lumMod val="65000"/>
                        <a:lumOff val="35000"/>
                      </a:schemeClr>
                    </a:solidFill>
                  </a:rPr>
                  <a:t>i</a:t>
                </a:r>
                <a:r>
                  <a:rPr lang="zh-CN" altLang="en-US" sz="1400" dirty="0">
                    <a:solidFill>
                      <a:schemeClr val="tx1">
                        <a:lumMod val="65000"/>
                        <a:lumOff val="35000"/>
                      </a:schemeClr>
                    </a:solidFill>
                  </a:rPr>
                  <a:t>≤</a:t>
                </a:r>
                <a14:m>
                  <m:oMath xmlns:m="http://schemas.openxmlformats.org/officeDocument/2006/math">
                    <m:rad>
                      <m:radPr>
                        <m:degHide m:val="on"/>
                        <m:ctrlPr>
                          <a:rPr lang="zh-CN" altLang="zh-CN" sz="1400" i="1">
                            <a:solidFill>
                              <a:schemeClr val="tx1">
                                <a:lumMod val="65000"/>
                                <a:lumOff val="35000"/>
                              </a:schemeClr>
                            </a:solidFill>
                            <a:latin typeface="Cambria Math" panose="02040503050406030204" pitchFamily="18" charset="0"/>
                          </a:rPr>
                        </m:ctrlPr>
                      </m:radPr>
                      <m:deg/>
                      <m:e>
                        <m:r>
                          <a:rPr lang="en-US" altLang="zh-CN" sz="1400">
                            <a:solidFill>
                              <a:schemeClr val="tx1">
                                <a:lumMod val="65000"/>
                                <a:lumOff val="35000"/>
                              </a:schemeClr>
                            </a:solidFill>
                            <a:latin typeface="Cambria Math" panose="02040503050406030204" pitchFamily="18" charset="0"/>
                          </a:rPr>
                          <m:t>𝑛</m:t>
                        </m:r>
                      </m:e>
                    </m:rad>
                  </m:oMath>
                </a14:m>
                <a:endParaRPr lang="en-US" altLang="zh-CN" sz="1400" dirty="0" smtClean="0">
                  <a:solidFill>
                    <a:schemeClr val="tx1">
                      <a:lumMod val="65000"/>
                      <a:lumOff val="35000"/>
                    </a:schemeClr>
                  </a:solidFill>
                </a:endParaRPr>
              </a:p>
            </p:txBody>
          </p:sp>
        </mc:Choice>
        <mc:Fallback>
          <p:sp>
            <p:nvSpPr>
              <p:cNvPr id="12" name="矩形 11"/>
              <p:cNvSpPr>
                <a:spLocks noRot="1" noChangeAspect="1" noMove="1" noResize="1" noEditPoints="1" noAdjustHandles="1" noChangeArrowheads="1" noChangeShapeType="1" noTextEdit="1"/>
              </p:cNvSpPr>
              <p:nvPr/>
            </p:nvSpPr>
            <p:spPr>
              <a:xfrm>
                <a:off x="4201795" y="5640070"/>
                <a:ext cx="1230630" cy="438150"/>
              </a:xfrm>
              <a:prstGeom prst="rect">
                <a:avLst/>
              </a:prstGeom>
              <a:blipFill rotWithShape="1">
                <a:blip r:embed="rId6"/>
                <a:stretch>
                  <a:fillRect/>
                </a:stretch>
              </a:blipFill>
              <a:ln>
                <a:noFill/>
              </a:ln>
              <a:effectLst>
                <a:outerShdw blurRad="50800" dist="38100" dir="2700000" algn="tl" rotWithShape="0">
                  <a:prstClr val="black">
                    <a:alpha val="40000"/>
                  </a:prstClr>
                </a:outerShdw>
                <a:softEdge rad="38100"/>
              </a:effectLst>
            </p:spPr>
            <p:txBody>
              <a:bodyPr/>
              <a:lstStyle/>
              <a:p>
                <a:r>
                  <a:rPr lang="zh-CN" altLang="en-US">
                    <a:noFill/>
                  </a:rPr>
                  <a:t> </a:t>
                </a:r>
                <a:endParaRPr lang="zh-CN" altLang="en-US">
                  <a:noFill/>
                </a:endParaRPr>
              </a:p>
            </p:txBody>
          </p:sp>
        </mc:Fallback>
      </mc:AlternateContent>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算法的特性</a:t>
            </a:r>
            <a:endParaRPr lang="zh-CN" altLang="en-US" dirty="0"/>
          </a:p>
        </p:txBody>
      </p:sp>
      <p:grpSp>
        <p:nvGrpSpPr>
          <p:cNvPr id="4" name="组合 3"/>
          <p:cNvGrpSpPr/>
          <p:nvPr/>
        </p:nvGrpSpPr>
        <p:grpSpPr>
          <a:xfrm>
            <a:off x="1119505" y="1691005"/>
            <a:ext cx="10768330" cy="4579620"/>
            <a:chOff x="2019126" y="1754185"/>
            <a:chExt cx="9953625" cy="4579620"/>
          </a:xfrm>
        </p:grpSpPr>
        <p:sp>
          <p:nvSpPr>
            <p:cNvPr id="5" name="MH_Other_1"/>
            <p:cNvSpPr/>
            <p:nvPr>
              <p:custDataLst>
                <p:tags r:id="rId1"/>
              </p:custDataLst>
            </p:nvPr>
          </p:nvSpPr>
          <p:spPr bwMode="auto">
            <a:xfrm>
              <a:off x="2019126" y="1754185"/>
              <a:ext cx="569887" cy="569887"/>
            </a:xfrm>
            <a:prstGeom prst="ellipse">
              <a:avLst/>
            </a:prstGeom>
            <a:solidFill>
              <a:schemeClr val="accent1"/>
            </a:solidFill>
            <a:ln>
              <a:noFill/>
            </a:ln>
            <a:effectLst/>
            <a:scene3d>
              <a:camera prst="orthographicFront">
                <a:rot lat="0" lon="0" rev="0"/>
              </a:camera>
              <a:lightRig rig="glow" dir="t">
                <a:rot lat="0" lon="0" rev="14100000"/>
              </a:lightRig>
            </a:scene3d>
            <a:sp3d prstMaterial="softEdge">
              <a:bevelT w="127000"/>
            </a:sp3d>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defRPr/>
              </a:pPr>
              <a:r>
                <a:rPr lang="en-US" altLang="zh-CN" sz="3200" b="1" dirty="0">
                  <a:solidFill>
                    <a:srgbClr val="FFFFFF"/>
                  </a:solidFill>
                  <a:latin typeface="+mj-lt"/>
                </a:rPr>
                <a:t>1</a:t>
              </a:r>
              <a:endParaRPr lang="en-US" altLang="zh-CN" sz="3200" b="1" dirty="0">
                <a:solidFill>
                  <a:srgbClr val="FFFFFF"/>
                </a:solidFill>
                <a:latin typeface="+mj-lt"/>
              </a:endParaRPr>
            </a:p>
          </p:txBody>
        </p:sp>
        <p:cxnSp>
          <p:nvCxnSpPr>
            <p:cNvPr id="6" name="MH_Other_2"/>
            <p:cNvCxnSpPr/>
            <p:nvPr>
              <p:custDataLst>
                <p:tags r:id="rId2"/>
              </p:custDataLst>
            </p:nvPr>
          </p:nvCxnSpPr>
          <p:spPr>
            <a:xfrm>
              <a:off x="2665413" y="2197100"/>
              <a:ext cx="6480000" cy="0"/>
            </a:xfrm>
            <a:prstGeom prst="line">
              <a:avLst/>
            </a:prstGeom>
            <a:ln w="25400" cap="rnd" cmpd="sng">
              <a:solidFill>
                <a:schemeClr val="accent1"/>
              </a:solidFill>
              <a:prstDash val="sysDot"/>
              <a:miter lim="800000"/>
            </a:ln>
          </p:spPr>
          <p:style>
            <a:lnRef idx="1">
              <a:schemeClr val="accent1"/>
            </a:lnRef>
            <a:fillRef idx="0">
              <a:schemeClr val="accent1"/>
            </a:fillRef>
            <a:effectRef idx="0">
              <a:schemeClr val="accent1"/>
            </a:effectRef>
            <a:fontRef idx="minor">
              <a:schemeClr val="tx1"/>
            </a:fontRef>
          </p:style>
        </p:cxnSp>
        <p:sp>
          <p:nvSpPr>
            <p:cNvPr id="7" name="MH_Other_3"/>
            <p:cNvSpPr/>
            <p:nvPr>
              <p:custDataLst>
                <p:tags r:id="rId3"/>
              </p:custDataLst>
            </p:nvPr>
          </p:nvSpPr>
          <p:spPr bwMode="auto">
            <a:xfrm>
              <a:off x="2725322" y="2699080"/>
              <a:ext cx="569887" cy="569888"/>
            </a:xfrm>
            <a:prstGeom prst="ellipse">
              <a:avLst/>
            </a:prstGeom>
            <a:solidFill>
              <a:schemeClr val="accent2"/>
            </a:solidFill>
            <a:ln>
              <a:noFill/>
            </a:ln>
            <a:effectLst/>
            <a:scene3d>
              <a:camera prst="orthographicFront">
                <a:rot lat="0" lon="0" rev="0"/>
              </a:camera>
              <a:lightRig rig="glow" dir="t">
                <a:rot lat="0" lon="0" rev="14100000"/>
              </a:lightRig>
            </a:scene3d>
            <a:sp3d prstMaterial="softEdge">
              <a:bevelT w="127000"/>
            </a:sp3d>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defRPr/>
              </a:pPr>
              <a:r>
                <a:rPr lang="en-US" altLang="zh-CN" sz="3200" b="1" dirty="0">
                  <a:solidFill>
                    <a:srgbClr val="FFFFFF"/>
                  </a:solidFill>
                  <a:latin typeface="+mj-lt"/>
                </a:rPr>
                <a:t>2</a:t>
              </a:r>
              <a:endParaRPr lang="en-US" altLang="zh-CN" sz="3200" b="1" dirty="0">
                <a:solidFill>
                  <a:srgbClr val="FFFFFF"/>
                </a:solidFill>
                <a:latin typeface="+mj-lt"/>
              </a:endParaRPr>
            </a:p>
          </p:txBody>
        </p:sp>
        <p:cxnSp>
          <p:nvCxnSpPr>
            <p:cNvPr id="8" name="MH_Other_4"/>
            <p:cNvCxnSpPr/>
            <p:nvPr>
              <p:custDataLst>
                <p:tags r:id="rId4"/>
              </p:custDataLst>
            </p:nvPr>
          </p:nvCxnSpPr>
          <p:spPr>
            <a:xfrm>
              <a:off x="3373438" y="3132138"/>
              <a:ext cx="6480000" cy="0"/>
            </a:xfrm>
            <a:prstGeom prst="line">
              <a:avLst/>
            </a:prstGeom>
            <a:ln w="25400" cap="rnd" cmpd="sng">
              <a:solidFill>
                <a:schemeClr val="accent2"/>
              </a:solidFill>
              <a:prstDash val="sysDot"/>
              <a:miter lim="800000"/>
            </a:ln>
          </p:spPr>
          <p:style>
            <a:lnRef idx="1">
              <a:schemeClr val="accent1"/>
            </a:lnRef>
            <a:fillRef idx="0">
              <a:schemeClr val="accent1"/>
            </a:fillRef>
            <a:effectRef idx="0">
              <a:schemeClr val="accent1"/>
            </a:effectRef>
            <a:fontRef idx="minor">
              <a:schemeClr val="tx1"/>
            </a:fontRef>
          </p:style>
        </p:cxnSp>
        <p:sp>
          <p:nvSpPr>
            <p:cNvPr id="9" name="MH_Other_5"/>
            <p:cNvSpPr/>
            <p:nvPr>
              <p:custDataLst>
                <p:tags r:id="rId5"/>
              </p:custDataLst>
            </p:nvPr>
          </p:nvSpPr>
          <p:spPr bwMode="auto">
            <a:xfrm>
              <a:off x="3432723" y="3638069"/>
              <a:ext cx="569887" cy="569887"/>
            </a:xfrm>
            <a:prstGeom prst="ellipse">
              <a:avLst/>
            </a:prstGeom>
            <a:solidFill>
              <a:schemeClr val="accent1"/>
            </a:solidFill>
            <a:ln>
              <a:noFill/>
            </a:ln>
            <a:effectLst/>
            <a:scene3d>
              <a:camera prst="orthographicFront">
                <a:rot lat="0" lon="0" rev="0"/>
              </a:camera>
              <a:lightRig rig="glow" dir="t">
                <a:rot lat="0" lon="0" rev="14100000"/>
              </a:lightRig>
            </a:scene3d>
            <a:sp3d prstMaterial="softEdge">
              <a:bevelT w="127000"/>
            </a:sp3d>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defRPr/>
              </a:pPr>
              <a:r>
                <a:rPr lang="en-US" altLang="zh-CN" sz="3200" b="1" dirty="0">
                  <a:solidFill>
                    <a:srgbClr val="FFFFFF"/>
                  </a:solidFill>
                  <a:latin typeface="+mj-lt"/>
                </a:rPr>
                <a:t>3</a:t>
              </a:r>
              <a:endParaRPr lang="en-US" altLang="zh-CN" sz="3200" b="1" dirty="0">
                <a:solidFill>
                  <a:srgbClr val="FFFFFF"/>
                </a:solidFill>
                <a:latin typeface="+mj-lt"/>
              </a:endParaRPr>
            </a:p>
          </p:txBody>
        </p:sp>
        <p:cxnSp>
          <p:nvCxnSpPr>
            <p:cNvPr id="10" name="MH_Other_6"/>
            <p:cNvCxnSpPr/>
            <p:nvPr>
              <p:custDataLst>
                <p:tags r:id="rId6"/>
              </p:custDataLst>
            </p:nvPr>
          </p:nvCxnSpPr>
          <p:spPr>
            <a:xfrm>
              <a:off x="4079875" y="4081463"/>
              <a:ext cx="6480000" cy="0"/>
            </a:xfrm>
            <a:prstGeom prst="line">
              <a:avLst/>
            </a:prstGeom>
            <a:ln w="25400" cap="rnd" cmpd="sng">
              <a:solidFill>
                <a:schemeClr val="accent1"/>
              </a:solidFill>
              <a:prstDash val="sysDot"/>
              <a:miter lim="800000"/>
            </a:ln>
          </p:spPr>
          <p:style>
            <a:lnRef idx="1">
              <a:schemeClr val="accent1"/>
            </a:lnRef>
            <a:fillRef idx="0">
              <a:schemeClr val="accent1"/>
            </a:fillRef>
            <a:effectRef idx="0">
              <a:schemeClr val="accent1"/>
            </a:effectRef>
            <a:fontRef idx="minor">
              <a:schemeClr val="tx1"/>
            </a:fontRef>
          </p:style>
        </p:cxnSp>
        <p:sp>
          <p:nvSpPr>
            <p:cNvPr id="11" name="MH_Other_7"/>
            <p:cNvSpPr/>
            <p:nvPr>
              <p:custDataLst>
                <p:tags r:id="rId7"/>
              </p:custDataLst>
            </p:nvPr>
          </p:nvSpPr>
          <p:spPr bwMode="auto">
            <a:xfrm>
              <a:off x="4138919" y="4582393"/>
              <a:ext cx="569887" cy="569888"/>
            </a:xfrm>
            <a:prstGeom prst="ellipse">
              <a:avLst/>
            </a:prstGeom>
            <a:solidFill>
              <a:schemeClr val="accent2"/>
            </a:solidFill>
            <a:ln>
              <a:noFill/>
            </a:ln>
            <a:effectLst/>
            <a:scene3d>
              <a:camera prst="orthographicFront">
                <a:rot lat="0" lon="0" rev="0"/>
              </a:camera>
              <a:lightRig rig="glow" dir="t">
                <a:rot lat="0" lon="0" rev="14100000"/>
              </a:lightRig>
            </a:scene3d>
            <a:sp3d prstMaterial="softEdge">
              <a:bevelT w="127000"/>
            </a:sp3d>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defRPr/>
              </a:pPr>
              <a:r>
                <a:rPr lang="en-US" altLang="zh-CN" sz="3200" b="1" dirty="0">
                  <a:solidFill>
                    <a:srgbClr val="FFFFFF"/>
                  </a:solidFill>
                  <a:latin typeface="+mj-lt"/>
                </a:rPr>
                <a:t>4</a:t>
              </a:r>
              <a:endParaRPr lang="en-US" altLang="zh-CN" sz="3200" b="1" dirty="0">
                <a:solidFill>
                  <a:srgbClr val="FFFFFF"/>
                </a:solidFill>
                <a:latin typeface="+mj-lt"/>
              </a:endParaRPr>
            </a:p>
          </p:txBody>
        </p:sp>
        <p:cxnSp>
          <p:nvCxnSpPr>
            <p:cNvPr id="12" name="MH_Other_8"/>
            <p:cNvCxnSpPr/>
            <p:nvPr>
              <p:custDataLst>
                <p:tags r:id="rId8"/>
              </p:custDataLst>
            </p:nvPr>
          </p:nvCxnSpPr>
          <p:spPr>
            <a:xfrm>
              <a:off x="4786313" y="5022850"/>
              <a:ext cx="6480000" cy="0"/>
            </a:xfrm>
            <a:prstGeom prst="line">
              <a:avLst/>
            </a:prstGeom>
            <a:ln w="25400" cap="rnd" cmpd="sng">
              <a:solidFill>
                <a:schemeClr val="accent2"/>
              </a:solidFill>
              <a:prstDash val="sysDot"/>
              <a:miter lim="800000"/>
            </a:ln>
          </p:spPr>
          <p:style>
            <a:lnRef idx="1">
              <a:schemeClr val="accent1"/>
            </a:lnRef>
            <a:fillRef idx="0">
              <a:schemeClr val="accent1"/>
            </a:fillRef>
            <a:effectRef idx="0">
              <a:schemeClr val="accent1"/>
            </a:effectRef>
            <a:fontRef idx="minor">
              <a:schemeClr val="tx1"/>
            </a:fontRef>
          </p:style>
        </p:cxnSp>
        <p:sp>
          <p:nvSpPr>
            <p:cNvPr id="13" name="MH_Other_9"/>
            <p:cNvSpPr/>
            <p:nvPr>
              <p:custDataLst>
                <p:tags r:id="rId9"/>
              </p:custDataLst>
            </p:nvPr>
          </p:nvSpPr>
          <p:spPr bwMode="auto">
            <a:xfrm>
              <a:off x="4846320" y="5526293"/>
              <a:ext cx="569887" cy="569887"/>
            </a:xfrm>
            <a:prstGeom prst="ellipse">
              <a:avLst/>
            </a:prstGeom>
            <a:solidFill>
              <a:schemeClr val="accent1"/>
            </a:solidFill>
            <a:ln>
              <a:noFill/>
            </a:ln>
            <a:effectLst/>
            <a:scene3d>
              <a:camera prst="orthographicFront">
                <a:rot lat="0" lon="0" rev="0"/>
              </a:camera>
              <a:lightRig rig="glow" dir="t">
                <a:rot lat="0" lon="0" rev="14100000"/>
              </a:lightRig>
            </a:scene3d>
            <a:sp3d prstMaterial="softEdge">
              <a:bevelT w="127000"/>
            </a:sp3d>
          </p:spPr>
          <p:style>
            <a:lnRef idx="2">
              <a:schemeClr val="accent1">
                <a:shade val="50000"/>
              </a:schemeClr>
            </a:lnRef>
            <a:fillRef idx="1">
              <a:schemeClr val="accent1"/>
            </a:fillRef>
            <a:effectRef idx="0">
              <a:schemeClr val="accent1"/>
            </a:effectRef>
            <a:fontRef idx="minor">
              <a:schemeClr val="lt1"/>
            </a:fontRef>
          </p:style>
          <p:txBody>
            <a:bodyPr lIns="0" rIns="0" anchor="ctr"/>
            <a:lstStyle/>
            <a:p>
              <a:pPr algn="ctr">
                <a:defRPr/>
              </a:pPr>
              <a:r>
                <a:rPr lang="en-US" altLang="zh-CN" sz="3200" b="1" dirty="0">
                  <a:solidFill>
                    <a:srgbClr val="FFFFFF"/>
                  </a:solidFill>
                  <a:latin typeface="+mj-lt"/>
                </a:rPr>
                <a:t>5</a:t>
              </a:r>
              <a:endParaRPr lang="en-US" altLang="zh-CN" sz="3200" b="1" dirty="0">
                <a:solidFill>
                  <a:srgbClr val="FFFFFF"/>
                </a:solidFill>
                <a:latin typeface="+mj-lt"/>
              </a:endParaRPr>
            </a:p>
          </p:txBody>
        </p:sp>
        <p:cxnSp>
          <p:nvCxnSpPr>
            <p:cNvPr id="14" name="MH_Other_10"/>
            <p:cNvCxnSpPr/>
            <p:nvPr>
              <p:custDataLst>
                <p:tags r:id="rId10"/>
              </p:custDataLst>
            </p:nvPr>
          </p:nvCxnSpPr>
          <p:spPr>
            <a:xfrm>
              <a:off x="5492750" y="5969000"/>
              <a:ext cx="6480000" cy="0"/>
            </a:xfrm>
            <a:prstGeom prst="line">
              <a:avLst/>
            </a:prstGeom>
            <a:ln w="25400" cap="rnd" cmpd="sng">
              <a:solidFill>
                <a:schemeClr val="accent1"/>
              </a:solidFill>
              <a:prstDash val="sysDot"/>
              <a:miter lim="800000"/>
            </a:ln>
          </p:spPr>
          <p:style>
            <a:lnRef idx="1">
              <a:schemeClr val="accent1"/>
            </a:lnRef>
            <a:fillRef idx="0">
              <a:schemeClr val="accent1"/>
            </a:fillRef>
            <a:effectRef idx="0">
              <a:schemeClr val="accent1"/>
            </a:effectRef>
            <a:fontRef idx="minor">
              <a:schemeClr val="tx1"/>
            </a:fontRef>
          </p:style>
        </p:cxnSp>
        <p:sp>
          <p:nvSpPr>
            <p:cNvPr id="15" name="MH_Other_11"/>
            <p:cNvSpPr/>
            <p:nvPr>
              <p:custDataLst>
                <p:tags r:id="rId11"/>
              </p:custDataLst>
            </p:nvPr>
          </p:nvSpPr>
          <p:spPr bwMode="auto">
            <a:xfrm rot="2140418">
              <a:off x="2120900" y="1779588"/>
              <a:ext cx="469900" cy="430212"/>
            </a:xfrm>
            <a:prstGeom prst="ellipse">
              <a:avLst/>
            </a:prstGeom>
            <a:gradFill flip="none" rotWithShape="1">
              <a:gsLst>
                <a:gs pos="0">
                  <a:srgbClr val="FFFFFF">
                    <a:alpha val="0"/>
                  </a:srgbClr>
                </a:gs>
                <a:gs pos="16000">
                  <a:srgbClr val="FFFFFF">
                    <a:alpha val="88000"/>
                  </a:srgbClr>
                </a:gs>
                <a:gs pos="30000">
                  <a:srgbClr val="FFFFFF">
                    <a:alpha val="0"/>
                  </a:srgb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b="1"/>
            </a:p>
          </p:txBody>
        </p:sp>
        <p:sp>
          <p:nvSpPr>
            <p:cNvPr id="16" name="MH_Other_12"/>
            <p:cNvSpPr/>
            <p:nvPr>
              <p:custDataLst>
                <p:tags r:id="rId12"/>
              </p:custDataLst>
            </p:nvPr>
          </p:nvSpPr>
          <p:spPr>
            <a:xfrm>
              <a:off x="2051942" y="1831954"/>
              <a:ext cx="496142" cy="496142"/>
            </a:xfrm>
            <a:prstGeom prst="ellipse">
              <a:avLst/>
            </a:prstGeom>
            <a:gradFill>
              <a:gsLst>
                <a:gs pos="28000">
                  <a:srgbClr val="FFFFFF">
                    <a:alpha val="0"/>
                  </a:srgbClr>
                </a:gs>
                <a:gs pos="98000">
                  <a:srgbClr val="FFFFFF">
                    <a:alpha val="79000"/>
                  </a:srgbClr>
                </a:gs>
                <a:gs pos="78000">
                  <a:srgbClr val="FFFFFF">
                    <a:alpha val="4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b="1"/>
            </a:p>
          </p:txBody>
        </p:sp>
        <p:sp>
          <p:nvSpPr>
            <p:cNvPr id="17" name="MH_Other_13"/>
            <p:cNvSpPr/>
            <p:nvPr>
              <p:custDataLst>
                <p:tags r:id="rId13"/>
              </p:custDataLst>
            </p:nvPr>
          </p:nvSpPr>
          <p:spPr bwMode="auto">
            <a:xfrm rot="2140418">
              <a:off x="2827338" y="2724151"/>
              <a:ext cx="469900" cy="430213"/>
            </a:xfrm>
            <a:prstGeom prst="ellipse">
              <a:avLst/>
            </a:prstGeom>
            <a:gradFill flip="none" rotWithShape="1">
              <a:gsLst>
                <a:gs pos="0">
                  <a:srgbClr val="FFFFFF">
                    <a:alpha val="0"/>
                  </a:srgbClr>
                </a:gs>
                <a:gs pos="16000">
                  <a:srgbClr val="FFFFFF">
                    <a:alpha val="88000"/>
                  </a:srgbClr>
                </a:gs>
                <a:gs pos="30000">
                  <a:srgbClr val="FFFFFF">
                    <a:alpha val="0"/>
                  </a:srgb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b="1"/>
            </a:p>
          </p:txBody>
        </p:sp>
        <p:sp>
          <p:nvSpPr>
            <p:cNvPr id="18" name="MH_Other_14"/>
            <p:cNvSpPr/>
            <p:nvPr>
              <p:custDataLst>
                <p:tags r:id="rId14"/>
              </p:custDataLst>
            </p:nvPr>
          </p:nvSpPr>
          <p:spPr>
            <a:xfrm>
              <a:off x="2784515" y="2759271"/>
              <a:ext cx="496142" cy="496143"/>
            </a:xfrm>
            <a:prstGeom prst="ellipse">
              <a:avLst/>
            </a:prstGeom>
            <a:gradFill>
              <a:gsLst>
                <a:gs pos="28000">
                  <a:srgbClr val="FFFFFF">
                    <a:alpha val="0"/>
                  </a:srgbClr>
                </a:gs>
                <a:gs pos="98000">
                  <a:srgbClr val="FFFFFF">
                    <a:alpha val="79000"/>
                  </a:srgbClr>
                </a:gs>
                <a:gs pos="78000">
                  <a:srgbClr val="FFFFFF">
                    <a:alpha val="4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b="1"/>
            </a:p>
          </p:txBody>
        </p:sp>
        <p:sp>
          <p:nvSpPr>
            <p:cNvPr id="19" name="MH_Other_15"/>
            <p:cNvSpPr/>
            <p:nvPr>
              <p:custDataLst>
                <p:tags r:id="rId15"/>
              </p:custDataLst>
            </p:nvPr>
          </p:nvSpPr>
          <p:spPr bwMode="auto">
            <a:xfrm rot="2140418">
              <a:off x="3535363" y="3662363"/>
              <a:ext cx="469900" cy="431800"/>
            </a:xfrm>
            <a:prstGeom prst="ellipse">
              <a:avLst/>
            </a:prstGeom>
            <a:gradFill flip="none" rotWithShape="1">
              <a:gsLst>
                <a:gs pos="0">
                  <a:srgbClr val="FFFFFF">
                    <a:alpha val="0"/>
                  </a:srgbClr>
                </a:gs>
                <a:gs pos="16000">
                  <a:srgbClr val="FFFFFF">
                    <a:alpha val="88000"/>
                  </a:srgbClr>
                </a:gs>
                <a:gs pos="30000">
                  <a:srgbClr val="FFFFFF">
                    <a:alpha val="0"/>
                  </a:srgb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b="1"/>
            </a:p>
          </p:txBody>
        </p:sp>
        <p:sp>
          <p:nvSpPr>
            <p:cNvPr id="20" name="MH_Other_16"/>
            <p:cNvSpPr/>
            <p:nvPr>
              <p:custDataLst>
                <p:tags r:id="rId16"/>
              </p:custDataLst>
            </p:nvPr>
          </p:nvSpPr>
          <p:spPr>
            <a:xfrm>
              <a:off x="3465539" y="3715838"/>
              <a:ext cx="496142" cy="496142"/>
            </a:xfrm>
            <a:prstGeom prst="ellipse">
              <a:avLst/>
            </a:prstGeom>
            <a:gradFill>
              <a:gsLst>
                <a:gs pos="28000">
                  <a:srgbClr val="FFFFFF">
                    <a:alpha val="0"/>
                  </a:srgbClr>
                </a:gs>
                <a:gs pos="98000">
                  <a:srgbClr val="FFFFFF">
                    <a:alpha val="79000"/>
                  </a:srgbClr>
                </a:gs>
                <a:gs pos="78000">
                  <a:srgbClr val="FFFFFF">
                    <a:alpha val="4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b="1"/>
            </a:p>
          </p:txBody>
        </p:sp>
        <p:sp>
          <p:nvSpPr>
            <p:cNvPr id="21" name="MH_Other_17"/>
            <p:cNvSpPr/>
            <p:nvPr>
              <p:custDataLst>
                <p:tags r:id="rId17"/>
              </p:custDataLst>
            </p:nvPr>
          </p:nvSpPr>
          <p:spPr bwMode="auto">
            <a:xfrm rot="2140418">
              <a:off x="4241801" y="4606926"/>
              <a:ext cx="468313" cy="430213"/>
            </a:xfrm>
            <a:prstGeom prst="ellipse">
              <a:avLst/>
            </a:prstGeom>
            <a:gradFill flip="none" rotWithShape="1">
              <a:gsLst>
                <a:gs pos="0">
                  <a:srgbClr val="FFFFFF">
                    <a:alpha val="0"/>
                  </a:srgbClr>
                </a:gs>
                <a:gs pos="16000">
                  <a:srgbClr val="FFFFFF">
                    <a:alpha val="88000"/>
                  </a:srgbClr>
                </a:gs>
                <a:gs pos="30000">
                  <a:srgbClr val="FFFFFF">
                    <a:alpha val="0"/>
                  </a:srgb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b="1"/>
            </a:p>
          </p:txBody>
        </p:sp>
        <p:sp>
          <p:nvSpPr>
            <p:cNvPr id="22" name="MH_Other_18"/>
            <p:cNvSpPr/>
            <p:nvPr>
              <p:custDataLst>
                <p:tags r:id="rId18"/>
              </p:custDataLst>
            </p:nvPr>
          </p:nvSpPr>
          <p:spPr>
            <a:xfrm>
              <a:off x="4198112" y="4642584"/>
              <a:ext cx="496142" cy="496143"/>
            </a:xfrm>
            <a:prstGeom prst="ellipse">
              <a:avLst/>
            </a:prstGeom>
            <a:gradFill>
              <a:gsLst>
                <a:gs pos="28000">
                  <a:srgbClr val="FFFFFF">
                    <a:alpha val="0"/>
                  </a:srgbClr>
                </a:gs>
                <a:gs pos="98000">
                  <a:srgbClr val="FFFFFF">
                    <a:alpha val="79000"/>
                  </a:srgbClr>
                </a:gs>
                <a:gs pos="78000">
                  <a:srgbClr val="FFFFFF">
                    <a:alpha val="4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b="1"/>
            </a:p>
          </p:txBody>
        </p:sp>
        <p:sp>
          <p:nvSpPr>
            <p:cNvPr id="23" name="MH_Other_19"/>
            <p:cNvSpPr/>
            <p:nvPr>
              <p:custDataLst>
                <p:tags r:id="rId19"/>
              </p:custDataLst>
            </p:nvPr>
          </p:nvSpPr>
          <p:spPr bwMode="auto">
            <a:xfrm rot="2140418">
              <a:off x="4948238" y="5551488"/>
              <a:ext cx="469900" cy="430212"/>
            </a:xfrm>
            <a:prstGeom prst="ellipse">
              <a:avLst/>
            </a:prstGeom>
            <a:gradFill flip="none" rotWithShape="1">
              <a:gsLst>
                <a:gs pos="0">
                  <a:srgbClr val="FFFFFF">
                    <a:alpha val="0"/>
                  </a:srgbClr>
                </a:gs>
                <a:gs pos="16000">
                  <a:srgbClr val="FFFFFF">
                    <a:alpha val="88000"/>
                  </a:srgbClr>
                </a:gs>
                <a:gs pos="30000">
                  <a:srgbClr val="FFFFFF">
                    <a:alpha val="0"/>
                  </a:srgbClr>
                </a:gs>
              </a:gsLst>
              <a:lin ang="27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b="1"/>
            </a:p>
          </p:txBody>
        </p:sp>
        <p:sp>
          <p:nvSpPr>
            <p:cNvPr id="24" name="MH_Other_20"/>
            <p:cNvSpPr/>
            <p:nvPr>
              <p:custDataLst>
                <p:tags r:id="rId20"/>
              </p:custDataLst>
            </p:nvPr>
          </p:nvSpPr>
          <p:spPr>
            <a:xfrm>
              <a:off x="4879136" y="5604062"/>
              <a:ext cx="496142" cy="496142"/>
            </a:xfrm>
            <a:prstGeom prst="ellipse">
              <a:avLst/>
            </a:prstGeom>
            <a:gradFill>
              <a:gsLst>
                <a:gs pos="28000">
                  <a:srgbClr val="FFFFFF">
                    <a:alpha val="0"/>
                  </a:srgbClr>
                </a:gs>
                <a:gs pos="98000">
                  <a:srgbClr val="FFFFFF">
                    <a:alpha val="79000"/>
                  </a:srgbClr>
                </a:gs>
                <a:gs pos="78000">
                  <a:srgbClr val="FFFFFF">
                    <a:alpha val="41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600" b="1"/>
            </a:p>
          </p:txBody>
        </p:sp>
        <p:sp>
          <p:nvSpPr>
            <p:cNvPr id="25" name="MH_SubTitle_1"/>
            <p:cNvSpPr txBox="1">
              <a:spLocks noChangeArrowheads="1"/>
            </p:cNvSpPr>
            <p:nvPr>
              <p:custDataLst>
                <p:tags r:id="rId21"/>
              </p:custDataLst>
            </p:nvPr>
          </p:nvSpPr>
          <p:spPr bwMode="auto">
            <a:xfrm>
              <a:off x="2665413" y="1797050"/>
              <a:ext cx="46799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eaLnBrk="1" hangingPunct="1">
                <a:defRPr/>
              </a:pPr>
              <a:r>
                <a:rPr lang="zh-CN" altLang="en-US" sz="2400" b="1" dirty="0" smtClean="0">
                  <a:solidFill>
                    <a:schemeClr val="accent1">
                      <a:lumMod val="75000"/>
                    </a:schemeClr>
                  </a:solidFill>
                  <a:latin typeface="+mn-lt"/>
                  <a:ea typeface="+mn-ea"/>
                </a:rPr>
                <a:t>有穷性</a:t>
              </a:r>
              <a:r>
                <a:rPr lang="en-US" altLang="zh-CN" sz="2400" b="1" dirty="0" smtClean="0">
                  <a:solidFill>
                    <a:schemeClr val="accent1">
                      <a:lumMod val="75000"/>
                    </a:schemeClr>
                  </a:solidFill>
                  <a:latin typeface="+mn-lt"/>
                  <a:ea typeface="+mn-ea"/>
                </a:rPr>
                <a:t> </a:t>
              </a:r>
              <a:endParaRPr lang="en-US" altLang="zh-CN" sz="2400" b="1" dirty="0" smtClean="0">
                <a:solidFill>
                  <a:schemeClr val="accent1">
                    <a:lumMod val="75000"/>
                  </a:schemeClr>
                </a:solidFill>
                <a:latin typeface="+mn-lt"/>
                <a:ea typeface="+mn-ea"/>
              </a:endParaRPr>
            </a:p>
          </p:txBody>
        </p:sp>
        <p:sp>
          <p:nvSpPr>
            <p:cNvPr id="26" name="MH_Text_1"/>
            <p:cNvSpPr txBox="1">
              <a:spLocks noChangeArrowheads="1"/>
            </p:cNvSpPr>
            <p:nvPr>
              <p:custDataLst>
                <p:tags r:id="rId22"/>
              </p:custDataLst>
            </p:nvPr>
          </p:nvSpPr>
          <p:spPr bwMode="auto">
            <a:xfrm>
              <a:off x="2665556" y="2189160"/>
              <a:ext cx="6508750" cy="372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oAutofit/>
            </a:bodyPr>
            <a:lstStyle>
              <a:lvl1pPr>
                <a:spcBef>
                  <a:spcPct val="20000"/>
                </a:spcBef>
                <a:buFont typeface="Arial" panose="020B0604020202020204" pitchFamily="34" charset="0"/>
                <a:buChar char="•"/>
                <a:defRPr sz="3200">
                  <a:solidFill>
                    <a:schemeClr val="tx1"/>
                  </a:solidFill>
                  <a:latin typeface="Arial Narrow" panose="020B0606020202030204" pitchFamily="34" charset="0"/>
                  <a:ea typeface="微软雅黑" panose="020B0503020204020204" pitchFamily="34" charset="-122"/>
                </a:defRPr>
              </a:lvl1pPr>
              <a:lvl2pPr marL="742950" indent="-285750">
                <a:spcBef>
                  <a:spcPct val="20000"/>
                </a:spcBef>
                <a:buFont typeface="Arial" panose="020B0604020202020204" pitchFamily="34" charset="0"/>
                <a:buChar char="–"/>
                <a:defRPr sz="2800">
                  <a:solidFill>
                    <a:schemeClr val="tx1"/>
                  </a:solidFill>
                  <a:latin typeface="Arial Narrow" panose="020B060602020203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solidFill>
                    <a:schemeClr val="tx1"/>
                  </a:solidFill>
                  <a:latin typeface="Arial Narrow" panose="020B060602020203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solidFill>
                    <a:schemeClr val="tx1"/>
                  </a:solidFill>
                  <a:latin typeface="Arial Narrow" panose="020B060602020203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solidFill>
                    <a:schemeClr val="tx1"/>
                  </a:solidFill>
                  <a:latin typeface="Arial Narrow" panose="020B060602020203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Arial Narrow" panose="020B0606020202030204" pitchFamily="34" charset="0"/>
                  <a:ea typeface="微软雅黑" panose="020B0503020204020204" pitchFamily="34" charset="-122"/>
                </a:defRPr>
              </a:lvl9pPr>
            </a:lstStyle>
            <a:p>
              <a:pPr>
                <a:lnSpc>
                  <a:spcPct val="130000"/>
                </a:lnSpc>
                <a:spcBef>
                  <a:spcPct val="0"/>
                </a:spcBef>
                <a:buNone/>
                <a:defRPr/>
              </a:pPr>
              <a:r>
                <a:rPr lang="zh-CN" altLang="en-US" sz="2000" b="1" dirty="0">
                  <a:solidFill>
                    <a:schemeClr val="tx1">
                      <a:lumMod val="75000"/>
                      <a:lumOff val="25000"/>
                    </a:schemeClr>
                  </a:solidFill>
                  <a:latin typeface="+mn-lt"/>
                  <a:ea typeface="+mn-ea"/>
                </a:rPr>
                <a:t>一个算法应包含有限的操作步骤，而不能是无限的</a:t>
              </a:r>
              <a:endParaRPr lang="zh-CN" altLang="en-US" sz="2000" b="1" dirty="0">
                <a:solidFill>
                  <a:schemeClr val="tx1">
                    <a:lumMod val="75000"/>
                    <a:lumOff val="25000"/>
                  </a:schemeClr>
                </a:solidFill>
                <a:latin typeface="+mn-lt"/>
                <a:ea typeface="+mn-ea"/>
              </a:endParaRPr>
            </a:p>
          </p:txBody>
        </p:sp>
        <p:sp>
          <p:nvSpPr>
            <p:cNvPr id="27" name="MH_SubTitle_2"/>
            <p:cNvSpPr txBox="1">
              <a:spLocks noChangeArrowheads="1"/>
            </p:cNvSpPr>
            <p:nvPr>
              <p:custDataLst>
                <p:tags r:id="rId23"/>
              </p:custDataLst>
            </p:nvPr>
          </p:nvSpPr>
          <p:spPr bwMode="auto">
            <a:xfrm>
              <a:off x="3373438" y="2732088"/>
              <a:ext cx="46799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eaLnBrk="1" hangingPunct="1">
                <a:defRPr/>
              </a:pPr>
              <a:r>
                <a:rPr lang="zh-CN" altLang="en-US" sz="2400" b="1" dirty="0" smtClean="0">
                  <a:solidFill>
                    <a:schemeClr val="accent2">
                      <a:lumMod val="75000"/>
                    </a:schemeClr>
                  </a:solidFill>
                  <a:latin typeface="+mn-lt"/>
                  <a:ea typeface="+mn-ea"/>
                </a:rPr>
                <a:t>确定性</a:t>
              </a:r>
              <a:r>
                <a:rPr lang="en-US" altLang="zh-CN" sz="2400" b="1" dirty="0" smtClean="0">
                  <a:solidFill>
                    <a:schemeClr val="accent2">
                      <a:lumMod val="75000"/>
                    </a:schemeClr>
                  </a:solidFill>
                  <a:latin typeface="+mn-lt"/>
                  <a:ea typeface="+mn-ea"/>
                </a:rPr>
                <a:t> </a:t>
              </a:r>
              <a:endParaRPr lang="en-US" altLang="zh-CN" sz="2400" b="1" dirty="0" smtClean="0">
                <a:solidFill>
                  <a:schemeClr val="accent2">
                    <a:lumMod val="75000"/>
                  </a:schemeClr>
                </a:solidFill>
                <a:latin typeface="+mn-lt"/>
                <a:ea typeface="+mn-ea"/>
              </a:endParaRPr>
            </a:p>
          </p:txBody>
        </p:sp>
        <p:sp>
          <p:nvSpPr>
            <p:cNvPr id="28" name="MH_Text_2"/>
            <p:cNvSpPr txBox="1"/>
            <p:nvPr>
              <p:custDataLst>
                <p:tags r:id="rId24"/>
              </p:custDataLst>
            </p:nvPr>
          </p:nvSpPr>
          <p:spPr>
            <a:xfrm>
              <a:off x="3373581" y="3128960"/>
              <a:ext cx="8065770" cy="3727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oAutofit/>
            </a:bodyPr>
            <a:lstStyle>
              <a:defPPr>
                <a:defRPr lang="zh-CN"/>
              </a:defPPr>
              <a:lvl1pPr>
                <a:lnSpc>
                  <a:spcPct val="130000"/>
                </a:lnSpc>
                <a:spcBef>
                  <a:spcPct val="0"/>
                </a:spcBef>
                <a:buFont typeface="Arial" panose="020B0604020202020204" pitchFamily="34" charset="0"/>
                <a:buNone/>
                <a:defRPr sz="1600">
                  <a:solidFill>
                    <a:schemeClr val="tx1">
                      <a:lumMod val="75000"/>
                      <a:lumOff val="25000"/>
                    </a:schemeClr>
                  </a:solidFill>
                </a:defRPr>
              </a:lvl1pPr>
              <a:lvl2pPr marL="742950" indent="-285750">
                <a:spcBef>
                  <a:spcPct val="20000"/>
                </a:spcBef>
                <a:buFont typeface="Arial" panose="020B0604020202020204" pitchFamily="34" charset="0"/>
                <a:buChar char="–"/>
                <a:defRPr sz="2800">
                  <a:latin typeface="Arial Narrow" panose="020B0606020202030204" pitchFamily="34" charset="0"/>
                  <a:ea typeface="微软雅黑" panose="020B0503020204020204" pitchFamily="34" charset="-122"/>
                </a:defRPr>
              </a:lvl2pPr>
              <a:lvl3pPr marL="1143000" indent="-228600">
                <a:spcBef>
                  <a:spcPct val="20000"/>
                </a:spcBef>
                <a:buFont typeface="Arial" panose="020B0604020202020204" pitchFamily="34" charset="0"/>
                <a:buChar char="•"/>
                <a:defRPr sz="2400">
                  <a:latin typeface="Arial Narrow" panose="020B0606020202030204" pitchFamily="34" charset="0"/>
                  <a:ea typeface="微软雅黑" panose="020B0503020204020204" pitchFamily="34" charset="-122"/>
                </a:defRPr>
              </a:lvl3pPr>
              <a:lvl4pPr marL="1600200" indent="-228600">
                <a:spcBef>
                  <a:spcPct val="20000"/>
                </a:spcBef>
                <a:buFont typeface="Arial" panose="020B0604020202020204" pitchFamily="34" charset="0"/>
                <a:buChar char="–"/>
                <a:defRPr sz="2000">
                  <a:latin typeface="Arial Narrow" panose="020B0606020202030204" pitchFamily="34" charset="0"/>
                  <a:ea typeface="微软雅黑" panose="020B0503020204020204" pitchFamily="34" charset="-122"/>
                </a:defRPr>
              </a:lvl4pPr>
              <a:lvl5pPr marL="2057400" indent="-228600">
                <a:spcBef>
                  <a:spcPct val="20000"/>
                </a:spcBef>
                <a:buFont typeface="Arial" panose="020B0604020202020204" pitchFamily="34" charset="0"/>
                <a:buChar char="»"/>
                <a:defRPr sz="2000">
                  <a:latin typeface="Arial Narrow" panose="020B0606020202030204" pitchFamily="34" charset="0"/>
                  <a:ea typeface="微软雅黑" panose="020B0503020204020204" pitchFamily="34" charset="-122"/>
                </a:defRPr>
              </a:lvl5pPr>
              <a:lvl6pPr marL="2514600" indent="-228600" eaLnBrk="0" fontAlgn="base" hangingPunct="0">
                <a:spcBef>
                  <a:spcPct val="20000"/>
                </a:spcBef>
                <a:spcAft>
                  <a:spcPct val="0"/>
                </a:spcAft>
                <a:buFont typeface="Arial" panose="020B0604020202020204" pitchFamily="34" charset="0"/>
                <a:buChar char="»"/>
                <a:defRPr sz="2000">
                  <a:latin typeface="Arial Narrow" panose="020B0606020202030204" pitchFamily="34" charset="0"/>
                  <a:ea typeface="微软雅黑" panose="020B0503020204020204" pitchFamily="34" charset="-122"/>
                </a:defRPr>
              </a:lvl6pPr>
              <a:lvl7pPr marL="2971800" indent="-228600" eaLnBrk="0" fontAlgn="base" hangingPunct="0">
                <a:spcBef>
                  <a:spcPct val="20000"/>
                </a:spcBef>
                <a:spcAft>
                  <a:spcPct val="0"/>
                </a:spcAft>
                <a:buFont typeface="Arial" panose="020B0604020202020204" pitchFamily="34" charset="0"/>
                <a:buChar char="»"/>
                <a:defRPr sz="2000">
                  <a:latin typeface="Arial Narrow" panose="020B0606020202030204" pitchFamily="34" charset="0"/>
                  <a:ea typeface="微软雅黑" panose="020B0503020204020204" pitchFamily="34" charset="-122"/>
                </a:defRPr>
              </a:lvl7pPr>
              <a:lvl8pPr marL="3429000" indent="-228600" eaLnBrk="0" fontAlgn="base" hangingPunct="0">
                <a:spcBef>
                  <a:spcPct val="20000"/>
                </a:spcBef>
                <a:spcAft>
                  <a:spcPct val="0"/>
                </a:spcAft>
                <a:buFont typeface="Arial" panose="020B0604020202020204" pitchFamily="34" charset="0"/>
                <a:buChar char="»"/>
                <a:defRPr sz="2000">
                  <a:latin typeface="Arial Narrow" panose="020B0606020202030204" pitchFamily="34" charset="0"/>
                  <a:ea typeface="微软雅黑" panose="020B0503020204020204" pitchFamily="34" charset="-122"/>
                </a:defRPr>
              </a:lvl8pPr>
              <a:lvl9pPr marL="3886200" indent="-228600" eaLnBrk="0" fontAlgn="base" hangingPunct="0">
                <a:spcBef>
                  <a:spcPct val="20000"/>
                </a:spcBef>
                <a:spcAft>
                  <a:spcPct val="0"/>
                </a:spcAft>
                <a:buFont typeface="Arial" panose="020B0604020202020204" pitchFamily="34" charset="0"/>
                <a:buChar char="»"/>
                <a:defRPr sz="2000">
                  <a:latin typeface="Arial Narrow" panose="020B0606020202030204" pitchFamily="34" charset="0"/>
                  <a:ea typeface="微软雅黑" panose="020B0503020204020204" pitchFamily="34" charset="-122"/>
                </a:defRPr>
              </a:lvl9pPr>
            </a:lstStyle>
            <a:p>
              <a:r>
                <a:rPr lang="zh-CN" altLang="en-US" sz="2000" b="1" dirty="0"/>
                <a:t>算法中的每一个步骤都应当是确定的，而不应当是含糊的、模棱两可的</a:t>
              </a:r>
              <a:endParaRPr lang="zh-CN" altLang="en-US" sz="2000" b="1" dirty="0"/>
            </a:p>
          </p:txBody>
        </p:sp>
        <p:sp>
          <p:nvSpPr>
            <p:cNvPr id="29" name="MH_SubTitle_3"/>
            <p:cNvSpPr txBox="1">
              <a:spLocks noChangeArrowheads="1"/>
            </p:cNvSpPr>
            <p:nvPr>
              <p:custDataLst>
                <p:tags r:id="rId25"/>
              </p:custDataLst>
            </p:nvPr>
          </p:nvSpPr>
          <p:spPr bwMode="auto">
            <a:xfrm>
              <a:off x="4079875" y="3681413"/>
              <a:ext cx="46799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a:defRPr/>
              </a:pPr>
              <a:r>
                <a:rPr lang="zh-CN" altLang="en-US" sz="2400" b="1" dirty="0">
                  <a:solidFill>
                    <a:schemeClr val="accent1">
                      <a:lumMod val="75000"/>
                    </a:schemeClr>
                  </a:solidFill>
                  <a:latin typeface="+mn-lt"/>
                  <a:ea typeface="+mn-ea"/>
                </a:rPr>
                <a:t> 有零个或多个输入</a:t>
              </a:r>
              <a:endParaRPr lang="zh-CN" altLang="en-US" sz="2400" b="1" dirty="0">
                <a:solidFill>
                  <a:schemeClr val="accent1">
                    <a:lumMod val="75000"/>
                  </a:schemeClr>
                </a:solidFill>
                <a:latin typeface="+mn-lt"/>
                <a:ea typeface="+mn-ea"/>
              </a:endParaRPr>
            </a:p>
          </p:txBody>
        </p:sp>
        <p:sp>
          <p:nvSpPr>
            <p:cNvPr id="30" name="MH_Text_3"/>
            <p:cNvSpPr txBox="1"/>
            <p:nvPr>
              <p:custDataLst>
                <p:tags r:id="rId26"/>
              </p:custDataLst>
            </p:nvPr>
          </p:nvSpPr>
          <p:spPr>
            <a:xfrm>
              <a:off x="4079701" y="4073840"/>
              <a:ext cx="7629525" cy="373380"/>
            </a:xfrm>
            <a:prstGeom prst="rect">
              <a:avLst/>
            </a:prstGeom>
            <a:noFill/>
          </p:spPr>
          <p:txBody>
            <a:bodyPr lIns="0" tIns="0" rIns="0" bIns="0">
              <a:noAutofit/>
            </a:bodyPr>
            <a:lstStyle/>
            <a:p>
              <a:pPr>
                <a:lnSpc>
                  <a:spcPct val="130000"/>
                </a:lnSpc>
                <a:defRPr/>
              </a:pPr>
              <a:r>
                <a:rPr lang="zh-CN" altLang="en-US" sz="2000" b="1" dirty="0">
                  <a:solidFill>
                    <a:schemeClr val="tx1">
                      <a:lumMod val="75000"/>
                      <a:lumOff val="25000"/>
                    </a:schemeClr>
                  </a:solidFill>
                </a:rPr>
                <a:t>所谓输入是指在执行算法时需要从外界取得必要的信息</a:t>
              </a:r>
              <a:endParaRPr lang="zh-CN" altLang="en-US" sz="2000" b="1" dirty="0">
                <a:solidFill>
                  <a:schemeClr val="tx1">
                    <a:lumMod val="75000"/>
                    <a:lumOff val="25000"/>
                  </a:schemeClr>
                </a:solidFill>
              </a:endParaRPr>
            </a:p>
          </p:txBody>
        </p:sp>
        <p:sp>
          <p:nvSpPr>
            <p:cNvPr id="31" name="MH_SubTitle_4"/>
            <p:cNvSpPr txBox="1">
              <a:spLocks noChangeArrowheads="1"/>
            </p:cNvSpPr>
            <p:nvPr>
              <p:custDataLst>
                <p:tags r:id="rId27"/>
              </p:custDataLst>
            </p:nvPr>
          </p:nvSpPr>
          <p:spPr bwMode="auto">
            <a:xfrm>
              <a:off x="4786313" y="4622800"/>
              <a:ext cx="46799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a:defRPr/>
              </a:pPr>
              <a:r>
                <a:rPr lang="zh-CN" altLang="en-US" sz="2400" b="1" dirty="0">
                  <a:solidFill>
                    <a:schemeClr val="accent2">
                      <a:lumMod val="75000"/>
                    </a:schemeClr>
                  </a:solidFill>
                  <a:latin typeface="+mn-lt"/>
                  <a:ea typeface="+mn-ea"/>
                </a:rPr>
                <a:t>有一个或多个输出</a:t>
              </a:r>
              <a:endParaRPr lang="zh-CN" altLang="en-US" sz="2400" b="1" dirty="0">
                <a:solidFill>
                  <a:schemeClr val="accent2">
                    <a:lumMod val="75000"/>
                  </a:schemeClr>
                </a:solidFill>
                <a:latin typeface="+mn-lt"/>
                <a:ea typeface="+mn-ea"/>
              </a:endParaRPr>
            </a:p>
          </p:txBody>
        </p:sp>
        <p:sp>
          <p:nvSpPr>
            <p:cNvPr id="32" name="MH_Text_4"/>
            <p:cNvSpPr txBox="1"/>
            <p:nvPr>
              <p:custDataLst>
                <p:tags r:id="rId28"/>
              </p:custDataLst>
            </p:nvPr>
          </p:nvSpPr>
          <p:spPr>
            <a:xfrm>
              <a:off x="4786313" y="5016501"/>
              <a:ext cx="4679950" cy="373063"/>
            </a:xfrm>
            <a:prstGeom prst="rect">
              <a:avLst/>
            </a:prstGeom>
            <a:noFill/>
          </p:spPr>
          <p:txBody>
            <a:bodyPr lIns="0" tIns="0" rIns="0" bIns="0">
              <a:noAutofit/>
            </a:bodyPr>
            <a:lstStyle/>
            <a:p>
              <a:pPr>
                <a:lnSpc>
                  <a:spcPct val="130000"/>
                </a:lnSpc>
                <a:defRPr/>
              </a:pPr>
              <a:r>
                <a:rPr lang="zh-CN" altLang="en-US" sz="2000" b="1" dirty="0">
                  <a:solidFill>
                    <a:schemeClr val="tx1">
                      <a:lumMod val="75000"/>
                      <a:lumOff val="25000"/>
                    </a:schemeClr>
                  </a:solidFill>
                </a:rPr>
                <a:t>算法的目的是为了求解，“解” 就是输出</a:t>
              </a:r>
              <a:endParaRPr lang="zh-CN" altLang="en-US" sz="2000" b="1" dirty="0">
                <a:solidFill>
                  <a:schemeClr val="tx1">
                    <a:lumMod val="75000"/>
                    <a:lumOff val="25000"/>
                  </a:schemeClr>
                </a:solidFill>
              </a:endParaRPr>
            </a:p>
          </p:txBody>
        </p:sp>
        <p:sp>
          <p:nvSpPr>
            <p:cNvPr id="33" name="MH_SubTitle_5"/>
            <p:cNvSpPr txBox="1">
              <a:spLocks noChangeArrowheads="1"/>
            </p:cNvSpPr>
            <p:nvPr>
              <p:custDataLst>
                <p:tags r:id="rId29"/>
              </p:custDataLst>
            </p:nvPr>
          </p:nvSpPr>
          <p:spPr bwMode="auto">
            <a:xfrm>
              <a:off x="5492750" y="5568950"/>
              <a:ext cx="46799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a:defRPr/>
              </a:pPr>
              <a:r>
                <a:rPr lang="zh-CN" altLang="en-US" sz="2400" b="1" dirty="0">
                  <a:solidFill>
                    <a:schemeClr val="accent1">
                      <a:lumMod val="75000"/>
                    </a:schemeClr>
                  </a:solidFill>
                  <a:latin typeface="+mn-lt"/>
                  <a:ea typeface="+mn-ea"/>
                </a:rPr>
                <a:t>有效性</a:t>
              </a:r>
              <a:endParaRPr lang="zh-CN" altLang="en-US" sz="2400" b="1" dirty="0">
                <a:solidFill>
                  <a:schemeClr val="accent1">
                    <a:lumMod val="75000"/>
                  </a:schemeClr>
                </a:solidFill>
                <a:latin typeface="+mn-lt"/>
                <a:ea typeface="+mn-ea"/>
              </a:endParaRPr>
            </a:p>
          </p:txBody>
        </p:sp>
        <p:sp>
          <p:nvSpPr>
            <p:cNvPr id="34" name="MH_Text_5"/>
            <p:cNvSpPr txBox="1"/>
            <p:nvPr>
              <p:custDataLst>
                <p:tags r:id="rId30"/>
              </p:custDataLst>
            </p:nvPr>
          </p:nvSpPr>
          <p:spPr>
            <a:xfrm>
              <a:off x="5492576" y="5961060"/>
              <a:ext cx="6480175" cy="372745"/>
            </a:xfrm>
            <a:prstGeom prst="rect">
              <a:avLst/>
            </a:prstGeom>
            <a:noFill/>
          </p:spPr>
          <p:txBody>
            <a:bodyPr lIns="0" tIns="0" rIns="0" bIns="0">
              <a:noAutofit/>
            </a:bodyPr>
            <a:lstStyle/>
            <a:p>
              <a:pPr>
                <a:lnSpc>
                  <a:spcPct val="130000"/>
                </a:lnSpc>
                <a:defRPr/>
              </a:pPr>
              <a:r>
                <a:rPr lang="zh-CN" altLang="en-US" sz="2000" b="1" dirty="0">
                  <a:solidFill>
                    <a:schemeClr val="tx1">
                      <a:lumMod val="75000"/>
                      <a:lumOff val="25000"/>
                    </a:schemeClr>
                  </a:solidFill>
                </a:rPr>
                <a:t>算法中的每一个步骤都应当能有效地执行，并得到确定的结果</a:t>
              </a:r>
              <a:endParaRPr lang="zh-CN" altLang="en-US" sz="2000" b="1" dirty="0">
                <a:solidFill>
                  <a:schemeClr val="tx1">
                    <a:lumMod val="75000"/>
                    <a:lumOff val="25000"/>
                  </a:schemeClr>
                </a:solidFill>
              </a:endParaRPr>
            </a:p>
          </p:txBody>
        </p:sp>
      </p:gr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 name="组合 4"/>
          <p:cNvGrpSpPr/>
          <p:nvPr/>
        </p:nvGrpSpPr>
        <p:grpSpPr>
          <a:xfrm>
            <a:off x="1229360" y="1527969"/>
            <a:ext cx="9662160" cy="4246880"/>
            <a:chOff x="2751138" y="2444750"/>
            <a:chExt cx="6740526" cy="3182938"/>
          </a:xfrm>
        </p:grpSpPr>
        <p:sp>
          <p:nvSpPr>
            <p:cNvPr id="6" name="MH_Title_1"/>
            <p:cNvSpPr>
              <a:spLocks noChangeArrowheads="1"/>
            </p:cNvSpPr>
            <p:nvPr>
              <p:custDataLst>
                <p:tags r:id="rId1"/>
              </p:custDataLst>
            </p:nvPr>
          </p:nvSpPr>
          <p:spPr bwMode="auto">
            <a:xfrm>
              <a:off x="2851150" y="2882900"/>
              <a:ext cx="1474788" cy="1443038"/>
            </a:xfrm>
            <a:prstGeom prst="ellipse">
              <a:avLst/>
            </a:prstGeom>
            <a:solidFill>
              <a:schemeClr val="accent1">
                <a:lumMod val="20000"/>
                <a:lumOff val="80000"/>
              </a:schemeClr>
            </a:solidFill>
            <a:ln>
              <a:noFill/>
            </a:ln>
          </p:spPr>
          <p:txBody>
            <a:bodyPr lIns="0" tIns="0" rIns="0" bIns="0" anchor="ctr">
              <a:normAutofit/>
            </a:bodyPr>
            <a:lstStyle/>
            <a:p>
              <a:pPr algn="ctr">
                <a:lnSpc>
                  <a:spcPct val="110000"/>
                </a:lnSpc>
                <a:defRPr/>
              </a:pPr>
              <a:r>
                <a:rPr lang="zh-CN" altLang="en-US" sz="3200" dirty="0" smtClean="0">
                  <a:latin typeface="微软雅黑" panose="020B0503020204020204" pitchFamily="34" charset="-122"/>
                  <a:ea typeface="微软雅黑" panose="020B0503020204020204" pitchFamily="34" charset="-122"/>
                </a:rPr>
                <a:t>算法</a:t>
              </a:r>
              <a:endParaRPr lang="en-US" altLang="zh-CN" sz="3200" dirty="0" smtClean="0">
                <a:latin typeface="微软雅黑" panose="020B0503020204020204" pitchFamily="34" charset="-122"/>
                <a:ea typeface="微软雅黑" panose="020B0503020204020204" pitchFamily="34" charset="-122"/>
              </a:endParaRPr>
            </a:p>
            <a:p>
              <a:pPr algn="ctr">
                <a:lnSpc>
                  <a:spcPct val="110000"/>
                </a:lnSpc>
                <a:defRPr/>
              </a:pPr>
              <a:r>
                <a:rPr lang="zh-CN" altLang="en-US" sz="3200" dirty="0" smtClean="0">
                  <a:latin typeface="微软雅黑" panose="020B0503020204020204" pitchFamily="34" charset="-122"/>
                  <a:ea typeface="微软雅黑" panose="020B0503020204020204" pitchFamily="34" charset="-122"/>
                </a:rPr>
                <a:t>的表示</a:t>
              </a:r>
              <a:endParaRPr lang="zh-CN" altLang="zh-CN" sz="3200" dirty="0">
                <a:latin typeface="微软雅黑" panose="020B0503020204020204" pitchFamily="34" charset="-122"/>
                <a:ea typeface="微软雅黑" panose="020B0503020204020204" pitchFamily="34" charset="-122"/>
              </a:endParaRPr>
            </a:p>
          </p:txBody>
        </p:sp>
        <p:sp>
          <p:nvSpPr>
            <p:cNvPr id="7" name="MH_Other_1"/>
            <p:cNvSpPr>
              <a:spLocks noChangeArrowheads="1"/>
            </p:cNvSpPr>
            <p:nvPr>
              <p:custDataLst>
                <p:tags r:id="rId2"/>
              </p:custDataLst>
            </p:nvPr>
          </p:nvSpPr>
          <p:spPr bwMode="auto">
            <a:xfrm>
              <a:off x="2751138" y="2776539"/>
              <a:ext cx="1676400" cy="1639887"/>
            </a:xfrm>
            <a:prstGeom prst="ellipse">
              <a:avLst/>
            </a:prstGeom>
            <a:noFill/>
            <a:ln w="38100">
              <a:solidFill>
                <a:schemeClr val="accent1"/>
              </a:solidFill>
              <a:bevel/>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zh-CN">
                <a:solidFill>
                  <a:schemeClr val="accent1"/>
                </a:solidFill>
              </a:endParaRPr>
            </a:p>
          </p:txBody>
        </p:sp>
        <p:sp>
          <p:nvSpPr>
            <p:cNvPr id="8" name="MH_SubTitle_4"/>
            <p:cNvSpPr>
              <a:spLocks noChangeArrowheads="1"/>
            </p:cNvSpPr>
            <p:nvPr>
              <p:custDataLst>
                <p:tags r:id="rId3"/>
              </p:custDataLst>
            </p:nvPr>
          </p:nvSpPr>
          <p:spPr bwMode="auto">
            <a:xfrm>
              <a:off x="4476751" y="4687888"/>
              <a:ext cx="887413" cy="868362"/>
            </a:xfrm>
            <a:prstGeom prst="ellipse">
              <a:avLst/>
            </a:prstGeom>
            <a:solidFill>
              <a:schemeClr val="accent1">
                <a:lumMod val="20000"/>
                <a:lumOff val="80000"/>
              </a:schemeClr>
            </a:solidFill>
            <a:ln>
              <a:noFill/>
            </a:ln>
          </p:spPr>
          <p:txBody>
            <a:bodyPr lIns="0" tIns="0" rIns="0" bIns="0" anchor="ctr">
              <a:normAutofit/>
            </a:bodyPr>
            <a:lstStyle/>
            <a:p>
              <a:pPr algn="ctr">
                <a:lnSpc>
                  <a:spcPct val="110000"/>
                </a:lnSpc>
                <a:defRPr/>
              </a:pPr>
              <a:r>
                <a:rPr lang="zh-CN" altLang="en-US" sz="2400" b="1" dirty="0" smtClean="0">
                  <a:solidFill>
                    <a:schemeClr val="tx1">
                      <a:lumMod val="65000"/>
                      <a:lumOff val="35000"/>
                    </a:schemeClr>
                  </a:solidFill>
                </a:rPr>
                <a:t>伪代码</a:t>
              </a:r>
              <a:endParaRPr lang="zh-CN" altLang="en-US" sz="2400" b="1" dirty="0" smtClean="0">
                <a:solidFill>
                  <a:schemeClr val="tx1">
                    <a:lumMod val="65000"/>
                    <a:lumOff val="35000"/>
                  </a:schemeClr>
                </a:solidFill>
              </a:endParaRPr>
            </a:p>
          </p:txBody>
        </p:sp>
        <p:sp>
          <p:nvSpPr>
            <p:cNvPr id="9" name="MH_Other_2"/>
            <p:cNvSpPr>
              <a:spLocks noChangeArrowheads="1"/>
            </p:cNvSpPr>
            <p:nvPr>
              <p:custDataLst>
                <p:tags r:id="rId4"/>
              </p:custDataLst>
            </p:nvPr>
          </p:nvSpPr>
          <p:spPr bwMode="auto">
            <a:xfrm>
              <a:off x="4403726" y="4616450"/>
              <a:ext cx="1033463" cy="1011238"/>
            </a:xfrm>
            <a:prstGeom prst="ellipse">
              <a:avLst/>
            </a:prstGeom>
            <a:noFill/>
            <a:ln w="38100">
              <a:solidFill>
                <a:schemeClr val="accent1"/>
              </a:solidFill>
              <a:bevel/>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zh-CN" sz="2400" b="1">
                <a:solidFill>
                  <a:srgbClr val="FFFFFF"/>
                </a:solidFill>
              </a:endParaRPr>
            </a:p>
          </p:txBody>
        </p:sp>
        <p:sp>
          <p:nvSpPr>
            <p:cNvPr id="10" name="MH_SubTitle_3"/>
            <p:cNvSpPr>
              <a:spLocks noChangeArrowheads="1"/>
            </p:cNvSpPr>
            <p:nvPr>
              <p:custDataLst>
                <p:tags r:id="rId5"/>
              </p:custDataLst>
            </p:nvPr>
          </p:nvSpPr>
          <p:spPr bwMode="auto">
            <a:xfrm>
              <a:off x="6580338" y="4347945"/>
              <a:ext cx="1223980" cy="1004662"/>
            </a:xfrm>
            <a:prstGeom prst="ellipse">
              <a:avLst/>
            </a:prstGeom>
            <a:solidFill>
              <a:schemeClr val="accent1">
                <a:lumMod val="20000"/>
                <a:lumOff val="80000"/>
              </a:schemeClr>
            </a:solidFill>
            <a:ln>
              <a:noFill/>
            </a:ln>
          </p:spPr>
          <p:txBody>
            <a:bodyPr lIns="0" tIns="0" rIns="0" bIns="0" anchor="ctr">
              <a:noAutofit/>
            </a:bodyPr>
            <a:lstStyle/>
            <a:p>
              <a:pPr algn="ctr">
                <a:lnSpc>
                  <a:spcPct val="110000"/>
                </a:lnSpc>
                <a:defRPr/>
              </a:pPr>
              <a:r>
                <a:rPr lang="zh-CN" altLang="en-US" sz="2400" b="1" dirty="0" smtClean="0">
                  <a:solidFill>
                    <a:schemeClr val="tx1">
                      <a:lumMod val="65000"/>
                      <a:lumOff val="35000"/>
                    </a:schemeClr>
                  </a:solidFill>
                </a:rPr>
                <a:t>结构化</a:t>
              </a:r>
              <a:endParaRPr lang="en-US" altLang="zh-CN" sz="2400" b="1" dirty="0" smtClean="0">
                <a:solidFill>
                  <a:schemeClr val="tx1">
                    <a:lumMod val="65000"/>
                    <a:lumOff val="35000"/>
                  </a:schemeClr>
                </a:solidFill>
              </a:endParaRPr>
            </a:p>
            <a:p>
              <a:pPr algn="ctr">
                <a:lnSpc>
                  <a:spcPct val="110000"/>
                </a:lnSpc>
                <a:defRPr/>
              </a:pPr>
              <a:r>
                <a:rPr lang="zh-CN" altLang="en-US" sz="2400" b="1" dirty="0">
                  <a:solidFill>
                    <a:schemeClr val="tx1">
                      <a:lumMod val="65000"/>
                      <a:lumOff val="35000"/>
                    </a:schemeClr>
                  </a:solidFill>
                </a:rPr>
                <a:t>流程图</a:t>
              </a:r>
              <a:endParaRPr lang="zh-CN" altLang="en-US" sz="2400" b="1" dirty="0">
                <a:solidFill>
                  <a:schemeClr val="tx1">
                    <a:lumMod val="65000"/>
                    <a:lumOff val="35000"/>
                  </a:schemeClr>
                </a:solidFill>
              </a:endParaRPr>
            </a:p>
          </p:txBody>
        </p:sp>
        <p:sp>
          <p:nvSpPr>
            <p:cNvPr id="11" name="MH_Other_3"/>
            <p:cNvSpPr>
              <a:spLocks noChangeArrowheads="1"/>
            </p:cNvSpPr>
            <p:nvPr>
              <p:custDataLst>
                <p:tags r:id="rId6"/>
              </p:custDataLst>
            </p:nvPr>
          </p:nvSpPr>
          <p:spPr bwMode="auto">
            <a:xfrm>
              <a:off x="6505473" y="4270371"/>
              <a:ext cx="1361749" cy="1150293"/>
            </a:xfrm>
            <a:prstGeom prst="ellipse">
              <a:avLst/>
            </a:prstGeom>
            <a:noFill/>
            <a:ln w="38100">
              <a:solidFill>
                <a:schemeClr val="accent1"/>
              </a:solidFill>
              <a:bevel/>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12" name="MH_SubTitle_2"/>
            <p:cNvSpPr>
              <a:spLocks noChangeArrowheads="1"/>
            </p:cNvSpPr>
            <p:nvPr>
              <p:custDataLst>
                <p:tags r:id="rId7"/>
              </p:custDataLst>
            </p:nvPr>
          </p:nvSpPr>
          <p:spPr bwMode="auto">
            <a:xfrm>
              <a:off x="8531263" y="3238581"/>
              <a:ext cx="960401" cy="868550"/>
            </a:xfrm>
            <a:prstGeom prst="ellipse">
              <a:avLst/>
            </a:prstGeom>
            <a:solidFill>
              <a:schemeClr val="accent1">
                <a:lumMod val="20000"/>
                <a:lumOff val="80000"/>
              </a:schemeClr>
            </a:solidFill>
            <a:ln>
              <a:noFill/>
            </a:ln>
          </p:spPr>
          <p:txBody>
            <a:bodyPr lIns="0" tIns="0" rIns="0" bIns="0" anchor="ctr">
              <a:noAutofit/>
            </a:bodyPr>
            <a:lstStyle/>
            <a:p>
              <a:pPr algn="ctr">
                <a:lnSpc>
                  <a:spcPct val="110000"/>
                </a:lnSpc>
                <a:defRPr/>
              </a:pPr>
              <a:r>
                <a:rPr lang="zh-CN" altLang="en-US" sz="2400" b="1" dirty="0" smtClean="0">
                  <a:solidFill>
                    <a:schemeClr val="tx1">
                      <a:lumMod val="65000"/>
                      <a:lumOff val="35000"/>
                    </a:schemeClr>
                  </a:solidFill>
                </a:rPr>
                <a:t>传统</a:t>
              </a:r>
              <a:endParaRPr lang="en-US" altLang="zh-CN" sz="2400" b="1" dirty="0" smtClean="0">
                <a:solidFill>
                  <a:schemeClr val="tx1">
                    <a:lumMod val="65000"/>
                    <a:lumOff val="35000"/>
                  </a:schemeClr>
                </a:solidFill>
              </a:endParaRPr>
            </a:p>
            <a:p>
              <a:pPr algn="ctr">
                <a:lnSpc>
                  <a:spcPct val="110000"/>
                </a:lnSpc>
                <a:defRPr/>
              </a:pPr>
              <a:r>
                <a:rPr lang="zh-CN" altLang="en-US" sz="2400" b="1" dirty="0" smtClean="0">
                  <a:solidFill>
                    <a:schemeClr val="tx1">
                      <a:lumMod val="65000"/>
                      <a:lumOff val="35000"/>
                    </a:schemeClr>
                  </a:solidFill>
                </a:rPr>
                <a:t>流程图</a:t>
              </a:r>
              <a:endParaRPr lang="zh-CN" altLang="en-US" sz="2400" b="1" dirty="0" smtClean="0">
                <a:solidFill>
                  <a:schemeClr val="tx1">
                    <a:lumMod val="65000"/>
                    <a:lumOff val="35000"/>
                  </a:schemeClr>
                </a:solidFill>
              </a:endParaRPr>
            </a:p>
          </p:txBody>
        </p:sp>
        <p:sp>
          <p:nvSpPr>
            <p:cNvPr id="13" name="MH_Other_4"/>
            <p:cNvSpPr>
              <a:spLocks noChangeArrowheads="1"/>
            </p:cNvSpPr>
            <p:nvPr>
              <p:custDataLst>
                <p:tags r:id="rId8"/>
              </p:custDataLst>
            </p:nvPr>
          </p:nvSpPr>
          <p:spPr bwMode="auto">
            <a:xfrm>
              <a:off x="8458201" y="3167064"/>
              <a:ext cx="1033463" cy="1011237"/>
            </a:xfrm>
            <a:prstGeom prst="ellipse">
              <a:avLst/>
            </a:prstGeom>
            <a:noFill/>
            <a:ln w="38100">
              <a:solidFill>
                <a:schemeClr val="accent1"/>
              </a:solidFill>
              <a:bevel/>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14" name="MH_SubTitle_1"/>
            <p:cNvSpPr>
              <a:spLocks noChangeArrowheads="1"/>
            </p:cNvSpPr>
            <p:nvPr>
              <p:custDataLst>
                <p:tags r:id="rId9"/>
              </p:custDataLst>
            </p:nvPr>
          </p:nvSpPr>
          <p:spPr bwMode="auto">
            <a:xfrm>
              <a:off x="5800726" y="2520951"/>
              <a:ext cx="887413" cy="868363"/>
            </a:xfrm>
            <a:prstGeom prst="ellipse">
              <a:avLst/>
            </a:prstGeom>
            <a:solidFill>
              <a:schemeClr val="accent1">
                <a:lumMod val="20000"/>
                <a:lumOff val="80000"/>
              </a:schemeClr>
            </a:solidFill>
            <a:ln>
              <a:noFill/>
            </a:ln>
          </p:spPr>
          <p:txBody>
            <a:bodyPr lIns="0" tIns="0" rIns="0" bIns="0" anchor="ctr">
              <a:normAutofit/>
            </a:bodyPr>
            <a:lstStyle/>
            <a:p>
              <a:pPr algn="ctr">
                <a:lnSpc>
                  <a:spcPct val="110000"/>
                </a:lnSpc>
                <a:defRPr/>
              </a:pPr>
              <a:r>
                <a:rPr lang="zh-CN" altLang="en-US" sz="2400" b="1" dirty="0" smtClean="0">
                  <a:solidFill>
                    <a:schemeClr val="tx1">
                      <a:lumMod val="65000"/>
                      <a:lumOff val="35000"/>
                    </a:schemeClr>
                  </a:solidFill>
                </a:rPr>
                <a:t>自然</a:t>
              </a:r>
              <a:endParaRPr lang="en-US" altLang="zh-CN" sz="2400" b="1" dirty="0" smtClean="0">
                <a:solidFill>
                  <a:schemeClr val="tx1">
                    <a:lumMod val="65000"/>
                    <a:lumOff val="35000"/>
                  </a:schemeClr>
                </a:solidFill>
              </a:endParaRPr>
            </a:p>
            <a:p>
              <a:pPr algn="ctr">
                <a:lnSpc>
                  <a:spcPct val="110000"/>
                </a:lnSpc>
                <a:defRPr/>
              </a:pPr>
              <a:r>
                <a:rPr lang="zh-CN" altLang="en-US" sz="2400" b="1" dirty="0" smtClean="0">
                  <a:solidFill>
                    <a:schemeClr val="tx1">
                      <a:lumMod val="65000"/>
                      <a:lumOff val="35000"/>
                    </a:schemeClr>
                  </a:solidFill>
                </a:rPr>
                <a:t>语言</a:t>
              </a:r>
              <a:endParaRPr lang="zh-CN" altLang="en-US" sz="2400" b="1" dirty="0" smtClean="0">
                <a:solidFill>
                  <a:schemeClr val="tx1">
                    <a:lumMod val="65000"/>
                    <a:lumOff val="35000"/>
                  </a:schemeClr>
                </a:solidFill>
              </a:endParaRPr>
            </a:p>
          </p:txBody>
        </p:sp>
        <p:sp>
          <p:nvSpPr>
            <p:cNvPr id="15" name="MH_Other_5"/>
            <p:cNvSpPr>
              <a:spLocks noChangeArrowheads="1"/>
            </p:cNvSpPr>
            <p:nvPr>
              <p:custDataLst>
                <p:tags r:id="rId10"/>
              </p:custDataLst>
            </p:nvPr>
          </p:nvSpPr>
          <p:spPr bwMode="auto">
            <a:xfrm>
              <a:off x="5719763" y="2444750"/>
              <a:ext cx="1035050" cy="1011238"/>
            </a:xfrm>
            <a:prstGeom prst="ellipse">
              <a:avLst/>
            </a:prstGeom>
            <a:noFill/>
            <a:ln w="38100">
              <a:solidFill>
                <a:schemeClr val="accent1"/>
              </a:solidFill>
              <a:bevel/>
            </a:ln>
            <a:extLst>
              <a:ext uri="{909E8E84-426E-40DD-AFC4-6F175D3DCCD1}">
                <a14:hiddenFill xmlns:a14="http://schemas.microsoft.com/office/drawing/2010/main">
                  <a:solidFill>
                    <a:srgbClr val="FFFFFF"/>
                  </a:solidFill>
                </a14:hiddenFill>
              </a:ext>
            </a:extLst>
          </p:spPr>
          <p:txBody>
            <a:bodyPr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endParaRPr lang="zh-CN" altLang="zh-CN">
                <a:solidFill>
                  <a:srgbClr val="FFFFFF"/>
                </a:solidFill>
              </a:endParaRPr>
            </a:p>
          </p:txBody>
        </p:sp>
        <p:sp>
          <p:nvSpPr>
            <p:cNvPr id="16" name="MH_Other_6"/>
            <p:cNvSpPr>
              <a:spLocks noChangeShapeType="1"/>
            </p:cNvSpPr>
            <p:nvPr>
              <p:custDataLst>
                <p:tags r:id="rId11"/>
              </p:custDataLst>
            </p:nvPr>
          </p:nvSpPr>
          <p:spPr bwMode="auto">
            <a:xfrm>
              <a:off x="4149725" y="4198939"/>
              <a:ext cx="465138" cy="503237"/>
            </a:xfrm>
            <a:prstGeom prst="line">
              <a:avLst/>
            </a:prstGeom>
            <a:noFill/>
            <a:ln w="12700" cap="flat" cmpd="sng">
              <a:solidFill>
                <a:schemeClr val="accent1">
                  <a:lumMod val="40000"/>
                  <a:lumOff val="60000"/>
                </a:schemeClr>
              </a:solidFill>
              <a:bevel/>
            </a:ln>
            <a:extLst>
              <a:ext uri="{909E8E84-426E-40DD-AFC4-6F175D3DCCD1}">
                <a14:hiddenFill xmlns:a14="http://schemas.microsoft.com/office/drawing/2010/main">
                  <a:noFill/>
                </a14:hiddenFill>
              </a:ext>
            </a:extLst>
          </p:spPr>
          <p:txBody>
            <a:bodyPr/>
            <a:lstStyle/>
            <a:p>
              <a:pPr>
                <a:defRPr/>
              </a:pPr>
              <a:endParaRPr lang="zh-CN" altLang="en-US"/>
            </a:p>
          </p:txBody>
        </p:sp>
        <p:sp>
          <p:nvSpPr>
            <p:cNvPr id="17" name="MH_Other_7"/>
            <p:cNvSpPr>
              <a:spLocks noChangeShapeType="1"/>
            </p:cNvSpPr>
            <p:nvPr>
              <p:custDataLst>
                <p:tags r:id="rId12"/>
              </p:custDataLst>
            </p:nvPr>
          </p:nvSpPr>
          <p:spPr bwMode="auto">
            <a:xfrm flipV="1">
              <a:off x="4391025" y="3040063"/>
              <a:ext cx="1328738" cy="296862"/>
            </a:xfrm>
            <a:prstGeom prst="line">
              <a:avLst/>
            </a:prstGeom>
            <a:noFill/>
            <a:ln w="12700" cap="flat" cmpd="sng">
              <a:solidFill>
                <a:schemeClr val="accent1">
                  <a:lumMod val="40000"/>
                  <a:lumOff val="60000"/>
                </a:schemeClr>
              </a:solidFill>
              <a:bevel/>
            </a:ln>
            <a:extLst>
              <a:ext uri="{909E8E84-426E-40DD-AFC4-6F175D3DCCD1}">
                <a14:hiddenFill xmlns:a14="http://schemas.microsoft.com/office/drawing/2010/main">
                  <a:noFill/>
                </a14:hiddenFill>
              </a:ext>
            </a:extLst>
          </p:spPr>
          <p:txBody>
            <a:bodyPr/>
            <a:lstStyle/>
            <a:p>
              <a:pPr>
                <a:defRPr/>
              </a:pPr>
              <a:endParaRPr lang="zh-CN" altLang="en-US"/>
            </a:p>
          </p:txBody>
        </p:sp>
        <p:sp>
          <p:nvSpPr>
            <p:cNvPr id="18" name="MH_Other_8"/>
            <p:cNvSpPr>
              <a:spLocks noChangeShapeType="1"/>
            </p:cNvSpPr>
            <p:nvPr>
              <p:custDataLst>
                <p:tags r:id="rId13"/>
              </p:custDataLst>
            </p:nvPr>
          </p:nvSpPr>
          <p:spPr bwMode="auto">
            <a:xfrm>
              <a:off x="4341814" y="3975100"/>
              <a:ext cx="2136775" cy="719138"/>
            </a:xfrm>
            <a:prstGeom prst="line">
              <a:avLst/>
            </a:prstGeom>
            <a:noFill/>
            <a:ln w="12700" cap="flat" cmpd="sng">
              <a:solidFill>
                <a:schemeClr val="accent1">
                  <a:lumMod val="40000"/>
                  <a:lumOff val="60000"/>
                </a:schemeClr>
              </a:solidFill>
              <a:bevel/>
            </a:ln>
            <a:extLst>
              <a:ext uri="{909E8E84-426E-40DD-AFC4-6F175D3DCCD1}">
                <a14:hiddenFill xmlns:a14="http://schemas.microsoft.com/office/drawing/2010/main">
                  <a:noFill/>
                </a14:hiddenFill>
              </a:ext>
            </a:extLst>
          </p:spPr>
          <p:txBody>
            <a:bodyPr/>
            <a:lstStyle/>
            <a:p>
              <a:pPr>
                <a:defRPr/>
              </a:pPr>
              <a:endParaRPr lang="zh-CN" altLang="en-US"/>
            </a:p>
          </p:txBody>
        </p:sp>
        <p:sp>
          <p:nvSpPr>
            <p:cNvPr id="19" name="MH_Other_9"/>
            <p:cNvSpPr>
              <a:spLocks noChangeShapeType="1"/>
            </p:cNvSpPr>
            <p:nvPr>
              <p:custDataLst>
                <p:tags r:id="rId14"/>
              </p:custDataLst>
            </p:nvPr>
          </p:nvSpPr>
          <p:spPr bwMode="auto">
            <a:xfrm>
              <a:off x="4433888" y="3663951"/>
              <a:ext cx="4024312" cy="9525"/>
            </a:xfrm>
            <a:prstGeom prst="line">
              <a:avLst/>
            </a:prstGeom>
            <a:noFill/>
            <a:ln w="12700" cap="flat" cmpd="sng">
              <a:solidFill>
                <a:schemeClr val="accent1">
                  <a:lumMod val="40000"/>
                  <a:lumOff val="60000"/>
                </a:schemeClr>
              </a:solidFill>
              <a:bevel/>
            </a:ln>
            <a:extLst>
              <a:ext uri="{909E8E84-426E-40DD-AFC4-6F175D3DCCD1}">
                <a14:hiddenFill xmlns:a14="http://schemas.microsoft.com/office/drawing/2010/main">
                  <a:noFill/>
                </a14:hiddenFill>
              </a:ext>
            </a:extLst>
          </p:spPr>
          <p:txBody>
            <a:bodyPr/>
            <a:lstStyle/>
            <a:p>
              <a:pPr>
                <a:defRPr/>
              </a:pPr>
              <a:endParaRPr lang="zh-CN" altLang="en-US"/>
            </a:p>
          </p:txBody>
        </p:sp>
      </p:gr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2280" y="114805"/>
            <a:ext cx="10515600" cy="1325563"/>
          </a:xfrm>
        </p:spPr>
        <p:txBody>
          <a:bodyPr/>
          <a:lstStyle/>
          <a:p>
            <a:r>
              <a:rPr lang="zh-CN" altLang="en-US" dirty="0" smtClean="0"/>
              <a:t>用流程图表示算法</a:t>
            </a:r>
            <a:endParaRPr lang="zh-CN" altLang="en-US" dirty="0"/>
          </a:p>
        </p:txBody>
      </p:sp>
      <p:sp>
        <p:nvSpPr>
          <p:cNvPr id="4" name="椭圆 3"/>
          <p:cNvSpPr/>
          <p:nvPr/>
        </p:nvSpPr>
        <p:spPr>
          <a:xfrm>
            <a:off x="1912461" y="1187511"/>
            <a:ext cx="1676400" cy="139192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sp>
        <p:nvSpPr>
          <p:cNvPr id="5" name="流程图: 可选过程 4"/>
          <p:cNvSpPr/>
          <p:nvPr/>
        </p:nvSpPr>
        <p:spPr>
          <a:xfrm>
            <a:off x="2384901" y="1652639"/>
            <a:ext cx="720000" cy="461665"/>
          </a:xfrm>
          <a:prstGeom prst="flowChartAlternateProcess">
            <a:avLst/>
          </a:prstGeom>
          <a:noFill/>
          <a:ln w="38100">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
        <p:nvSpPr>
          <p:cNvPr id="6" name="文本框 5"/>
          <p:cNvSpPr txBox="1"/>
          <p:nvPr/>
        </p:nvSpPr>
        <p:spPr>
          <a:xfrm>
            <a:off x="3776821" y="1652638"/>
            <a:ext cx="1513840" cy="521970"/>
          </a:xfrm>
          <a:prstGeom prst="rect">
            <a:avLst/>
          </a:prstGeom>
          <a:noFill/>
        </p:spPr>
        <p:txBody>
          <a:bodyPr wrap="square" rtlCol="0">
            <a:spAutoFit/>
          </a:bodyPr>
          <a:lstStyle/>
          <a:p>
            <a:r>
              <a:rPr lang="zh-CN" altLang="en-US" sz="2800" b="1" dirty="0" smtClean="0">
                <a:solidFill>
                  <a:schemeClr val="tx1">
                    <a:lumMod val="75000"/>
                    <a:lumOff val="25000"/>
                  </a:schemeClr>
                </a:solidFill>
              </a:rPr>
              <a:t>起止框</a:t>
            </a:r>
            <a:endParaRPr lang="zh-CN" altLang="en-US" sz="2800" b="1" dirty="0" smtClean="0">
              <a:solidFill>
                <a:schemeClr val="tx1">
                  <a:lumMod val="75000"/>
                  <a:lumOff val="25000"/>
                </a:schemeClr>
              </a:solidFill>
            </a:endParaRPr>
          </a:p>
        </p:txBody>
      </p:sp>
      <p:sp>
        <p:nvSpPr>
          <p:cNvPr id="7" name="椭圆 6"/>
          <p:cNvSpPr/>
          <p:nvPr/>
        </p:nvSpPr>
        <p:spPr>
          <a:xfrm>
            <a:off x="1912461" y="2920741"/>
            <a:ext cx="1676400" cy="139192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sp>
        <p:nvSpPr>
          <p:cNvPr id="9" name="文本框 8"/>
          <p:cNvSpPr txBox="1"/>
          <p:nvPr/>
        </p:nvSpPr>
        <p:spPr>
          <a:xfrm>
            <a:off x="3776980" y="3385820"/>
            <a:ext cx="2094865" cy="521970"/>
          </a:xfrm>
          <a:prstGeom prst="rect">
            <a:avLst/>
          </a:prstGeom>
          <a:noFill/>
        </p:spPr>
        <p:txBody>
          <a:bodyPr wrap="square" rtlCol="0">
            <a:spAutoFit/>
          </a:bodyPr>
          <a:lstStyle/>
          <a:p>
            <a:r>
              <a:rPr lang="zh-CN" altLang="en-US" sz="2800" b="1" dirty="0" smtClean="0">
                <a:solidFill>
                  <a:schemeClr val="tx1">
                    <a:lumMod val="75000"/>
                    <a:lumOff val="25000"/>
                  </a:schemeClr>
                </a:solidFill>
              </a:rPr>
              <a:t>输入输出框</a:t>
            </a:r>
            <a:endParaRPr lang="zh-CN" altLang="en-US" sz="2800" b="1" dirty="0" smtClean="0">
              <a:solidFill>
                <a:schemeClr val="tx1">
                  <a:lumMod val="75000"/>
                  <a:lumOff val="25000"/>
                </a:schemeClr>
              </a:solidFill>
            </a:endParaRPr>
          </a:p>
        </p:txBody>
      </p:sp>
      <p:sp>
        <p:nvSpPr>
          <p:cNvPr id="10" name="椭圆 9"/>
          <p:cNvSpPr/>
          <p:nvPr/>
        </p:nvSpPr>
        <p:spPr>
          <a:xfrm>
            <a:off x="1912461" y="4653971"/>
            <a:ext cx="1676400" cy="139192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sp>
        <p:nvSpPr>
          <p:cNvPr id="12" name="文本框 11"/>
          <p:cNvSpPr txBox="1"/>
          <p:nvPr/>
        </p:nvSpPr>
        <p:spPr>
          <a:xfrm>
            <a:off x="3776980" y="5119370"/>
            <a:ext cx="1710055" cy="460375"/>
          </a:xfrm>
          <a:prstGeom prst="rect">
            <a:avLst/>
          </a:prstGeom>
          <a:noFill/>
        </p:spPr>
        <p:txBody>
          <a:bodyPr wrap="square" rtlCol="0">
            <a:spAutoFit/>
          </a:bodyPr>
          <a:lstStyle/>
          <a:p>
            <a:r>
              <a:rPr lang="zh-CN" altLang="en-US" sz="2400" b="1" dirty="0" smtClean="0">
                <a:solidFill>
                  <a:schemeClr val="tx1">
                    <a:lumMod val="75000"/>
                    <a:lumOff val="25000"/>
                  </a:schemeClr>
                </a:solidFill>
              </a:rPr>
              <a:t>判断框</a:t>
            </a:r>
            <a:endParaRPr lang="zh-CN" altLang="en-US" sz="2400" b="1" dirty="0" smtClean="0">
              <a:solidFill>
                <a:schemeClr val="tx1">
                  <a:lumMod val="75000"/>
                  <a:lumOff val="25000"/>
                </a:schemeClr>
              </a:solidFill>
            </a:endParaRPr>
          </a:p>
        </p:txBody>
      </p:sp>
      <p:sp>
        <p:nvSpPr>
          <p:cNvPr id="13" name="椭圆 12"/>
          <p:cNvSpPr/>
          <p:nvPr/>
        </p:nvSpPr>
        <p:spPr>
          <a:xfrm>
            <a:off x="6901180" y="114805"/>
            <a:ext cx="1676400" cy="139192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sp>
        <p:nvSpPr>
          <p:cNvPr id="15" name="文本框 14"/>
          <p:cNvSpPr txBox="1"/>
          <p:nvPr/>
        </p:nvSpPr>
        <p:spPr>
          <a:xfrm>
            <a:off x="8765540" y="579932"/>
            <a:ext cx="1513840" cy="521970"/>
          </a:xfrm>
          <a:prstGeom prst="rect">
            <a:avLst/>
          </a:prstGeom>
          <a:noFill/>
        </p:spPr>
        <p:txBody>
          <a:bodyPr wrap="square" rtlCol="0">
            <a:spAutoFit/>
          </a:bodyPr>
          <a:lstStyle/>
          <a:p>
            <a:r>
              <a:rPr lang="zh-CN" altLang="en-US" sz="2800" b="1" dirty="0">
                <a:solidFill>
                  <a:schemeClr val="tx1">
                    <a:lumMod val="75000"/>
                    <a:lumOff val="25000"/>
                  </a:schemeClr>
                </a:solidFill>
              </a:rPr>
              <a:t>处理</a:t>
            </a:r>
            <a:r>
              <a:rPr lang="zh-CN" altLang="en-US" sz="2800" b="1" dirty="0" smtClean="0">
                <a:solidFill>
                  <a:schemeClr val="tx1">
                    <a:lumMod val="75000"/>
                    <a:lumOff val="25000"/>
                  </a:schemeClr>
                </a:solidFill>
              </a:rPr>
              <a:t>框</a:t>
            </a:r>
            <a:endParaRPr lang="zh-CN" altLang="en-US" sz="2800" b="1" dirty="0" smtClean="0">
              <a:solidFill>
                <a:schemeClr val="tx1">
                  <a:lumMod val="75000"/>
                  <a:lumOff val="25000"/>
                </a:schemeClr>
              </a:solidFill>
            </a:endParaRPr>
          </a:p>
        </p:txBody>
      </p:sp>
      <p:sp>
        <p:nvSpPr>
          <p:cNvPr id="16" name="椭圆 15"/>
          <p:cNvSpPr/>
          <p:nvPr/>
        </p:nvSpPr>
        <p:spPr>
          <a:xfrm>
            <a:off x="6901180" y="1848035"/>
            <a:ext cx="1676400" cy="139192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sp>
        <p:nvSpPr>
          <p:cNvPr id="18" name="文本框 17"/>
          <p:cNvSpPr txBox="1"/>
          <p:nvPr/>
        </p:nvSpPr>
        <p:spPr>
          <a:xfrm>
            <a:off x="8765540" y="2313162"/>
            <a:ext cx="1513840" cy="521970"/>
          </a:xfrm>
          <a:prstGeom prst="rect">
            <a:avLst/>
          </a:prstGeom>
          <a:noFill/>
        </p:spPr>
        <p:txBody>
          <a:bodyPr wrap="square" rtlCol="0">
            <a:spAutoFit/>
          </a:bodyPr>
          <a:lstStyle/>
          <a:p>
            <a:r>
              <a:rPr lang="zh-CN" altLang="en-US" sz="2800" b="1" dirty="0" smtClean="0">
                <a:solidFill>
                  <a:schemeClr val="tx1">
                    <a:lumMod val="75000"/>
                    <a:lumOff val="25000"/>
                  </a:schemeClr>
                </a:solidFill>
              </a:rPr>
              <a:t>流程线</a:t>
            </a:r>
            <a:endParaRPr lang="zh-CN" altLang="en-US" sz="2800" b="1" dirty="0" smtClean="0">
              <a:solidFill>
                <a:schemeClr val="tx1">
                  <a:lumMod val="75000"/>
                  <a:lumOff val="25000"/>
                </a:schemeClr>
              </a:solidFill>
            </a:endParaRPr>
          </a:p>
        </p:txBody>
      </p:sp>
      <p:sp>
        <p:nvSpPr>
          <p:cNvPr id="19" name="椭圆 18"/>
          <p:cNvSpPr/>
          <p:nvPr/>
        </p:nvSpPr>
        <p:spPr>
          <a:xfrm>
            <a:off x="6901180" y="3581265"/>
            <a:ext cx="1676400" cy="139192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sp>
        <p:nvSpPr>
          <p:cNvPr id="21" name="文本框 20"/>
          <p:cNvSpPr txBox="1"/>
          <p:nvPr/>
        </p:nvSpPr>
        <p:spPr>
          <a:xfrm>
            <a:off x="8765540" y="4046392"/>
            <a:ext cx="1513840" cy="521970"/>
          </a:xfrm>
          <a:prstGeom prst="rect">
            <a:avLst/>
          </a:prstGeom>
          <a:noFill/>
        </p:spPr>
        <p:txBody>
          <a:bodyPr wrap="square" rtlCol="0">
            <a:spAutoFit/>
          </a:bodyPr>
          <a:lstStyle/>
          <a:p>
            <a:r>
              <a:rPr lang="zh-CN" altLang="en-US" sz="2800" b="1" dirty="0" smtClean="0">
                <a:solidFill>
                  <a:schemeClr val="tx1">
                    <a:lumMod val="75000"/>
                    <a:lumOff val="25000"/>
                  </a:schemeClr>
                </a:solidFill>
              </a:rPr>
              <a:t>连接点</a:t>
            </a:r>
            <a:endParaRPr lang="zh-CN" altLang="en-US" sz="2800" b="1" dirty="0" smtClean="0">
              <a:solidFill>
                <a:schemeClr val="tx1">
                  <a:lumMod val="75000"/>
                  <a:lumOff val="25000"/>
                </a:schemeClr>
              </a:solidFill>
            </a:endParaRPr>
          </a:p>
        </p:txBody>
      </p:sp>
      <p:sp>
        <p:nvSpPr>
          <p:cNvPr id="22" name="椭圆 21"/>
          <p:cNvSpPr/>
          <p:nvPr/>
        </p:nvSpPr>
        <p:spPr>
          <a:xfrm>
            <a:off x="6901180" y="5314495"/>
            <a:ext cx="1676400" cy="1391920"/>
          </a:xfrm>
          <a:prstGeom prst="ellipse">
            <a:avLst/>
          </a:prstGeom>
        </p:spPr>
        <p:style>
          <a:lnRef idx="3">
            <a:schemeClr val="lt1"/>
          </a:lnRef>
          <a:fillRef idx="1">
            <a:schemeClr val="accent1"/>
          </a:fillRef>
          <a:effectRef idx="1">
            <a:schemeClr val="accent1"/>
          </a:effectRef>
          <a:fontRef idx="minor">
            <a:schemeClr val="lt1"/>
          </a:fontRef>
        </p:style>
        <p:txBody>
          <a:bodyPr rtlCol="0" anchor="ctr"/>
          <a:lstStyle/>
          <a:p>
            <a:pPr algn="ctr"/>
            <a:endParaRPr lang="zh-CN" altLang="en-US"/>
          </a:p>
        </p:txBody>
      </p:sp>
      <p:sp>
        <p:nvSpPr>
          <p:cNvPr id="24" name="文本框 23"/>
          <p:cNvSpPr txBox="1"/>
          <p:nvPr/>
        </p:nvSpPr>
        <p:spPr>
          <a:xfrm>
            <a:off x="8765540" y="5779622"/>
            <a:ext cx="1513840" cy="521970"/>
          </a:xfrm>
          <a:prstGeom prst="rect">
            <a:avLst/>
          </a:prstGeom>
          <a:noFill/>
        </p:spPr>
        <p:txBody>
          <a:bodyPr wrap="square" rtlCol="0">
            <a:spAutoFit/>
          </a:bodyPr>
          <a:lstStyle/>
          <a:p>
            <a:r>
              <a:rPr lang="zh-CN" altLang="en-US" sz="2800" b="1" dirty="0">
                <a:solidFill>
                  <a:schemeClr val="tx1">
                    <a:lumMod val="75000"/>
                    <a:lumOff val="25000"/>
                  </a:schemeClr>
                </a:solidFill>
              </a:rPr>
              <a:t>注释</a:t>
            </a:r>
            <a:r>
              <a:rPr lang="zh-CN" altLang="en-US" sz="2800" b="1" dirty="0" smtClean="0">
                <a:solidFill>
                  <a:schemeClr val="tx1">
                    <a:lumMod val="75000"/>
                    <a:lumOff val="25000"/>
                  </a:schemeClr>
                </a:solidFill>
              </a:rPr>
              <a:t>框</a:t>
            </a:r>
            <a:endParaRPr lang="zh-CN" altLang="en-US" sz="2800" b="1" dirty="0" smtClean="0">
              <a:solidFill>
                <a:schemeClr val="tx1">
                  <a:lumMod val="75000"/>
                  <a:lumOff val="25000"/>
                </a:schemeClr>
              </a:solidFill>
            </a:endParaRPr>
          </a:p>
        </p:txBody>
      </p:sp>
      <p:sp>
        <p:nvSpPr>
          <p:cNvPr id="25" name="流程图: 数据 24"/>
          <p:cNvSpPr/>
          <p:nvPr/>
        </p:nvSpPr>
        <p:spPr>
          <a:xfrm>
            <a:off x="2384901" y="3385868"/>
            <a:ext cx="720000" cy="461665"/>
          </a:xfrm>
          <a:prstGeom prst="flowChartInputOutput">
            <a:avLst/>
          </a:prstGeom>
          <a:noFill/>
          <a:ln w="38100">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chemeClr val="dk1"/>
              </a:solidFill>
            </a:endParaRPr>
          </a:p>
        </p:txBody>
      </p:sp>
      <p:sp>
        <p:nvSpPr>
          <p:cNvPr id="26" name="流程图: 决策 25"/>
          <p:cNvSpPr/>
          <p:nvPr/>
        </p:nvSpPr>
        <p:spPr>
          <a:xfrm>
            <a:off x="2384901" y="5112674"/>
            <a:ext cx="720000" cy="461665"/>
          </a:xfrm>
          <a:prstGeom prst="flowChartDecision">
            <a:avLst/>
          </a:prstGeom>
          <a:noFill/>
          <a:ln w="38100">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chemeClr val="dk1"/>
              </a:solidFill>
            </a:endParaRPr>
          </a:p>
        </p:txBody>
      </p:sp>
      <p:sp>
        <p:nvSpPr>
          <p:cNvPr id="27" name="流程图: 过程 26"/>
          <p:cNvSpPr/>
          <p:nvPr/>
        </p:nvSpPr>
        <p:spPr>
          <a:xfrm>
            <a:off x="7399020" y="579932"/>
            <a:ext cx="720000" cy="466003"/>
          </a:xfrm>
          <a:prstGeom prst="flowChartProcess">
            <a:avLst/>
          </a:prstGeom>
          <a:noFill/>
          <a:ln w="38100">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solidFill>
                <a:schemeClr val="dk1"/>
              </a:solidFill>
            </a:endParaRPr>
          </a:p>
        </p:txBody>
      </p:sp>
      <p:cxnSp>
        <p:nvCxnSpPr>
          <p:cNvPr id="29" name="直接箭头连接符 28"/>
          <p:cNvCxnSpPr/>
          <p:nvPr/>
        </p:nvCxnSpPr>
        <p:spPr>
          <a:xfrm>
            <a:off x="7399020" y="2273607"/>
            <a:ext cx="0" cy="603511"/>
          </a:xfrm>
          <a:prstGeom prst="straightConnector1">
            <a:avLst/>
          </a:prstGeom>
          <a:noFill/>
          <a:ln w="38100">
            <a:solidFill>
              <a:schemeClr val="bg1"/>
            </a:solidFill>
            <a:tailEnd type="triangle" w="lg" len="lg"/>
          </a:ln>
        </p:spPr>
        <p:style>
          <a:lnRef idx="2">
            <a:schemeClr val="accent1"/>
          </a:lnRef>
          <a:fillRef idx="1">
            <a:schemeClr val="lt1"/>
          </a:fillRef>
          <a:effectRef idx="0">
            <a:schemeClr val="accent1"/>
          </a:effectRef>
          <a:fontRef idx="minor">
            <a:schemeClr val="dk1"/>
          </a:fontRef>
        </p:style>
      </p:cxnSp>
      <p:cxnSp>
        <p:nvCxnSpPr>
          <p:cNvPr id="30" name="直接箭头连接符 29"/>
          <p:cNvCxnSpPr/>
          <p:nvPr/>
        </p:nvCxnSpPr>
        <p:spPr>
          <a:xfrm>
            <a:off x="7701100" y="2579431"/>
            <a:ext cx="523240" cy="0"/>
          </a:xfrm>
          <a:prstGeom prst="straightConnector1">
            <a:avLst/>
          </a:prstGeom>
          <a:noFill/>
          <a:ln w="38100">
            <a:solidFill>
              <a:schemeClr val="bg1"/>
            </a:solidFill>
            <a:tailEnd type="triangle" w="lg" len="lg"/>
          </a:ln>
        </p:spPr>
        <p:style>
          <a:lnRef idx="2">
            <a:schemeClr val="accent1"/>
          </a:lnRef>
          <a:fillRef idx="1">
            <a:schemeClr val="lt1"/>
          </a:fillRef>
          <a:effectRef idx="0">
            <a:schemeClr val="accent1"/>
          </a:effectRef>
          <a:fontRef idx="minor">
            <a:schemeClr val="dk1"/>
          </a:fontRef>
        </p:style>
      </p:cxnSp>
      <p:sp>
        <p:nvSpPr>
          <p:cNvPr id="32" name="流程图: 接点 31"/>
          <p:cNvSpPr/>
          <p:nvPr/>
        </p:nvSpPr>
        <p:spPr>
          <a:xfrm>
            <a:off x="7538561" y="4090884"/>
            <a:ext cx="372679" cy="372679"/>
          </a:xfrm>
          <a:prstGeom prst="flowChartConnector">
            <a:avLst/>
          </a:prstGeom>
          <a:noFill/>
          <a:ln w="38100">
            <a:solidFill>
              <a:schemeClr val="bg1"/>
            </a:solidFill>
            <a:tailEnd type="triangle" w="lg" len="lg"/>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cxnSp>
        <p:nvCxnSpPr>
          <p:cNvPr id="34" name="直接连接符 33"/>
          <p:cNvCxnSpPr/>
          <p:nvPr/>
        </p:nvCxnSpPr>
        <p:spPr>
          <a:xfrm>
            <a:off x="7302500" y="6010454"/>
            <a:ext cx="398600" cy="0"/>
          </a:xfrm>
          <a:prstGeom prst="line">
            <a:avLst/>
          </a:prstGeom>
          <a:ln w="38100">
            <a:solidFill>
              <a:schemeClr val="bg1"/>
            </a:solidFill>
            <a:prstDash val="sysDash"/>
          </a:ln>
        </p:spPr>
        <p:style>
          <a:lnRef idx="1">
            <a:schemeClr val="accent1"/>
          </a:lnRef>
          <a:fillRef idx="0">
            <a:schemeClr val="accent1"/>
          </a:fillRef>
          <a:effectRef idx="0">
            <a:schemeClr val="accent1"/>
          </a:effectRef>
          <a:fontRef idx="minor">
            <a:schemeClr val="tx1"/>
          </a:fontRef>
        </p:style>
      </p:cxnSp>
      <p:sp>
        <p:nvSpPr>
          <p:cNvPr id="35" name="任意多边形 34"/>
          <p:cNvSpPr/>
          <p:nvPr/>
        </p:nvSpPr>
        <p:spPr>
          <a:xfrm>
            <a:off x="7696200" y="5654854"/>
            <a:ext cx="457200" cy="685800"/>
          </a:xfrm>
          <a:custGeom>
            <a:avLst/>
            <a:gdLst>
              <a:gd name="connsiteX0" fmla="*/ 419100 w 457200"/>
              <a:gd name="connsiteY0" fmla="*/ 0 h 685800"/>
              <a:gd name="connsiteX1" fmla="*/ 0 w 457200"/>
              <a:gd name="connsiteY1" fmla="*/ 12700 h 685800"/>
              <a:gd name="connsiteX2" fmla="*/ 25400 w 457200"/>
              <a:gd name="connsiteY2" fmla="*/ 685800 h 685800"/>
              <a:gd name="connsiteX3" fmla="*/ 457200 w 457200"/>
              <a:gd name="connsiteY3" fmla="*/ 660400 h 685800"/>
            </a:gdLst>
            <a:ahLst/>
            <a:cxnLst>
              <a:cxn ang="0">
                <a:pos x="connsiteX0" y="connsiteY0"/>
              </a:cxn>
              <a:cxn ang="0">
                <a:pos x="connsiteX1" y="connsiteY1"/>
              </a:cxn>
              <a:cxn ang="0">
                <a:pos x="connsiteX2" y="connsiteY2"/>
              </a:cxn>
              <a:cxn ang="0">
                <a:pos x="connsiteX3" y="connsiteY3"/>
              </a:cxn>
            </a:cxnLst>
            <a:rect l="l" t="t" r="r" b="b"/>
            <a:pathLst>
              <a:path w="457200" h="685800">
                <a:moveTo>
                  <a:pt x="419100" y="0"/>
                </a:moveTo>
                <a:lnTo>
                  <a:pt x="0" y="12700"/>
                </a:lnTo>
                <a:lnTo>
                  <a:pt x="25400" y="685800"/>
                </a:lnTo>
                <a:lnTo>
                  <a:pt x="457200" y="660400"/>
                </a:lnTo>
              </a:path>
            </a:pathLst>
          </a:custGeom>
          <a:noFill/>
          <a:ln w="38100">
            <a:solidFill>
              <a:schemeClr val="bg1"/>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算法的流程图表示举例</a:t>
            </a:r>
            <a:endParaRPr lang="zh-CN" altLang="en-US" dirty="0"/>
          </a:p>
        </p:txBody>
      </p:sp>
      <p:sp>
        <p:nvSpPr>
          <p:cNvPr id="3" name="内容占位符 2"/>
          <p:cNvSpPr>
            <a:spLocks noGrp="1"/>
          </p:cNvSpPr>
          <p:nvPr>
            <p:ph idx="1"/>
          </p:nvPr>
        </p:nvSpPr>
        <p:spPr>
          <a:xfrm>
            <a:off x="838200" y="1562211"/>
            <a:ext cx="8316153" cy="589584"/>
          </a:xfrm>
        </p:spPr>
        <p:txBody>
          <a:bodyPr>
            <a:noAutofit/>
          </a:bodyPr>
          <a:lstStyle/>
          <a:p>
            <a:pPr marL="0" indent="0">
              <a:lnSpc>
                <a:spcPct val="120000"/>
              </a:lnSpc>
              <a:buNone/>
            </a:pPr>
            <a:r>
              <a:rPr lang="en-US" altLang="zh-CN" sz="2400" dirty="0" smtClean="0">
                <a:solidFill>
                  <a:schemeClr val="accent1"/>
                </a:solidFill>
              </a:rPr>
              <a:t>【</a:t>
            </a:r>
            <a:r>
              <a:rPr lang="zh-CN" altLang="en-US" sz="2400" dirty="0" smtClean="0">
                <a:solidFill>
                  <a:schemeClr val="accent1"/>
                </a:solidFill>
              </a:rPr>
              <a:t>例</a:t>
            </a:r>
            <a:r>
              <a:rPr lang="en-US" altLang="zh-CN" sz="2400" dirty="0" smtClean="0">
                <a:solidFill>
                  <a:schemeClr val="accent1"/>
                </a:solidFill>
              </a:rPr>
              <a:t>2.6】</a:t>
            </a:r>
            <a:r>
              <a:rPr lang="zh-CN" altLang="en-US" sz="2400" dirty="0">
                <a:solidFill>
                  <a:schemeClr val="accent1"/>
                </a:solidFill>
              </a:rPr>
              <a:t>将例</a:t>
            </a:r>
            <a:r>
              <a:rPr lang="en-US" altLang="zh-CN" sz="2400" dirty="0">
                <a:solidFill>
                  <a:schemeClr val="accent1"/>
                </a:solidFill>
              </a:rPr>
              <a:t>2.1</a:t>
            </a:r>
            <a:r>
              <a:rPr lang="zh-CN" altLang="en-US" sz="2400" dirty="0">
                <a:solidFill>
                  <a:schemeClr val="accent1"/>
                </a:solidFill>
              </a:rPr>
              <a:t>的算法用流程图表示</a:t>
            </a:r>
            <a:r>
              <a:rPr lang="zh-CN" altLang="en-US" sz="2400" dirty="0" smtClean="0">
                <a:solidFill>
                  <a:schemeClr val="accent1"/>
                </a:solidFill>
              </a:rPr>
              <a:t>。</a:t>
            </a:r>
            <a:endParaRPr lang="en-US" altLang="zh-CN" sz="2400" dirty="0" smtClean="0">
              <a:solidFill>
                <a:schemeClr val="accent1"/>
              </a:solidFill>
            </a:endParaRPr>
          </a:p>
          <a:p>
            <a:pPr marL="0" indent="0">
              <a:lnSpc>
                <a:spcPct val="120000"/>
              </a:lnSpc>
              <a:buNone/>
            </a:pPr>
            <a:r>
              <a:rPr lang="en-US" altLang="zh-CN" sz="2400" dirty="0">
                <a:solidFill>
                  <a:schemeClr val="accent1"/>
                </a:solidFill>
              </a:rPr>
              <a:t>	 </a:t>
            </a:r>
            <a:r>
              <a:rPr lang="en-US" altLang="zh-CN" sz="2400" dirty="0" smtClean="0">
                <a:solidFill>
                  <a:schemeClr val="accent1"/>
                </a:solidFill>
              </a:rPr>
              <a:t>    </a:t>
            </a:r>
            <a:r>
              <a:rPr lang="zh-CN" altLang="en-US" sz="2400" dirty="0" smtClean="0">
                <a:solidFill>
                  <a:schemeClr val="accent1"/>
                </a:solidFill>
              </a:rPr>
              <a:t>求</a:t>
            </a:r>
            <a:r>
              <a:rPr lang="en-US" altLang="zh-CN" sz="2400" dirty="0">
                <a:solidFill>
                  <a:schemeClr val="accent1"/>
                </a:solidFill>
              </a:rPr>
              <a:t>1×2×3×4×5</a:t>
            </a:r>
            <a:r>
              <a:rPr lang="zh-CN" altLang="en-US" sz="2400" dirty="0">
                <a:solidFill>
                  <a:schemeClr val="accent1"/>
                </a:solidFill>
              </a:rPr>
              <a:t>。</a:t>
            </a:r>
            <a:endParaRPr lang="en-US" altLang="zh-CN" sz="2400" dirty="0" smtClean="0">
              <a:solidFill>
                <a:schemeClr val="accent1"/>
              </a:solidFill>
            </a:endParaRPr>
          </a:p>
        </p:txBody>
      </p:sp>
      <p:grpSp>
        <p:nvGrpSpPr>
          <p:cNvPr id="10" name="组合 9"/>
          <p:cNvGrpSpPr/>
          <p:nvPr/>
        </p:nvGrpSpPr>
        <p:grpSpPr>
          <a:xfrm>
            <a:off x="3791275" y="2891872"/>
            <a:ext cx="4385310" cy="3061335"/>
            <a:chOff x="4030664" y="1795463"/>
            <a:chExt cx="3962345" cy="4121238"/>
          </a:xfrm>
        </p:grpSpPr>
        <p:sp>
          <p:nvSpPr>
            <p:cNvPr id="11" name="MH_Text_1"/>
            <p:cNvSpPr>
              <a:spLocks noChangeAspect="1"/>
            </p:cNvSpPr>
            <p:nvPr>
              <p:custDataLst>
                <p:tags r:id="rId1"/>
              </p:custDataLst>
            </p:nvPr>
          </p:nvSpPr>
          <p:spPr>
            <a:xfrm>
              <a:off x="4030664" y="1915997"/>
              <a:ext cx="3962345" cy="4000704"/>
            </a:xfrm>
            <a:prstGeom prst="roundRect">
              <a:avLst>
                <a:gd name="adj" fmla="val 1429"/>
              </a:avLst>
            </a:prstGeom>
            <a:solidFill>
              <a:srgbClr val="F2F2F2"/>
            </a:solidFill>
            <a:ln w="3175">
              <a:solidFill>
                <a:srgbClr val="D5D5D5"/>
              </a:solidFill>
              <a:prstDash val="solid"/>
            </a:ln>
          </p:spPr>
          <p:style>
            <a:lnRef idx="1">
              <a:schemeClr val="accent6"/>
            </a:lnRef>
            <a:fillRef idx="0">
              <a:schemeClr val="accent6"/>
            </a:fillRef>
            <a:effectRef idx="0">
              <a:schemeClr val="accent6"/>
            </a:effectRef>
            <a:fontRef idx="minor">
              <a:schemeClr val="tx1"/>
            </a:fontRef>
          </p:style>
          <p:txBody>
            <a:bodyPr lIns="288000" tIns="720000" rIns="288000" bIns="360000" anchor="ctr">
              <a:noAutofit/>
            </a:bodyPr>
            <a:lstStyle/>
            <a:p>
              <a:pPr algn="just">
                <a:spcBef>
                  <a:spcPts val="600"/>
                </a:spcBef>
                <a:spcAft>
                  <a:spcPts val="600"/>
                </a:spcAft>
                <a:defRPr/>
              </a:pPr>
              <a:r>
                <a:rPr lang="en-US" altLang="zh-CN" b="1" dirty="0" smtClean="0">
                  <a:solidFill>
                    <a:srgbClr val="454545"/>
                  </a:solidFill>
                </a:rPr>
                <a:t>S1</a:t>
              </a:r>
              <a:r>
                <a:rPr lang="en-US" altLang="zh-CN" b="1" dirty="0">
                  <a:solidFill>
                    <a:srgbClr val="454545"/>
                  </a:solidFill>
                </a:rPr>
                <a:t>: </a:t>
              </a:r>
              <a:r>
                <a:rPr lang="en-US" altLang="zh-CN" b="1" dirty="0" smtClean="0">
                  <a:solidFill>
                    <a:srgbClr val="454545"/>
                  </a:solidFill>
                </a:rPr>
                <a:t>1=&gt;p</a:t>
              </a:r>
              <a:endParaRPr lang="en-US" altLang="zh-CN" b="1" dirty="0" smtClean="0">
                <a:solidFill>
                  <a:srgbClr val="454545"/>
                </a:solidFill>
              </a:endParaRPr>
            </a:p>
            <a:p>
              <a:pPr algn="just">
                <a:spcBef>
                  <a:spcPts val="600"/>
                </a:spcBef>
                <a:spcAft>
                  <a:spcPts val="600"/>
                </a:spcAft>
                <a:defRPr/>
              </a:pPr>
              <a:r>
                <a:rPr lang="en-US" altLang="zh-CN" b="1" dirty="0" smtClean="0">
                  <a:solidFill>
                    <a:srgbClr val="454545"/>
                  </a:solidFill>
                </a:rPr>
                <a:t>S2</a:t>
              </a:r>
              <a:r>
                <a:rPr lang="en-US" altLang="zh-CN" b="1" dirty="0">
                  <a:solidFill>
                    <a:srgbClr val="454545"/>
                  </a:solidFill>
                </a:rPr>
                <a:t>: </a:t>
              </a:r>
              <a:r>
                <a:rPr lang="en-US" altLang="zh-CN" b="1" dirty="0" smtClean="0">
                  <a:solidFill>
                    <a:srgbClr val="454545"/>
                  </a:solidFill>
                </a:rPr>
                <a:t>2=&gt;</a:t>
              </a:r>
              <a:r>
                <a:rPr lang="en-US" altLang="zh-CN" b="1" dirty="0" err="1" smtClean="0">
                  <a:solidFill>
                    <a:srgbClr val="454545"/>
                  </a:solidFill>
                </a:rPr>
                <a:t>i</a:t>
              </a:r>
              <a:endParaRPr lang="zh-CN" altLang="en-US" b="1" dirty="0">
                <a:solidFill>
                  <a:srgbClr val="454545"/>
                </a:solidFill>
              </a:endParaRPr>
            </a:p>
            <a:p>
              <a:pPr algn="just">
                <a:spcBef>
                  <a:spcPts val="600"/>
                </a:spcBef>
                <a:spcAft>
                  <a:spcPts val="600"/>
                </a:spcAft>
                <a:defRPr/>
              </a:pPr>
              <a:r>
                <a:rPr lang="en-US" altLang="zh-CN" b="1" dirty="0" smtClean="0">
                  <a:solidFill>
                    <a:srgbClr val="454545"/>
                  </a:solidFill>
                </a:rPr>
                <a:t>S3</a:t>
              </a:r>
              <a:r>
                <a:rPr lang="en-US" altLang="zh-CN" b="1" dirty="0">
                  <a:solidFill>
                    <a:srgbClr val="454545"/>
                  </a:solidFill>
                </a:rPr>
                <a:t>: </a:t>
              </a:r>
              <a:r>
                <a:rPr lang="en-US" altLang="zh-CN" b="1" dirty="0" smtClean="0">
                  <a:solidFill>
                    <a:srgbClr val="454545"/>
                  </a:solidFill>
                </a:rPr>
                <a:t>p*</a:t>
              </a:r>
              <a:r>
                <a:rPr lang="en-US" altLang="zh-CN" b="1" dirty="0" err="1" smtClean="0">
                  <a:solidFill>
                    <a:srgbClr val="454545"/>
                  </a:solidFill>
                </a:rPr>
                <a:t>i</a:t>
              </a:r>
              <a:r>
                <a:rPr lang="en-US" altLang="zh-CN" b="1" dirty="0" smtClean="0">
                  <a:solidFill>
                    <a:srgbClr val="454545"/>
                  </a:solidFill>
                </a:rPr>
                <a:t>=&gt;p</a:t>
              </a:r>
              <a:endParaRPr lang="zh-CN" altLang="en-US" b="1" dirty="0">
                <a:solidFill>
                  <a:srgbClr val="454545"/>
                </a:solidFill>
              </a:endParaRPr>
            </a:p>
            <a:p>
              <a:pPr algn="just">
                <a:spcBef>
                  <a:spcPts val="600"/>
                </a:spcBef>
                <a:spcAft>
                  <a:spcPts val="600"/>
                </a:spcAft>
                <a:defRPr/>
              </a:pPr>
              <a:r>
                <a:rPr lang="en-US" altLang="zh-CN" b="1" dirty="0" smtClean="0">
                  <a:solidFill>
                    <a:srgbClr val="454545"/>
                  </a:solidFill>
                </a:rPr>
                <a:t>S4</a:t>
              </a:r>
              <a:r>
                <a:rPr lang="en-US" altLang="zh-CN" b="1" dirty="0">
                  <a:solidFill>
                    <a:srgbClr val="454545"/>
                  </a:solidFill>
                </a:rPr>
                <a:t>: </a:t>
              </a:r>
              <a:r>
                <a:rPr lang="en-US" altLang="zh-CN" b="1" dirty="0" smtClean="0">
                  <a:solidFill>
                    <a:srgbClr val="454545"/>
                  </a:solidFill>
                </a:rPr>
                <a:t>i+1=&gt;</a:t>
              </a:r>
              <a:r>
                <a:rPr lang="en-US" altLang="zh-CN" b="1" dirty="0" err="1" smtClean="0">
                  <a:solidFill>
                    <a:srgbClr val="454545"/>
                  </a:solidFill>
                </a:rPr>
                <a:t>i</a:t>
              </a:r>
              <a:endParaRPr lang="en-US" altLang="zh-CN" b="1" dirty="0" smtClean="0">
                <a:solidFill>
                  <a:srgbClr val="454545"/>
                </a:solidFill>
              </a:endParaRPr>
            </a:p>
            <a:p>
              <a:pPr algn="just">
                <a:spcBef>
                  <a:spcPts val="600"/>
                </a:spcBef>
                <a:spcAft>
                  <a:spcPts val="600"/>
                </a:spcAft>
                <a:defRPr/>
              </a:pPr>
              <a:r>
                <a:rPr lang="en-US" altLang="zh-CN" b="1" dirty="0" smtClean="0">
                  <a:solidFill>
                    <a:srgbClr val="454545"/>
                  </a:solidFill>
                </a:rPr>
                <a:t>S5: </a:t>
              </a:r>
              <a:r>
                <a:rPr lang="zh-CN" altLang="en-US" b="1" dirty="0" smtClean="0">
                  <a:solidFill>
                    <a:srgbClr val="454545"/>
                  </a:solidFill>
                </a:rPr>
                <a:t>如果</a:t>
              </a:r>
              <a:r>
                <a:rPr lang="en-US" altLang="zh-CN" b="1" dirty="0" err="1" smtClean="0">
                  <a:solidFill>
                    <a:srgbClr val="454545"/>
                  </a:solidFill>
                </a:rPr>
                <a:t>i</a:t>
              </a:r>
              <a:r>
                <a:rPr lang="zh-CN" altLang="en-US" b="1" dirty="0" smtClean="0">
                  <a:solidFill>
                    <a:srgbClr val="454545"/>
                  </a:solidFill>
                </a:rPr>
                <a:t>≤</a:t>
              </a:r>
              <a:r>
                <a:rPr lang="en-US" altLang="zh-CN" b="1" dirty="0" smtClean="0">
                  <a:solidFill>
                    <a:srgbClr val="454545"/>
                  </a:solidFill>
                </a:rPr>
                <a:t>5</a:t>
              </a:r>
              <a:r>
                <a:rPr lang="zh-CN" altLang="en-US" b="1" dirty="0" smtClean="0">
                  <a:solidFill>
                    <a:srgbClr val="454545"/>
                  </a:solidFill>
                </a:rPr>
                <a:t>，则返回</a:t>
              </a:r>
              <a:r>
                <a:rPr lang="en-US" altLang="zh-CN" b="1" dirty="0" smtClean="0">
                  <a:solidFill>
                    <a:srgbClr val="454545"/>
                  </a:solidFill>
                </a:rPr>
                <a:t>S3</a:t>
              </a:r>
              <a:r>
                <a:rPr lang="zh-CN" altLang="en-US" b="1" dirty="0" smtClean="0">
                  <a:solidFill>
                    <a:srgbClr val="454545"/>
                  </a:solidFill>
                </a:rPr>
                <a:t>；否则结束</a:t>
              </a:r>
              <a:endParaRPr lang="zh-CN" altLang="en-US" b="1" dirty="0" smtClean="0">
                <a:solidFill>
                  <a:srgbClr val="454545"/>
                </a:solidFill>
              </a:endParaRPr>
            </a:p>
          </p:txBody>
        </p:sp>
        <p:sp>
          <p:nvSpPr>
            <p:cNvPr id="12" name="MH_Other_1"/>
            <p:cNvSpPr/>
            <p:nvPr>
              <p:custDataLst>
                <p:tags r:id="rId2"/>
              </p:custDataLst>
            </p:nvPr>
          </p:nvSpPr>
          <p:spPr>
            <a:xfrm>
              <a:off x="4621214" y="1795463"/>
              <a:ext cx="276225" cy="120650"/>
            </a:xfrm>
            <a:custGeom>
              <a:avLst/>
              <a:gdLst>
                <a:gd name="connsiteX0" fmla="*/ 131005 w 311731"/>
                <a:gd name="connsiteY0" fmla="*/ 0 h 121823"/>
                <a:gd name="connsiteX1" fmla="*/ 180725 w 311731"/>
                <a:gd name="connsiteY1" fmla="*/ 0 h 121823"/>
                <a:gd name="connsiteX2" fmla="*/ 205433 w 311731"/>
                <a:gd name="connsiteY2" fmla="*/ 4162 h 121823"/>
                <a:gd name="connsiteX3" fmla="*/ 309453 w 311731"/>
                <a:gd name="connsiteY3" fmla="*/ 109253 h 121823"/>
                <a:gd name="connsiteX4" fmla="*/ 311731 w 311731"/>
                <a:gd name="connsiteY4" fmla="*/ 121823 h 121823"/>
                <a:gd name="connsiteX5" fmla="*/ 0 w 311731"/>
                <a:gd name="connsiteY5" fmla="*/ 121823 h 121823"/>
                <a:gd name="connsiteX6" fmla="*/ 2277 w 311731"/>
                <a:gd name="connsiteY6" fmla="*/ 109253 h 121823"/>
                <a:gd name="connsiteX7" fmla="*/ 106298 w 311731"/>
                <a:gd name="connsiteY7" fmla="*/ 4162 h 121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1731" h="121823">
                  <a:moveTo>
                    <a:pt x="131005" y="0"/>
                  </a:moveTo>
                  <a:lnTo>
                    <a:pt x="180725" y="0"/>
                  </a:lnTo>
                  <a:lnTo>
                    <a:pt x="205433" y="4162"/>
                  </a:lnTo>
                  <a:cubicBezTo>
                    <a:pt x="252408" y="20443"/>
                    <a:pt x="290475" y="59254"/>
                    <a:pt x="309453" y="109253"/>
                  </a:cubicBezTo>
                  <a:lnTo>
                    <a:pt x="311731" y="121823"/>
                  </a:lnTo>
                  <a:lnTo>
                    <a:pt x="0" y="121823"/>
                  </a:lnTo>
                  <a:lnTo>
                    <a:pt x="2277" y="109253"/>
                  </a:lnTo>
                  <a:cubicBezTo>
                    <a:pt x="21256" y="59254"/>
                    <a:pt x="59323" y="20443"/>
                    <a:pt x="106298" y="4162"/>
                  </a:cubicBezTo>
                  <a:close/>
                </a:path>
              </a:pathLst>
            </a:custGeom>
            <a:gradFill>
              <a:gsLst>
                <a:gs pos="0">
                  <a:schemeClr val="accent1">
                    <a:lumMod val="50000"/>
                  </a:schemeClr>
                </a:gs>
                <a:gs pos="49000">
                  <a:schemeClr val="accent1"/>
                </a:gs>
                <a:gs pos="100000">
                  <a:schemeClr val="accent1">
                    <a:lumMod val="5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dirty="0"/>
            </a:p>
          </p:txBody>
        </p:sp>
        <p:sp>
          <p:nvSpPr>
            <p:cNvPr id="13" name="MH_Other_2"/>
            <p:cNvSpPr/>
            <p:nvPr>
              <p:custDataLst>
                <p:tags r:id="rId3"/>
              </p:custDataLst>
            </p:nvPr>
          </p:nvSpPr>
          <p:spPr>
            <a:xfrm>
              <a:off x="6948489" y="1795463"/>
              <a:ext cx="261937" cy="120650"/>
            </a:xfrm>
            <a:custGeom>
              <a:avLst/>
              <a:gdLst>
                <a:gd name="connsiteX0" fmla="*/ 145370 w 318081"/>
                <a:gd name="connsiteY0" fmla="*/ 0 h 130555"/>
                <a:gd name="connsiteX1" fmla="*/ 172710 w 318081"/>
                <a:gd name="connsiteY1" fmla="*/ 0 h 130555"/>
                <a:gd name="connsiteX2" fmla="*/ 209618 w 318081"/>
                <a:gd name="connsiteY2" fmla="*/ 6428 h 130555"/>
                <a:gd name="connsiteX3" fmla="*/ 315757 w 318081"/>
                <a:gd name="connsiteY3" fmla="*/ 117294 h 130555"/>
                <a:gd name="connsiteX4" fmla="*/ 318081 w 318081"/>
                <a:gd name="connsiteY4" fmla="*/ 130555 h 130555"/>
                <a:gd name="connsiteX5" fmla="*/ 0 w 318081"/>
                <a:gd name="connsiteY5" fmla="*/ 130555 h 130555"/>
                <a:gd name="connsiteX6" fmla="*/ 2324 w 318081"/>
                <a:gd name="connsiteY6" fmla="*/ 117294 h 130555"/>
                <a:gd name="connsiteX7" fmla="*/ 108463 w 318081"/>
                <a:gd name="connsiteY7" fmla="*/ 6428 h 130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8081" h="130555">
                  <a:moveTo>
                    <a:pt x="145370" y="0"/>
                  </a:moveTo>
                  <a:lnTo>
                    <a:pt x="172710" y="0"/>
                  </a:lnTo>
                  <a:lnTo>
                    <a:pt x="209618" y="6428"/>
                  </a:lnTo>
                  <a:cubicBezTo>
                    <a:pt x="257550" y="23604"/>
                    <a:pt x="296392" y="64548"/>
                    <a:pt x="315757" y="117294"/>
                  </a:cubicBezTo>
                  <a:lnTo>
                    <a:pt x="318081" y="130555"/>
                  </a:lnTo>
                  <a:lnTo>
                    <a:pt x="0" y="130555"/>
                  </a:lnTo>
                  <a:lnTo>
                    <a:pt x="2324" y="117294"/>
                  </a:lnTo>
                  <a:cubicBezTo>
                    <a:pt x="21689" y="64548"/>
                    <a:pt x="60531" y="23604"/>
                    <a:pt x="108463" y="6428"/>
                  </a:cubicBezTo>
                  <a:close/>
                </a:path>
              </a:pathLst>
            </a:custGeom>
            <a:gradFill>
              <a:gsLst>
                <a:gs pos="0">
                  <a:schemeClr val="accent1">
                    <a:lumMod val="50000"/>
                  </a:schemeClr>
                </a:gs>
                <a:gs pos="49000">
                  <a:schemeClr val="accent1"/>
                </a:gs>
                <a:gs pos="100000">
                  <a:schemeClr val="accent1">
                    <a:lumMod val="5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dirty="0"/>
            </a:p>
          </p:txBody>
        </p:sp>
        <p:sp>
          <p:nvSpPr>
            <p:cNvPr id="15" name="MH_SubTitle_1"/>
            <p:cNvSpPr/>
            <p:nvPr>
              <p:custDataLst>
                <p:tags r:id="rId4"/>
              </p:custDataLst>
            </p:nvPr>
          </p:nvSpPr>
          <p:spPr>
            <a:xfrm>
              <a:off x="4760914" y="1795464"/>
              <a:ext cx="2308225" cy="649287"/>
            </a:xfrm>
            <a:custGeom>
              <a:avLst/>
              <a:gdLst>
                <a:gd name="connsiteX0" fmla="*/ 0 w 2600830"/>
                <a:gd name="connsiteY0" fmla="*/ 0 h 649288"/>
                <a:gd name="connsiteX1" fmla="*/ 2600830 w 2600830"/>
                <a:gd name="connsiteY1" fmla="*/ 0 h 649288"/>
                <a:gd name="connsiteX2" fmla="*/ 2520047 w 2600830"/>
                <a:gd name="connsiteY2" fmla="*/ 89402 h 649288"/>
                <a:gd name="connsiteX3" fmla="*/ 1945040 w 2600830"/>
                <a:gd name="connsiteY3" fmla="*/ 646112 h 649288"/>
                <a:gd name="connsiteX4" fmla="*/ 648052 w 2600830"/>
                <a:gd name="connsiteY4" fmla="*/ 649287 h 649288"/>
                <a:gd name="connsiteX5" fmla="*/ 77908 w 2600830"/>
                <a:gd name="connsiteY5" fmla="*/ 84156 h 649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0830" h="649288">
                  <a:moveTo>
                    <a:pt x="0" y="0"/>
                  </a:moveTo>
                  <a:lnTo>
                    <a:pt x="2600830" y="0"/>
                  </a:lnTo>
                  <a:lnTo>
                    <a:pt x="2520047" y="89402"/>
                  </a:lnTo>
                  <a:cubicBezTo>
                    <a:pt x="2351572" y="318525"/>
                    <a:pt x="2323328" y="645186"/>
                    <a:pt x="1945040" y="646112"/>
                  </a:cubicBezTo>
                  <a:lnTo>
                    <a:pt x="648052" y="649287"/>
                  </a:lnTo>
                  <a:cubicBezTo>
                    <a:pt x="269764" y="650213"/>
                    <a:pt x="245977" y="310819"/>
                    <a:pt x="77908" y="84156"/>
                  </a:cubicBezTo>
                  <a:close/>
                </a:path>
              </a:pathLst>
            </a:custGeom>
            <a:gradFill flip="none" rotWithShape="1">
              <a:gsLst>
                <a:gs pos="0">
                  <a:schemeClr val="accent1">
                    <a:lumMod val="60000"/>
                    <a:lumOff val="40000"/>
                  </a:schemeClr>
                </a:gs>
                <a:gs pos="26000">
                  <a:schemeClr val="accent1">
                    <a:lumMod val="40000"/>
                    <a:lumOff val="60000"/>
                  </a:schemeClr>
                </a:gs>
                <a:gs pos="100000">
                  <a:schemeClr val="accent1">
                    <a:lumMod val="60000"/>
                    <a:lumOff val="40000"/>
                  </a:schemeClr>
                </a:gs>
              </a:gsLst>
              <a:lin ang="5400000" scaled="0"/>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defRPr/>
              </a:pPr>
              <a:r>
                <a:rPr lang="zh-CN" altLang="en-US" sz="2000" b="1" dirty="0">
                  <a:solidFill>
                    <a:schemeClr val="accent1">
                      <a:lumMod val="50000"/>
                    </a:schemeClr>
                  </a:solidFill>
                  <a:latin typeface="黑体" panose="02010609060101010101" pitchFamily="49" charset="-122"/>
                  <a:ea typeface="黑体" panose="02010609060101010101" pitchFamily="49" charset="-122"/>
                </a:rPr>
                <a:t>算法</a:t>
              </a:r>
              <a:r>
                <a:rPr lang="zh-CN" altLang="en-US" sz="2000" b="1" dirty="0" smtClean="0">
                  <a:solidFill>
                    <a:schemeClr val="accent1">
                      <a:lumMod val="50000"/>
                    </a:schemeClr>
                  </a:solidFill>
                  <a:latin typeface="黑体" panose="02010609060101010101" pitchFamily="49" charset="-122"/>
                  <a:ea typeface="黑体" panose="02010609060101010101" pitchFamily="49" charset="-122"/>
                </a:rPr>
                <a:t>步骤</a:t>
              </a:r>
              <a:endParaRPr lang="zh-CN" altLang="en-US" sz="2000" b="1" dirty="0">
                <a:solidFill>
                  <a:schemeClr val="accent1">
                    <a:lumMod val="50000"/>
                  </a:schemeClr>
                </a:solidFill>
                <a:latin typeface="黑体" panose="02010609060101010101" pitchFamily="49" charset="-122"/>
                <a:ea typeface="黑体" panose="02010609060101010101" pitchFamily="49" charset="-122"/>
              </a:endParaRPr>
            </a:p>
          </p:txBody>
        </p:sp>
      </p:grpSp>
      <p:grpSp>
        <p:nvGrpSpPr>
          <p:cNvPr id="54" name="组合 53"/>
          <p:cNvGrpSpPr/>
          <p:nvPr/>
        </p:nvGrpSpPr>
        <p:grpSpPr>
          <a:xfrm>
            <a:off x="8575543" y="509293"/>
            <a:ext cx="2274974" cy="5721570"/>
            <a:chOff x="8575543" y="509293"/>
            <a:chExt cx="2274974" cy="5721570"/>
          </a:xfrm>
        </p:grpSpPr>
        <p:sp>
          <p:nvSpPr>
            <p:cNvPr id="4" name="流程图: 可选过程 3"/>
            <p:cNvSpPr/>
            <p:nvPr/>
          </p:nvSpPr>
          <p:spPr>
            <a:xfrm>
              <a:off x="8677665" y="509293"/>
              <a:ext cx="1318302" cy="34359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开始</a:t>
              </a:r>
              <a:endParaRPr lang="zh-CN" altLang="en-US" dirty="0"/>
            </a:p>
          </p:txBody>
        </p:sp>
        <p:cxnSp>
          <p:nvCxnSpPr>
            <p:cNvPr id="6" name="直接箭头连接符 5"/>
            <p:cNvCxnSpPr>
              <a:stCxn id="4" idx="2"/>
            </p:cNvCxnSpPr>
            <p:nvPr/>
          </p:nvCxnSpPr>
          <p:spPr>
            <a:xfrm>
              <a:off x="9336816" y="852891"/>
              <a:ext cx="0" cy="394311"/>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8" name="流程图: 过程 7"/>
            <p:cNvSpPr/>
            <p:nvPr/>
          </p:nvSpPr>
          <p:spPr>
            <a:xfrm>
              <a:off x="8677665" y="1247202"/>
              <a:ext cx="1318302" cy="335386"/>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1=&gt;p</a:t>
              </a:r>
              <a:endParaRPr lang="zh-CN" altLang="en-US" dirty="0"/>
            </a:p>
          </p:txBody>
        </p:sp>
        <p:cxnSp>
          <p:nvCxnSpPr>
            <p:cNvPr id="22" name="直接箭头连接符 21"/>
            <p:cNvCxnSpPr/>
            <p:nvPr/>
          </p:nvCxnSpPr>
          <p:spPr>
            <a:xfrm>
              <a:off x="9336816" y="1582587"/>
              <a:ext cx="0" cy="394311"/>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23" name="流程图: 过程 22"/>
            <p:cNvSpPr/>
            <p:nvPr/>
          </p:nvSpPr>
          <p:spPr>
            <a:xfrm>
              <a:off x="8677665" y="1976898"/>
              <a:ext cx="1318302" cy="335386"/>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2=&gt;</a:t>
              </a:r>
              <a:r>
                <a:rPr lang="en-US" altLang="zh-CN" dirty="0" err="1" smtClean="0"/>
                <a:t>i</a:t>
              </a:r>
              <a:endParaRPr lang="zh-CN" altLang="en-US" dirty="0"/>
            </a:p>
          </p:txBody>
        </p:sp>
        <p:cxnSp>
          <p:nvCxnSpPr>
            <p:cNvPr id="24" name="直接箭头连接符 23"/>
            <p:cNvCxnSpPr/>
            <p:nvPr/>
          </p:nvCxnSpPr>
          <p:spPr>
            <a:xfrm>
              <a:off x="9336816" y="2312284"/>
              <a:ext cx="0" cy="394311"/>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25" name="流程图: 过程 24"/>
            <p:cNvSpPr/>
            <p:nvPr/>
          </p:nvSpPr>
          <p:spPr>
            <a:xfrm>
              <a:off x="8677665" y="2706595"/>
              <a:ext cx="1318302" cy="335386"/>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p*</a:t>
              </a:r>
              <a:r>
                <a:rPr lang="en-US" altLang="zh-CN" dirty="0" err="1" smtClean="0"/>
                <a:t>i</a:t>
              </a:r>
              <a:r>
                <a:rPr lang="en-US" altLang="zh-CN" dirty="0" smtClean="0"/>
                <a:t>=&gt;p</a:t>
              </a:r>
              <a:endParaRPr lang="zh-CN" altLang="en-US" dirty="0"/>
            </a:p>
          </p:txBody>
        </p:sp>
        <p:cxnSp>
          <p:nvCxnSpPr>
            <p:cNvPr id="26" name="直接箭头连接符 25"/>
            <p:cNvCxnSpPr/>
            <p:nvPr/>
          </p:nvCxnSpPr>
          <p:spPr>
            <a:xfrm>
              <a:off x="9336816" y="3041980"/>
              <a:ext cx="0" cy="394311"/>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28" name="流程图: 过程 27"/>
            <p:cNvSpPr/>
            <p:nvPr/>
          </p:nvSpPr>
          <p:spPr>
            <a:xfrm>
              <a:off x="8677665" y="3436291"/>
              <a:ext cx="1318302" cy="335386"/>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i+1=&gt;</a:t>
              </a:r>
              <a:r>
                <a:rPr lang="en-US" altLang="zh-CN" dirty="0" err="1" smtClean="0"/>
                <a:t>i</a:t>
              </a:r>
              <a:endParaRPr lang="zh-CN" altLang="en-US" dirty="0"/>
            </a:p>
          </p:txBody>
        </p:sp>
        <p:cxnSp>
          <p:nvCxnSpPr>
            <p:cNvPr id="29" name="直接箭头连接符 28"/>
            <p:cNvCxnSpPr/>
            <p:nvPr/>
          </p:nvCxnSpPr>
          <p:spPr>
            <a:xfrm>
              <a:off x="9336816" y="3771677"/>
              <a:ext cx="0" cy="394311"/>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a:xfrm>
              <a:off x="9336816" y="4679028"/>
              <a:ext cx="0" cy="394311"/>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31" name="流程图: 可选过程 30"/>
            <p:cNvSpPr/>
            <p:nvPr/>
          </p:nvSpPr>
          <p:spPr>
            <a:xfrm>
              <a:off x="8677665" y="5887265"/>
              <a:ext cx="1318302" cy="34359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结束</a:t>
              </a:r>
              <a:endParaRPr lang="zh-CN" altLang="en-US" dirty="0"/>
            </a:p>
          </p:txBody>
        </p:sp>
        <p:sp>
          <p:nvSpPr>
            <p:cNvPr id="47" name="文本框 46"/>
            <p:cNvSpPr txBox="1"/>
            <p:nvPr/>
          </p:nvSpPr>
          <p:spPr>
            <a:xfrm>
              <a:off x="9336816" y="4614613"/>
              <a:ext cx="492042" cy="408316"/>
            </a:xfrm>
            <a:prstGeom prst="rect">
              <a:avLst/>
            </a:prstGeom>
            <a:noFill/>
          </p:spPr>
          <p:txBody>
            <a:bodyPr wrap="square" rtlCol="0">
              <a:spAutoFit/>
            </a:bodyPr>
            <a:lstStyle/>
            <a:p>
              <a:r>
                <a:rPr lang="en-US" altLang="zh-CN" dirty="0" smtClean="0">
                  <a:solidFill>
                    <a:schemeClr val="accent1"/>
                  </a:solidFill>
                </a:rPr>
                <a:t>Y</a:t>
              </a:r>
              <a:endParaRPr lang="zh-CN" altLang="en-US" dirty="0">
                <a:solidFill>
                  <a:schemeClr val="accent1"/>
                </a:solidFill>
              </a:endParaRPr>
            </a:p>
          </p:txBody>
        </p:sp>
        <p:sp>
          <p:nvSpPr>
            <p:cNvPr id="48" name="文本框 47"/>
            <p:cNvSpPr txBox="1"/>
            <p:nvPr/>
          </p:nvSpPr>
          <p:spPr>
            <a:xfrm>
              <a:off x="10265198" y="4054903"/>
              <a:ext cx="492042" cy="408316"/>
            </a:xfrm>
            <a:prstGeom prst="rect">
              <a:avLst/>
            </a:prstGeom>
            <a:noFill/>
          </p:spPr>
          <p:txBody>
            <a:bodyPr wrap="square" rtlCol="0">
              <a:spAutoFit/>
            </a:bodyPr>
            <a:lstStyle/>
            <a:p>
              <a:r>
                <a:rPr lang="en-US" altLang="zh-CN" dirty="0" smtClean="0">
                  <a:solidFill>
                    <a:schemeClr val="accent1"/>
                  </a:solidFill>
                </a:rPr>
                <a:t>N</a:t>
              </a:r>
              <a:endParaRPr lang="zh-CN" altLang="en-US" dirty="0">
                <a:solidFill>
                  <a:schemeClr val="accent1"/>
                </a:solidFill>
              </a:endParaRPr>
            </a:p>
          </p:txBody>
        </p:sp>
        <p:cxnSp>
          <p:nvCxnSpPr>
            <p:cNvPr id="51" name="直接箭头连接符 50"/>
            <p:cNvCxnSpPr/>
            <p:nvPr/>
          </p:nvCxnSpPr>
          <p:spPr>
            <a:xfrm>
              <a:off x="9318253" y="5492954"/>
              <a:ext cx="0" cy="394311"/>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50" name="流程图: 数据 49"/>
            <p:cNvSpPr/>
            <p:nvPr/>
          </p:nvSpPr>
          <p:spPr>
            <a:xfrm>
              <a:off x="8678767" y="5065084"/>
              <a:ext cx="1397214" cy="448625"/>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输出</a:t>
              </a:r>
              <a:r>
                <a:rPr lang="en-US" altLang="zh-CN" dirty="0"/>
                <a:t>p</a:t>
              </a:r>
              <a:endParaRPr lang="zh-CN" altLang="en-US" dirty="0"/>
            </a:p>
          </p:txBody>
        </p:sp>
        <p:sp>
          <p:nvSpPr>
            <p:cNvPr id="9" name="流程图: 决策 8"/>
            <p:cNvSpPr/>
            <p:nvPr/>
          </p:nvSpPr>
          <p:spPr>
            <a:xfrm>
              <a:off x="8575543" y="4165988"/>
              <a:ext cx="1522546" cy="513040"/>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smtClean="0"/>
                <a:t>i</a:t>
              </a:r>
              <a:r>
                <a:rPr lang="en-US" altLang="zh-CN" dirty="0" smtClean="0"/>
                <a:t>&gt;5</a:t>
              </a:r>
              <a:endParaRPr lang="zh-CN" altLang="en-US" dirty="0"/>
            </a:p>
          </p:txBody>
        </p:sp>
        <p:sp>
          <p:nvSpPr>
            <p:cNvPr id="53" name="任意多边形 52"/>
            <p:cNvSpPr/>
            <p:nvPr/>
          </p:nvSpPr>
          <p:spPr>
            <a:xfrm flipV="1">
              <a:off x="9336816" y="2455438"/>
              <a:ext cx="1513701" cy="1967069"/>
            </a:xfrm>
            <a:custGeom>
              <a:avLst/>
              <a:gdLst>
                <a:gd name="connsiteX0" fmla="*/ 0 w 743803"/>
                <a:gd name="connsiteY0" fmla="*/ 0 h 1378424"/>
                <a:gd name="connsiteX1" fmla="*/ 743803 w 743803"/>
                <a:gd name="connsiteY1" fmla="*/ 0 h 1378424"/>
                <a:gd name="connsiteX2" fmla="*/ 743803 w 743803"/>
                <a:gd name="connsiteY2" fmla="*/ 1378424 h 1378424"/>
                <a:gd name="connsiteX3" fmla="*/ 0 w 743803"/>
                <a:gd name="connsiteY3" fmla="*/ 1378424 h 1378424"/>
              </a:gdLst>
              <a:ahLst/>
              <a:cxnLst>
                <a:cxn ang="0">
                  <a:pos x="connsiteX0" y="connsiteY0"/>
                </a:cxn>
                <a:cxn ang="0">
                  <a:pos x="connsiteX1" y="connsiteY1"/>
                </a:cxn>
                <a:cxn ang="0">
                  <a:pos x="connsiteX2" y="connsiteY2"/>
                </a:cxn>
                <a:cxn ang="0">
                  <a:pos x="connsiteX3" y="connsiteY3"/>
                </a:cxn>
              </a:cxnLst>
              <a:rect l="l" t="t" r="r" b="b"/>
              <a:pathLst>
                <a:path w="743803" h="1378424">
                  <a:moveTo>
                    <a:pt x="0" y="0"/>
                  </a:moveTo>
                  <a:lnTo>
                    <a:pt x="743803" y="0"/>
                  </a:lnTo>
                  <a:lnTo>
                    <a:pt x="743803" y="1378424"/>
                  </a:lnTo>
                  <a:lnTo>
                    <a:pt x="0" y="1378424"/>
                  </a:lnTo>
                </a:path>
              </a:pathLst>
            </a:custGeom>
            <a:ln>
              <a:tailEnd type="triangle" w="lg" len="lg"/>
            </a:ln>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noAutofit/>
            </a:bodyPr>
            <a:lstStyle/>
            <a:p>
              <a:endParaRPr lang="zh-CN" altLang="en-US"/>
            </a:p>
          </p:txBody>
        </p:sp>
      </p:grpSp>
      <p:sp>
        <p:nvSpPr>
          <p:cNvPr id="55" name="MH_Desc_1"/>
          <p:cNvSpPr/>
          <p:nvPr>
            <p:custDataLst>
              <p:tags r:id="rId5"/>
            </p:custDataLst>
          </p:nvPr>
        </p:nvSpPr>
        <p:spPr>
          <a:xfrm>
            <a:off x="1237615" y="3042285"/>
            <a:ext cx="2386965" cy="2911475"/>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2520280" y="0"/>
                </a:lnTo>
                <a:lnTo>
                  <a:pt x="0" y="0"/>
                </a:lnTo>
                <a:close/>
              </a:path>
            </a:pathLst>
          </a:custGeom>
          <a:noFill/>
          <a:ln w="25400" cap="sq">
            <a:solidFill>
              <a:schemeClr val="accent1"/>
            </a:solidFill>
            <a:beve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anchor="ctr">
            <a:normAutofit/>
          </a:bodyPr>
          <a:lstStyle/>
          <a:p>
            <a:pPr algn="just">
              <a:spcBef>
                <a:spcPts val="600"/>
              </a:spcBef>
              <a:spcAft>
                <a:spcPts val="600"/>
              </a:spcAft>
              <a:defRPr/>
            </a:pPr>
            <a:r>
              <a:rPr lang="en-US" altLang="zh-CN" sz="2400" b="1" dirty="0" smtClean="0">
                <a:solidFill>
                  <a:schemeClr val="tx1"/>
                </a:solidFill>
              </a:rPr>
              <a:t>P: </a:t>
            </a:r>
            <a:r>
              <a:rPr lang="zh-CN" altLang="en-US" sz="2400" b="1" dirty="0" smtClean="0">
                <a:solidFill>
                  <a:schemeClr val="tx1"/>
                </a:solidFill>
              </a:rPr>
              <a:t>表示被乘数</a:t>
            </a:r>
            <a:endParaRPr lang="en-US" altLang="zh-CN" sz="2400" b="1" dirty="0" smtClean="0">
              <a:solidFill>
                <a:schemeClr val="tx1"/>
              </a:solidFill>
            </a:endParaRPr>
          </a:p>
          <a:p>
            <a:pPr algn="just">
              <a:spcBef>
                <a:spcPts val="600"/>
              </a:spcBef>
              <a:spcAft>
                <a:spcPts val="600"/>
              </a:spcAft>
              <a:defRPr/>
            </a:pPr>
            <a:r>
              <a:rPr lang="en-US" altLang="zh-CN" sz="2400" b="1" dirty="0" smtClean="0">
                <a:solidFill>
                  <a:schemeClr val="tx1"/>
                </a:solidFill>
              </a:rPr>
              <a:t>i: </a:t>
            </a:r>
            <a:r>
              <a:rPr lang="zh-CN" altLang="en-US" sz="2400" b="1" dirty="0" smtClean="0">
                <a:solidFill>
                  <a:schemeClr val="tx1"/>
                </a:solidFill>
              </a:rPr>
              <a:t>表示乘数</a:t>
            </a:r>
            <a:endParaRPr lang="zh-CN" altLang="en-US" sz="2400" b="1" dirty="0" smtClean="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算法的流程图表示举例</a:t>
            </a:r>
            <a:endParaRPr lang="zh-CN" altLang="en-US" dirty="0"/>
          </a:p>
        </p:txBody>
      </p:sp>
      <p:sp>
        <p:nvSpPr>
          <p:cNvPr id="3" name="内容占位符 2"/>
          <p:cNvSpPr>
            <a:spLocks noGrp="1"/>
          </p:cNvSpPr>
          <p:nvPr>
            <p:ph idx="1"/>
          </p:nvPr>
        </p:nvSpPr>
        <p:spPr>
          <a:xfrm>
            <a:off x="838200" y="1562211"/>
            <a:ext cx="8470765" cy="589584"/>
          </a:xfrm>
        </p:spPr>
        <p:txBody>
          <a:bodyPr>
            <a:noAutofit/>
          </a:bodyPr>
          <a:lstStyle/>
          <a:p>
            <a:pPr marL="0" indent="0">
              <a:lnSpc>
                <a:spcPct val="120000"/>
              </a:lnSpc>
              <a:buNone/>
            </a:pPr>
            <a:r>
              <a:rPr lang="en-US" altLang="zh-CN" sz="2400" dirty="0" smtClean="0">
                <a:solidFill>
                  <a:schemeClr val="accent6"/>
                </a:solidFill>
              </a:rPr>
              <a:t>【</a:t>
            </a:r>
            <a:r>
              <a:rPr lang="zh-CN" altLang="en-US" sz="2400" b="1" dirty="0" smtClean="0">
                <a:solidFill>
                  <a:schemeClr val="accent6"/>
                </a:solidFill>
              </a:rPr>
              <a:t>例</a:t>
            </a:r>
            <a:r>
              <a:rPr lang="en-US" altLang="zh-CN" sz="2400" b="1" dirty="0" smtClean="0">
                <a:solidFill>
                  <a:schemeClr val="accent6"/>
                </a:solidFill>
              </a:rPr>
              <a:t>2.7】</a:t>
            </a:r>
            <a:r>
              <a:rPr lang="zh-CN" altLang="en-US" sz="2400" b="1" dirty="0">
                <a:solidFill>
                  <a:schemeClr val="accent6"/>
                </a:solidFill>
              </a:rPr>
              <a:t>例</a:t>
            </a:r>
            <a:r>
              <a:rPr lang="en-US" altLang="zh-CN" sz="2400" b="1" dirty="0">
                <a:solidFill>
                  <a:schemeClr val="accent6"/>
                </a:solidFill>
              </a:rPr>
              <a:t>2.2</a:t>
            </a:r>
            <a:r>
              <a:rPr lang="zh-CN" altLang="en-US" sz="2400" b="1" dirty="0">
                <a:solidFill>
                  <a:schemeClr val="accent6"/>
                </a:solidFill>
              </a:rPr>
              <a:t>的算法用流程图表示</a:t>
            </a:r>
            <a:r>
              <a:rPr lang="zh-CN" altLang="en-US" sz="2400" b="1" dirty="0" smtClean="0">
                <a:solidFill>
                  <a:schemeClr val="accent6"/>
                </a:solidFill>
              </a:rPr>
              <a:t>。</a:t>
            </a:r>
            <a:endParaRPr lang="en-US" altLang="zh-CN" sz="2400" b="1" dirty="0" smtClean="0">
              <a:solidFill>
                <a:schemeClr val="accent6"/>
              </a:solidFill>
            </a:endParaRPr>
          </a:p>
          <a:p>
            <a:pPr marL="0" indent="0">
              <a:lnSpc>
                <a:spcPct val="120000"/>
              </a:lnSpc>
              <a:buNone/>
            </a:pPr>
            <a:r>
              <a:rPr lang="zh-CN" altLang="en-US" sz="2400" b="1" dirty="0" smtClean="0">
                <a:solidFill>
                  <a:schemeClr val="accent6"/>
                </a:solidFill>
              </a:rPr>
              <a:t>  有</a:t>
            </a:r>
            <a:r>
              <a:rPr lang="en-US" altLang="zh-CN" sz="2400" b="1" dirty="0">
                <a:solidFill>
                  <a:schemeClr val="accent6"/>
                </a:solidFill>
              </a:rPr>
              <a:t>50</a:t>
            </a:r>
            <a:r>
              <a:rPr lang="zh-CN" altLang="en-US" sz="2400" b="1" dirty="0">
                <a:solidFill>
                  <a:schemeClr val="accent6"/>
                </a:solidFill>
              </a:rPr>
              <a:t>个学生，要求输出成绩在</a:t>
            </a:r>
            <a:r>
              <a:rPr lang="en-US" altLang="zh-CN" sz="2400" b="1" dirty="0">
                <a:solidFill>
                  <a:schemeClr val="accent6"/>
                </a:solidFill>
              </a:rPr>
              <a:t>80</a:t>
            </a:r>
            <a:r>
              <a:rPr lang="zh-CN" altLang="en-US" sz="2400" b="1" dirty="0">
                <a:solidFill>
                  <a:schemeClr val="accent6"/>
                </a:solidFill>
              </a:rPr>
              <a:t>分以上的学生的学号和成绩</a:t>
            </a:r>
            <a:endParaRPr lang="en-US" altLang="zh-CN" sz="2400" dirty="0" smtClean="0">
              <a:solidFill>
                <a:schemeClr val="accent1"/>
              </a:solidFill>
            </a:endParaRPr>
          </a:p>
        </p:txBody>
      </p:sp>
      <p:grpSp>
        <p:nvGrpSpPr>
          <p:cNvPr id="10" name="组合 9"/>
          <p:cNvGrpSpPr/>
          <p:nvPr/>
        </p:nvGrpSpPr>
        <p:grpSpPr>
          <a:xfrm>
            <a:off x="3477374" y="2815894"/>
            <a:ext cx="4114799" cy="3098100"/>
            <a:chOff x="4263034" y="1795463"/>
            <a:chExt cx="3717925" cy="4170732"/>
          </a:xfrm>
        </p:grpSpPr>
        <p:sp>
          <p:nvSpPr>
            <p:cNvPr id="11" name="MH_Text_1"/>
            <p:cNvSpPr>
              <a:spLocks noChangeAspect="1"/>
            </p:cNvSpPr>
            <p:nvPr>
              <p:custDataLst>
                <p:tags r:id="rId1"/>
              </p:custDataLst>
            </p:nvPr>
          </p:nvSpPr>
          <p:spPr>
            <a:xfrm>
              <a:off x="4263034" y="1965694"/>
              <a:ext cx="3717925" cy="4000501"/>
            </a:xfrm>
            <a:prstGeom prst="roundRect">
              <a:avLst>
                <a:gd name="adj" fmla="val 1429"/>
              </a:avLst>
            </a:prstGeom>
            <a:solidFill>
              <a:srgbClr val="F2F2F2"/>
            </a:solidFill>
            <a:ln w="3175">
              <a:solidFill>
                <a:srgbClr val="D5D5D5"/>
              </a:solidFill>
              <a:prstDash val="solid"/>
            </a:ln>
          </p:spPr>
          <p:style>
            <a:lnRef idx="1">
              <a:schemeClr val="accent6"/>
            </a:lnRef>
            <a:fillRef idx="0">
              <a:schemeClr val="accent6"/>
            </a:fillRef>
            <a:effectRef idx="0">
              <a:schemeClr val="accent6"/>
            </a:effectRef>
            <a:fontRef idx="minor">
              <a:schemeClr val="tx1"/>
            </a:fontRef>
          </p:style>
          <p:txBody>
            <a:bodyPr lIns="288000" tIns="720000" rIns="288000" bIns="360000" anchor="ctr">
              <a:noAutofit/>
            </a:bodyPr>
            <a:lstStyle/>
            <a:p>
              <a:pPr algn="just">
                <a:spcBef>
                  <a:spcPts val="600"/>
                </a:spcBef>
                <a:spcAft>
                  <a:spcPts val="600"/>
                </a:spcAft>
                <a:defRPr/>
              </a:pPr>
              <a:r>
                <a:rPr lang="en-US" altLang="zh-CN" b="1" dirty="0">
                  <a:solidFill>
                    <a:srgbClr val="454545"/>
                  </a:solidFill>
                </a:rPr>
                <a:t>S1: 1=&gt;</a:t>
              </a:r>
              <a:r>
                <a:rPr lang="en-US" altLang="zh-CN" b="1" dirty="0" err="1">
                  <a:solidFill>
                    <a:srgbClr val="454545"/>
                  </a:solidFill>
                </a:rPr>
                <a:t>i</a:t>
              </a:r>
              <a:endParaRPr lang="zh-CN" altLang="en-US" b="1" dirty="0">
                <a:solidFill>
                  <a:srgbClr val="454545"/>
                </a:solidFill>
              </a:endParaRPr>
            </a:p>
            <a:p>
              <a:pPr algn="just">
                <a:spcBef>
                  <a:spcPts val="600"/>
                </a:spcBef>
                <a:spcAft>
                  <a:spcPts val="600"/>
                </a:spcAft>
                <a:defRPr/>
              </a:pPr>
              <a:r>
                <a:rPr lang="en-US" altLang="zh-CN" b="1" dirty="0">
                  <a:solidFill>
                    <a:srgbClr val="454545"/>
                  </a:solidFill>
                </a:rPr>
                <a:t>S2: </a:t>
              </a:r>
              <a:r>
                <a:rPr lang="zh-CN" altLang="en-US" b="1" dirty="0">
                  <a:solidFill>
                    <a:srgbClr val="454545"/>
                  </a:solidFill>
                </a:rPr>
                <a:t>如果</a:t>
              </a:r>
              <a:r>
                <a:rPr lang="en-US" altLang="zh-CN" b="1" dirty="0" err="1">
                  <a:solidFill>
                    <a:srgbClr val="454545"/>
                  </a:solidFill>
                </a:rPr>
                <a:t>g</a:t>
              </a:r>
              <a:r>
                <a:rPr lang="en-US" altLang="zh-CN" b="1" baseline="-25000" dirty="0" err="1">
                  <a:solidFill>
                    <a:srgbClr val="454545"/>
                  </a:solidFill>
                </a:rPr>
                <a:t>i</a:t>
              </a:r>
              <a:r>
                <a:rPr lang="zh-CN" altLang="en-US" b="1" dirty="0">
                  <a:solidFill>
                    <a:srgbClr val="454545"/>
                  </a:solidFill>
                </a:rPr>
                <a:t>≥</a:t>
              </a:r>
              <a:r>
                <a:rPr lang="en-US" altLang="zh-CN" b="1" dirty="0">
                  <a:solidFill>
                    <a:srgbClr val="454545"/>
                  </a:solidFill>
                </a:rPr>
                <a:t>80</a:t>
              </a:r>
              <a:r>
                <a:rPr lang="zh-CN" altLang="en-US" b="1" dirty="0">
                  <a:solidFill>
                    <a:srgbClr val="454545"/>
                  </a:solidFill>
                </a:rPr>
                <a:t>，则输出</a:t>
              </a:r>
              <a:r>
                <a:rPr lang="en-US" altLang="zh-CN" b="1" dirty="0" err="1">
                  <a:solidFill>
                    <a:srgbClr val="454545"/>
                  </a:solidFill>
                </a:rPr>
                <a:t>n</a:t>
              </a:r>
              <a:r>
                <a:rPr lang="en-US" altLang="zh-CN" b="1" baseline="-25000" dirty="0" err="1">
                  <a:solidFill>
                    <a:srgbClr val="454545"/>
                  </a:solidFill>
                </a:rPr>
                <a:t>i</a:t>
              </a:r>
              <a:r>
                <a:rPr lang="zh-CN" altLang="en-US" b="1" dirty="0">
                  <a:solidFill>
                    <a:srgbClr val="454545"/>
                  </a:solidFill>
                </a:rPr>
                <a:t>和</a:t>
              </a:r>
              <a:r>
                <a:rPr lang="en-US" altLang="zh-CN" b="1" dirty="0" err="1">
                  <a:solidFill>
                    <a:srgbClr val="454545"/>
                  </a:solidFill>
                </a:rPr>
                <a:t>g</a:t>
              </a:r>
              <a:r>
                <a:rPr lang="en-US" altLang="zh-CN" b="1" baseline="-25000" dirty="0" err="1">
                  <a:solidFill>
                    <a:srgbClr val="454545"/>
                  </a:solidFill>
                </a:rPr>
                <a:t>i</a:t>
              </a:r>
              <a:r>
                <a:rPr lang="zh-CN" altLang="en-US" b="1" dirty="0">
                  <a:solidFill>
                    <a:srgbClr val="454545"/>
                  </a:solidFill>
                </a:rPr>
                <a:t>，否则不输出</a:t>
              </a:r>
              <a:r>
                <a:rPr lang="en-US" altLang="zh-CN" b="1" dirty="0">
                  <a:solidFill>
                    <a:srgbClr val="454545"/>
                  </a:solidFill>
                </a:rPr>
                <a:t> </a:t>
              </a:r>
              <a:endParaRPr lang="en-US" altLang="zh-CN" b="1" dirty="0">
                <a:solidFill>
                  <a:srgbClr val="454545"/>
                </a:solidFill>
              </a:endParaRPr>
            </a:p>
            <a:p>
              <a:pPr algn="just">
                <a:spcBef>
                  <a:spcPts val="600"/>
                </a:spcBef>
                <a:spcAft>
                  <a:spcPts val="600"/>
                </a:spcAft>
                <a:defRPr/>
              </a:pPr>
              <a:r>
                <a:rPr lang="en-US" altLang="zh-CN" b="1" dirty="0">
                  <a:solidFill>
                    <a:srgbClr val="454545"/>
                  </a:solidFill>
                </a:rPr>
                <a:t>S3: i+1=&gt;</a:t>
              </a:r>
              <a:r>
                <a:rPr lang="en-US" altLang="zh-CN" b="1" dirty="0" err="1">
                  <a:solidFill>
                    <a:srgbClr val="454545"/>
                  </a:solidFill>
                </a:rPr>
                <a:t>i</a:t>
              </a:r>
              <a:endParaRPr lang="en-US" altLang="zh-CN" b="1" dirty="0">
                <a:solidFill>
                  <a:srgbClr val="454545"/>
                </a:solidFill>
              </a:endParaRPr>
            </a:p>
            <a:p>
              <a:pPr algn="just">
                <a:spcBef>
                  <a:spcPts val="600"/>
                </a:spcBef>
                <a:spcAft>
                  <a:spcPts val="600"/>
                </a:spcAft>
                <a:defRPr/>
              </a:pPr>
              <a:r>
                <a:rPr lang="en-US" altLang="zh-CN" b="1" dirty="0">
                  <a:solidFill>
                    <a:srgbClr val="454545"/>
                  </a:solidFill>
                </a:rPr>
                <a:t>S4: </a:t>
              </a:r>
              <a:r>
                <a:rPr lang="zh-CN" altLang="en-US" b="1" dirty="0">
                  <a:solidFill>
                    <a:srgbClr val="454545"/>
                  </a:solidFill>
                </a:rPr>
                <a:t>如果</a:t>
              </a:r>
              <a:r>
                <a:rPr lang="en-US" altLang="zh-CN" b="1" dirty="0" err="1">
                  <a:solidFill>
                    <a:srgbClr val="454545"/>
                  </a:solidFill>
                </a:rPr>
                <a:t>i</a:t>
              </a:r>
              <a:r>
                <a:rPr lang="zh-CN" altLang="en-US" b="1" dirty="0">
                  <a:solidFill>
                    <a:srgbClr val="454545"/>
                  </a:solidFill>
                </a:rPr>
                <a:t>≤</a:t>
              </a:r>
              <a:r>
                <a:rPr lang="en-US" altLang="zh-CN" b="1" dirty="0">
                  <a:solidFill>
                    <a:srgbClr val="454545"/>
                  </a:solidFill>
                </a:rPr>
                <a:t>50</a:t>
              </a:r>
              <a:r>
                <a:rPr lang="zh-CN" altLang="en-US" b="1" dirty="0">
                  <a:solidFill>
                    <a:srgbClr val="454545"/>
                  </a:solidFill>
                </a:rPr>
                <a:t>，返回到</a:t>
              </a:r>
              <a:r>
                <a:rPr lang="en-US" altLang="zh-CN" b="1" dirty="0">
                  <a:solidFill>
                    <a:srgbClr val="454545"/>
                  </a:solidFill>
                </a:rPr>
                <a:t>S2</a:t>
              </a:r>
              <a:r>
                <a:rPr lang="zh-CN" altLang="en-US" b="1" dirty="0">
                  <a:solidFill>
                    <a:srgbClr val="454545"/>
                  </a:solidFill>
                </a:rPr>
                <a:t>，继续执行，否则，算法结束</a:t>
              </a:r>
              <a:endParaRPr lang="zh-CN" altLang="en-US" b="1" dirty="0">
                <a:solidFill>
                  <a:srgbClr val="454545"/>
                </a:solidFill>
              </a:endParaRPr>
            </a:p>
          </p:txBody>
        </p:sp>
        <p:sp>
          <p:nvSpPr>
            <p:cNvPr id="12" name="MH_Other_1"/>
            <p:cNvSpPr/>
            <p:nvPr>
              <p:custDataLst>
                <p:tags r:id="rId2"/>
              </p:custDataLst>
            </p:nvPr>
          </p:nvSpPr>
          <p:spPr>
            <a:xfrm>
              <a:off x="4621214" y="1795463"/>
              <a:ext cx="276225" cy="120650"/>
            </a:xfrm>
            <a:custGeom>
              <a:avLst/>
              <a:gdLst>
                <a:gd name="connsiteX0" fmla="*/ 131005 w 311731"/>
                <a:gd name="connsiteY0" fmla="*/ 0 h 121823"/>
                <a:gd name="connsiteX1" fmla="*/ 180725 w 311731"/>
                <a:gd name="connsiteY1" fmla="*/ 0 h 121823"/>
                <a:gd name="connsiteX2" fmla="*/ 205433 w 311731"/>
                <a:gd name="connsiteY2" fmla="*/ 4162 h 121823"/>
                <a:gd name="connsiteX3" fmla="*/ 309453 w 311731"/>
                <a:gd name="connsiteY3" fmla="*/ 109253 h 121823"/>
                <a:gd name="connsiteX4" fmla="*/ 311731 w 311731"/>
                <a:gd name="connsiteY4" fmla="*/ 121823 h 121823"/>
                <a:gd name="connsiteX5" fmla="*/ 0 w 311731"/>
                <a:gd name="connsiteY5" fmla="*/ 121823 h 121823"/>
                <a:gd name="connsiteX6" fmla="*/ 2277 w 311731"/>
                <a:gd name="connsiteY6" fmla="*/ 109253 h 121823"/>
                <a:gd name="connsiteX7" fmla="*/ 106298 w 311731"/>
                <a:gd name="connsiteY7" fmla="*/ 4162 h 121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1731" h="121823">
                  <a:moveTo>
                    <a:pt x="131005" y="0"/>
                  </a:moveTo>
                  <a:lnTo>
                    <a:pt x="180725" y="0"/>
                  </a:lnTo>
                  <a:lnTo>
                    <a:pt x="205433" y="4162"/>
                  </a:lnTo>
                  <a:cubicBezTo>
                    <a:pt x="252408" y="20443"/>
                    <a:pt x="290475" y="59254"/>
                    <a:pt x="309453" y="109253"/>
                  </a:cubicBezTo>
                  <a:lnTo>
                    <a:pt x="311731" y="121823"/>
                  </a:lnTo>
                  <a:lnTo>
                    <a:pt x="0" y="121823"/>
                  </a:lnTo>
                  <a:lnTo>
                    <a:pt x="2277" y="109253"/>
                  </a:lnTo>
                  <a:cubicBezTo>
                    <a:pt x="21256" y="59254"/>
                    <a:pt x="59323" y="20443"/>
                    <a:pt x="106298" y="4162"/>
                  </a:cubicBezTo>
                  <a:close/>
                </a:path>
              </a:pathLst>
            </a:custGeom>
            <a:gradFill>
              <a:gsLst>
                <a:gs pos="0">
                  <a:schemeClr val="accent1">
                    <a:lumMod val="50000"/>
                  </a:schemeClr>
                </a:gs>
                <a:gs pos="49000">
                  <a:schemeClr val="accent1"/>
                </a:gs>
                <a:gs pos="100000">
                  <a:schemeClr val="accent1">
                    <a:lumMod val="5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dirty="0"/>
            </a:p>
          </p:txBody>
        </p:sp>
        <p:sp>
          <p:nvSpPr>
            <p:cNvPr id="13" name="MH_Other_2"/>
            <p:cNvSpPr/>
            <p:nvPr>
              <p:custDataLst>
                <p:tags r:id="rId3"/>
              </p:custDataLst>
            </p:nvPr>
          </p:nvSpPr>
          <p:spPr>
            <a:xfrm>
              <a:off x="6948489" y="1795463"/>
              <a:ext cx="261937" cy="120650"/>
            </a:xfrm>
            <a:custGeom>
              <a:avLst/>
              <a:gdLst>
                <a:gd name="connsiteX0" fmla="*/ 145370 w 318081"/>
                <a:gd name="connsiteY0" fmla="*/ 0 h 130555"/>
                <a:gd name="connsiteX1" fmla="*/ 172710 w 318081"/>
                <a:gd name="connsiteY1" fmla="*/ 0 h 130555"/>
                <a:gd name="connsiteX2" fmla="*/ 209618 w 318081"/>
                <a:gd name="connsiteY2" fmla="*/ 6428 h 130555"/>
                <a:gd name="connsiteX3" fmla="*/ 315757 w 318081"/>
                <a:gd name="connsiteY3" fmla="*/ 117294 h 130555"/>
                <a:gd name="connsiteX4" fmla="*/ 318081 w 318081"/>
                <a:gd name="connsiteY4" fmla="*/ 130555 h 130555"/>
                <a:gd name="connsiteX5" fmla="*/ 0 w 318081"/>
                <a:gd name="connsiteY5" fmla="*/ 130555 h 130555"/>
                <a:gd name="connsiteX6" fmla="*/ 2324 w 318081"/>
                <a:gd name="connsiteY6" fmla="*/ 117294 h 130555"/>
                <a:gd name="connsiteX7" fmla="*/ 108463 w 318081"/>
                <a:gd name="connsiteY7" fmla="*/ 6428 h 130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8081" h="130555">
                  <a:moveTo>
                    <a:pt x="145370" y="0"/>
                  </a:moveTo>
                  <a:lnTo>
                    <a:pt x="172710" y="0"/>
                  </a:lnTo>
                  <a:lnTo>
                    <a:pt x="209618" y="6428"/>
                  </a:lnTo>
                  <a:cubicBezTo>
                    <a:pt x="257550" y="23604"/>
                    <a:pt x="296392" y="64548"/>
                    <a:pt x="315757" y="117294"/>
                  </a:cubicBezTo>
                  <a:lnTo>
                    <a:pt x="318081" y="130555"/>
                  </a:lnTo>
                  <a:lnTo>
                    <a:pt x="0" y="130555"/>
                  </a:lnTo>
                  <a:lnTo>
                    <a:pt x="2324" y="117294"/>
                  </a:lnTo>
                  <a:cubicBezTo>
                    <a:pt x="21689" y="64548"/>
                    <a:pt x="60531" y="23604"/>
                    <a:pt x="108463" y="6428"/>
                  </a:cubicBezTo>
                  <a:close/>
                </a:path>
              </a:pathLst>
            </a:custGeom>
            <a:gradFill>
              <a:gsLst>
                <a:gs pos="0">
                  <a:schemeClr val="accent1">
                    <a:lumMod val="50000"/>
                  </a:schemeClr>
                </a:gs>
                <a:gs pos="49000">
                  <a:schemeClr val="accent1"/>
                </a:gs>
                <a:gs pos="100000">
                  <a:schemeClr val="accent1">
                    <a:lumMod val="5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dirty="0"/>
            </a:p>
          </p:txBody>
        </p:sp>
        <p:sp>
          <p:nvSpPr>
            <p:cNvPr id="15" name="MH_SubTitle_1"/>
            <p:cNvSpPr/>
            <p:nvPr>
              <p:custDataLst>
                <p:tags r:id="rId4"/>
              </p:custDataLst>
            </p:nvPr>
          </p:nvSpPr>
          <p:spPr>
            <a:xfrm>
              <a:off x="4760914" y="1795464"/>
              <a:ext cx="2308225" cy="649287"/>
            </a:xfrm>
            <a:custGeom>
              <a:avLst/>
              <a:gdLst>
                <a:gd name="connsiteX0" fmla="*/ 0 w 2600830"/>
                <a:gd name="connsiteY0" fmla="*/ 0 h 649288"/>
                <a:gd name="connsiteX1" fmla="*/ 2600830 w 2600830"/>
                <a:gd name="connsiteY1" fmla="*/ 0 h 649288"/>
                <a:gd name="connsiteX2" fmla="*/ 2520047 w 2600830"/>
                <a:gd name="connsiteY2" fmla="*/ 89402 h 649288"/>
                <a:gd name="connsiteX3" fmla="*/ 1945040 w 2600830"/>
                <a:gd name="connsiteY3" fmla="*/ 646112 h 649288"/>
                <a:gd name="connsiteX4" fmla="*/ 648052 w 2600830"/>
                <a:gd name="connsiteY4" fmla="*/ 649287 h 649288"/>
                <a:gd name="connsiteX5" fmla="*/ 77908 w 2600830"/>
                <a:gd name="connsiteY5" fmla="*/ 84156 h 649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0830" h="649288">
                  <a:moveTo>
                    <a:pt x="0" y="0"/>
                  </a:moveTo>
                  <a:lnTo>
                    <a:pt x="2600830" y="0"/>
                  </a:lnTo>
                  <a:lnTo>
                    <a:pt x="2520047" y="89402"/>
                  </a:lnTo>
                  <a:cubicBezTo>
                    <a:pt x="2351572" y="318525"/>
                    <a:pt x="2323328" y="645186"/>
                    <a:pt x="1945040" y="646112"/>
                  </a:cubicBezTo>
                  <a:lnTo>
                    <a:pt x="648052" y="649287"/>
                  </a:lnTo>
                  <a:cubicBezTo>
                    <a:pt x="269764" y="650213"/>
                    <a:pt x="245977" y="310819"/>
                    <a:pt x="77908" y="84156"/>
                  </a:cubicBezTo>
                  <a:close/>
                </a:path>
              </a:pathLst>
            </a:custGeom>
            <a:gradFill flip="none" rotWithShape="1">
              <a:gsLst>
                <a:gs pos="0">
                  <a:schemeClr val="accent1">
                    <a:lumMod val="60000"/>
                    <a:lumOff val="40000"/>
                  </a:schemeClr>
                </a:gs>
                <a:gs pos="26000">
                  <a:schemeClr val="accent1">
                    <a:lumMod val="40000"/>
                    <a:lumOff val="60000"/>
                  </a:schemeClr>
                </a:gs>
                <a:gs pos="100000">
                  <a:schemeClr val="accent1">
                    <a:lumMod val="60000"/>
                    <a:lumOff val="40000"/>
                  </a:schemeClr>
                </a:gs>
              </a:gsLst>
              <a:lin ang="5400000" scaled="0"/>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defRPr/>
              </a:pPr>
              <a:r>
                <a:rPr lang="zh-CN" altLang="en-US" sz="2000" b="1" dirty="0">
                  <a:solidFill>
                    <a:schemeClr val="accent1">
                      <a:lumMod val="50000"/>
                    </a:schemeClr>
                  </a:solidFill>
                  <a:latin typeface="黑体" panose="02010609060101010101" pitchFamily="49" charset="-122"/>
                  <a:ea typeface="黑体" panose="02010609060101010101" pitchFamily="49" charset="-122"/>
                </a:rPr>
                <a:t>算法</a:t>
              </a:r>
              <a:r>
                <a:rPr lang="zh-CN" altLang="en-US" sz="2000" b="1" dirty="0" smtClean="0">
                  <a:solidFill>
                    <a:schemeClr val="accent1">
                      <a:lumMod val="50000"/>
                    </a:schemeClr>
                  </a:solidFill>
                  <a:latin typeface="黑体" panose="02010609060101010101" pitchFamily="49" charset="-122"/>
                  <a:ea typeface="黑体" panose="02010609060101010101" pitchFamily="49" charset="-122"/>
                </a:rPr>
                <a:t>步骤</a:t>
              </a:r>
              <a:endParaRPr lang="zh-CN" altLang="en-US" sz="2000" b="1" dirty="0">
                <a:solidFill>
                  <a:schemeClr val="accent1">
                    <a:lumMod val="50000"/>
                  </a:schemeClr>
                </a:solidFill>
                <a:latin typeface="黑体" panose="02010609060101010101" pitchFamily="49" charset="-122"/>
                <a:ea typeface="黑体" panose="02010609060101010101" pitchFamily="49" charset="-122"/>
              </a:endParaRPr>
            </a:p>
          </p:txBody>
        </p:sp>
      </p:grpSp>
      <p:grpSp>
        <p:nvGrpSpPr>
          <p:cNvPr id="16" name="组合 15"/>
          <p:cNvGrpSpPr/>
          <p:nvPr/>
        </p:nvGrpSpPr>
        <p:grpSpPr>
          <a:xfrm>
            <a:off x="7591917" y="243383"/>
            <a:ext cx="4297243" cy="6253389"/>
            <a:chOff x="7093492" y="365125"/>
            <a:chExt cx="4297243" cy="7924810"/>
          </a:xfrm>
        </p:grpSpPr>
        <p:sp>
          <p:nvSpPr>
            <p:cNvPr id="39" name="任意多边形 38"/>
            <p:cNvSpPr/>
            <p:nvPr/>
          </p:nvSpPr>
          <p:spPr>
            <a:xfrm flipH="1" flipV="1">
              <a:off x="8814564" y="1562211"/>
              <a:ext cx="1264966" cy="1971347"/>
            </a:xfrm>
            <a:custGeom>
              <a:avLst/>
              <a:gdLst>
                <a:gd name="connsiteX0" fmla="*/ 0 w 743803"/>
                <a:gd name="connsiteY0" fmla="*/ 0 h 1378424"/>
                <a:gd name="connsiteX1" fmla="*/ 743803 w 743803"/>
                <a:gd name="connsiteY1" fmla="*/ 0 h 1378424"/>
                <a:gd name="connsiteX2" fmla="*/ 743803 w 743803"/>
                <a:gd name="connsiteY2" fmla="*/ 1378424 h 1378424"/>
                <a:gd name="connsiteX3" fmla="*/ 0 w 743803"/>
                <a:gd name="connsiteY3" fmla="*/ 1378424 h 1378424"/>
              </a:gdLst>
              <a:ahLst/>
              <a:cxnLst>
                <a:cxn ang="0">
                  <a:pos x="connsiteX0" y="connsiteY0"/>
                </a:cxn>
                <a:cxn ang="0">
                  <a:pos x="connsiteX1" y="connsiteY1"/>
                </a:cxn>
                <a:cxn ang="0">
                  <a:pos x="connsiteX2" y="connsiteY2"/>
                </a:cxn>
                <a:cxn ang="0">
                  <a:pos x="connsiteX3" y="connsiteY3"/>
                </a:cxn>
              </a:cxnLst>
              <a:rect l="l" t="t" r="r" b="b"/>
              <a:pathLst>
                <a:path w="743803" h="1378424">
                  <a:moveTo>
                    <a:pt x="0" y="0"/>
                  </a:moveTo>
                  <a:lnTo>
                    <a:pt x="743803" y="0"/>
                  </a:lnTo>
                  <a:lnTo>
                    <a:pt x="743803" y="1378424"/>
                  </a:lnTo>
                  <a:lnTo>
                    <a:pt x="0" y="1378424"/>
                  </a:lnTo>
                </a:path>
              </a:pathLst>
            </a:custGeom>
            <a:ln>
              <a:tailEnd type="triangle" w="lg" len="lg"/>
            </a:ln>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noAutofit/>
            </a:bodyPr>
            <a:lstStyle/>
            <a:p>
              <a:endParaRPr lang="zh-CN" altLang="en-US"/>
            </a:p>
          </p:txBody>
        </p:sp>
        <p:sp>
          <p:nvSpPr>
            <p:cNvPr id="44" name="任意多边形 43"/>
            <p:cNvSpPr/>
            <p:nvPr/>
          </p:nvSpPr>
          <p:spPr>
            <a:xfrm>
              <a:off x="10079532" y="5134643"/>
              <a:ext cx="1311203" cy="761097"/>
            </a:xfrm>
            <a:custGeom>
              <a:avLst/>
              <a:gdLst>
                <a:gd name="connsiteX0" fmla="*/ 0 w 743803"/>
                <a:gd name="connsiteY0" fmla="*/ 0 h 1378424"/>
                <a:gd name="connsiteX1" fmla="*/ 743803 w 743803"/>
                <a:gd name="connsiteY1" fmla="*/ 0 h 1378424"/>
                <a:gd name="connsiteX2" fmla="*/ 743803 w 743803"/>
                <a:gd name="connsiteY2" fmla="*/ 1378424 h 1378424"/>
                <a:gd name="connsiteX3" fmla="*/ 0 w 743803"/>
                <a:gd name="connsiteY3" fmla="*/ 1378424 h 1378424"/>
              </a:gdLst>
              <a:ahLst/>
              <a:cxnLst>
                <a:cxn ang="0">
                  <a:pos x="connsiteX0" y="connsiteY0"/>
                </a:cxn>
                <a:cxn ang="0">
                  <a:pos x="connsiteX1" y="connsiteY1"/>
                </a:cxn>
                <a:cxn ang="0">
                  <a:pos x="connsiteX2" y="connsiteY2"/>
                </a:cxn>
                <a:cxn ang="0">
                  <a:pos x="connsiteX3" y="connsiteY3"/>
                </a:cxn>
              </a:cxnLst>
              <a:rect l="l" t="t" r="r" b="b"/>
              <a:pathLst>
                <a:path w="743803" h="1378424">
                  <a:moveTo>
                    <a:pt x="0" y="0"/>
                  </a:moveTo>
                  <a:lnTo>
                    <a:pt x="743803" y="0"/>
                  </a:lnTo>
                  <a:lnTo>
                    <a:pt x="743803" y="1378424"/>
                  </a:lnTo>
                  <a:lnTo>
                    <a:pt x="0" y="1378424"/>
                  </a:lnTo>
                </a:path>
              </a:pathLst>
            </a:custGeom>
            <a:ln>
              <a:tailEnd type="triangle" w="lg" len="lg"/>
            </a:ln>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noAutofit/>
            </a:bodyPr>
            <a:lstStyle/>
            <a:p>
              <a:endParaRPr lang="zh-CN" altLang="en-US"/>
            </a:p>
          </p:txBody>
        </p:sp>
        <p:sp>
          <p:nvSpPr>
            <p:cNvPr id="4" name="流程图: 可选过程 3"/>
            <p:cNvSpPr/>
            <p:nvPr/>
          </p:nvSpPr>
          <p:spPr>
            <a:xfrm>
              <a:off x="9411087" y="365125"/>
              <a:ext cx="1318302" cy="34359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开始</a:t>
              </a:r>
              <a:endParaRPr lang="zh-CN" altLang="en-US" dirty="0"/>
            </a:p>
          </p:txBody>
        </p:sp>
        <p:cxnSp>
          <p:nvCxnSpPr>
            <p:cNvPr id="6" name="直接箭头连接符 5"/>
            <p:cNvCxnSpPr>
              <a:stCxn id="4" idx="2"/>
            </p:cNvCxnSpPr>
            <p:nvPr/>
          </p:nvCxnSpPr>
          <p:spPr>
            <a:xfrm>
              <a:off x="10070238" y="708723"/>
              <a:ext cx="0" cy="394311"/>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8" name="流程图: 过程 7"/>
            <p:cNvSpPr/>
            <p:nvPr/>
          </p:nvSpPr>
          <p:spPr>
            <a:xfrm>
              <a:off x="9411087" y="1103034"/>
              <a:ext cx="1318302" cy="335386"/>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1=&gt;</a:t>
              </a:r>
              <a:r>
                <a:rPr lang="en-US" altLang="zh-CN" dirty="0" err="1" smtClean="0"/>
                <a:t>i</a:t>
              </a:r>
              <a:endParaRPr lang="zh-CN" altLang="en-US" dirty="0"/>
            </a:p>
          </p:txBody>
        </p:sp>
        <p:cxnSp>
          <p:nvCxnSpPr>
            <p:cNvPr id="22" name="直接箭头连接符 21"/>
            <p:cNvCxnSpPr/>
            <p:nvPr/>
          </p:nvCxnSpPr>
          <p:spPr>
            <a:xfrm>
              <a:off x="10070238" y="1438420"/>
              <a:ext cx="0" cy="394311"/>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23" name="流程图: 过程 22"/>
            <p:cNvSpPr/>
            <p:nvPr/>
          </p:nvSpPr>
          <p:spPr>
            <a:xfrm>
              <a:off x="9411085" y="2576407"/>
              <a:ext cx="1318302" cy="335386"/>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i+1=&gt;</a:t>
              </a:r>
              <a:r>
                <a:rPr lang="en-US" altLang="zh-CN" dirty="0" err="1" smtClean="0"/>
                <a:t>i</a:t>
              </a:r>
              <a:endParaRPr lang="zh-CN" altLang="en-US" dirty="0"/>
            </a:p>
          </p:txBody>
        </p:sp>
        <p:cxnSp>
          <p:nvCxnSpPr>
            <p:cNvPr id="24" name="直接箭头连接符 23"/>
            <p:cNvCxnSpPr/>
            <p:nvPr/>
          </p:nvCxnSpPr>
          <p:spPr>
            <a:xfrm>
              <a:off x="10070238" y="3338990"/>
              <a:ext cx="0" cy="394311"/>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25" name="流程图: 过程 24"/>
            <p:cNvSpPr/>
            <p:nvPr/>
          </p:nvSpPr>
          <p:spPr>
            <a:xfrm>
              <a:off x="9420381" y="4178835"/>
              <a:ext cx="1318302" cy="335386"/>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1</a:t>
              </a:r>
              <a:r>
                <a:rPr lang="en-US" altLang="zh-CN" dirty="0" smtClean="0"/>
                <a:t>=&gt;</a:t>
              </a:r>
              <a:r>
                <a:rPr lang="en-US" altLang="zh-CN" dirty="0"/>
                <a:t>i</a:t>
              </a:r>
              <a:endParaRPr lang="zh-CN" altLang="en-US" dirty="0"/>
            </a:p>
          </p:txBody>
        </p:sp>
        <p:cxnSp>
          <p:nvCxnSpPr>
            <p:cNvPr id="26" name="直接箭头连接符 25"/>
            <p:cNvCxnSpPr/>
            <p:nvPr/>
          </p:nvCxnSpPr>
          <p:spPr>
            <a:xfrm>
              <a:off x="10070236" y="5914979"/>
              <a:ext cx="0" cy="394311"/>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28" name="流程图: 过程 27"/>
            <p:cNvSpPr/>
            <p:nvPr/>
          </p:nvSpPr>
          <p:spPr>
            <a:xfrm>
              <a:off x="9411085" y="6309289"/>
              <a:ext cx="1318302" cy="335386"/>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i+1=&gt;</a:t>
              </a:r>
              <a:r>
                <a:rPr lang="en-US" altLang="zh-CN" dirty="0" err="1" smtClean="0"/>
                <a:t>i</a:t>
              </a:r>
              <a:endParaRPr lang="zh-CN" altLang="en-US" dirty="0"/>
            </a:p>
          </p:txBody>
        </p:sp>
        <p:cxnSp>
          <p:nvCxnSpPr>
            <p:cNvPr id="29" name="直接箭头连接符 28"/>
            <p:cNvCxnSpPr/>
            <p:nvPr/>
          </p:nvCxnSpPr>
          <p:spPr>
            <a:xfrm>
              <a:off x="10079530" y="6644675"/>
              <a:ext cx="0" cy="394311"/>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9" name="流程图: 决策 8"/>
            <p:cNvSpPr/>
            <p:nvPr/>
          </p:nvSpPr>
          <p:spPr>
            <a:xfrm>
              <a:off x="9308963" y="7038986"/>
              <a:ext cx="1522546" cy="513040"/>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mtClean="0"/>
                <a:t>i&gt;50</a:t>
              </a:r>
              <a:endParaRPr lang="zh-CN" altLang="en-US" dirty="0"/>
            </a:p>
          </p:txBody>
        </p:sp>
        <p:cxnSp>
          <p:nvCxnSpPr>
            <p:cNvPr id="30" name="直接箭头连接符 29"/>
            <p:cNvCxnSpPr/>
            <p:nvPr/>
          </p:nvCxnSpPr>
          <p:spPr>
            <a:xfrm>
              <a:off x="10086484" y="7552026"/>
              <a:ext cx="0" cy="394311"/>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31" name="流程图: 可选过程 30"/>
            <p:cNvSpPr/>
            <p:nvPr/>
          </p:nvSpPr>
          <p:spPr>
            <a:xfrm>
              <a:off x="9411085" y="7946337"/>
              <a:ext cx="1318302" cy="343598"/>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结束</a:t>
              </a:r>
              <a:endParaRPr lang="zh-CN" altLang="en-US" dirty="0"/>
            </a:p>
          </p:txBody>
        </p:sp>
        <p:sp>
          <p:nvSpPr>
            <p:cNvPr id="47" name="文本框 46"/>
            <p:cNvSpPr txBox="1"/>
            <p:nvPr/>
          </p:nvSpPr>
          <p:spPr>
            <a:xfrm>
              <a:off x="10070236" y="7487611"/>
              <a:ext cx="492042" cy="408316"/>
            </a:xfrm>
            <a:prstGeom prst="rect">
              <a:avLst/>
            </a:prstGeom>
            <a:noFill/>
          </p:spPr>
          <p:txBody>
            <a:bodyPr wrap="square" rtlCol="0">
              <a:spAutoFit/>
            </a:bodyPr>
            <a:lstStyle/>
            <a:p>
              <a:r>
                <a:rPr lang="en-US" altLang="zh-CN" dirty="0" smtClean="0">
                  <a:solidFill>
                    <a:schemeClr val="accent1"/>
                  </a:solidFill>
                </a:rPr>
                <a:t>Y</a:t>
              </a:r>
              <a:endParaRPr lang="zh-CN" altLang="en-US" dirty="0">
                <a:solidFill>
                  <a:schemeClr val="accent1"/>
                </a:solidFill>
              </a:endParaRPr>
            </a:p>
          </p:txBody>
        </p:sp>
        <p:sp>
          <p:nvSpPr>
            <p:cNvPr id="48" name="文本框 47"/>
            <p:cNvSpPr txBox="1"/>
            <p:nvPr/>
          </p:nvSpPr>
          <p:spPr>
            <a:xfrm>
              <a:off x="8918849" y="6897104"/>
              <a:ext cx="492042" cy="408316"/>
            </a:xfrm>
            <a:prstGeom prst="rect">
              <a:avLst/>
            </a:prstGeom>
            <a:noFill/>
          </p:spPr>
          <p:txBody>
            <a:bodyPr wrap="square" rtlCol="0">
              <a:spAutoFit/>
            </a:bodyPr>
            <a:lstStyle/>
            <a:p>
              <a:r>
                <a:rPr lang="en-US" altLang="zh-CN" dirty="0" smtClean="0">
                  <a:solidFill>
                    <a:schemeClr val="accent1"/>
                  </a:solidFill>
                </a:rPr>
                <a:t>N</a:t>
              </a:r>
              <a:endParaRPr lang="zh-CN" altLang="en-US" dirty="0">
                <a:solidFill>
                  <a:schemeClr val="accent1"/>
                </a:solidFill>
              </a:endParaRPr>
            </a:p>
          </p:txBody>
        </p:sp>
        <p:sp>
          <p:nvSpPr>
            <p:cNvPr id="27" name="流程图: 数据 26"/>
            <p:cNvSpPr/>
            <p:nvPr/>
          </p:nvSpPr>
          <p:spPr>
            <a:xfrm>
              <a:off x="8994047" y="1713039"/>
              <a:ext cx="2185035" cy="473178"/>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bg1"/>
                  </a:solidFill>
                </a:rPr>
                <a:t>输入</a:t>
              </a:r>
              <a:r>
                <a:rPr lang="en-US" altLang="zh-CN" dirty="0" err="1" smtClean="0">
                  <a:solidFill>
                    <a:schemeClr val="bg1"/>
                  </a:solidFill>
                </a:rPr>
                <a:t>n</a:t>
              </a:r>
              <a:r>
                <a:rPr lang="en-US" altLang="zh-CN" sz="1400" baseline="-25000" dirty="0" err="1">
                  <a:solidFill>
                    <a:schemeClr val="bg1"/>
                  </a:solidFill>
                </a:rPr>
                <a:t>i</a:t>
              </a:r>
              <a:r>
                <a:rPr lang="zh-CN" altLang="en-US" dirty="0" smtClean="0">
                  <a:solidFill>
                    <a:schemeClr val="bg1"/>
                  </a:solidFill>
                </a:rPr>
                <a:t>、</a:t>
              </a:r>
              <a:r>
                <a:rPr lang="en-US" altLang="zh-CN" dirty="0" err="1" smtClean="0">
                  <a:solidFill>
                    <a:schemeClr val="bg1"/>
                  </a:solidFill>
                </a:rPr>
                <a:t>g</a:t>
              </a:r>
              <a:r>
                <a:rPr lang="en-US" altLang="zh-CN" baseline="-25000" dirty="0" err="1" smtClean="0">
                  <a:solidFill>
                    <a:schemeClr val="bg1"/>
                  </a:solidFill>
                </a:rPr>
                <a:t>i</a:t>
              </a:r>
              <a:endParaRPr lang="zh-CN" altLang="en-US" baseline="-25000" dirty="0">
                <a:solidFill>
                  <a:schemeClr val="bg1"/>
                </a:solidFill>
              </a:endParaRPr>
            </a:p>
          </p:txBody>
        </p:sp>
        <p:cxnSp>
          <p:nvCxnSpPr>
            <p:cNvPr id="32" name="直接箭头连接符 31"/>
            <p:cNvCxnSpPr/>
            <p:nvPr/>
          </p:nvCxnSpPr>
          <p:spPr>
            <a:xfrm>
              <a:off x="10072348" y="2185618"/>
              <a:ext cx="0" cy="394311"/>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a:off x="10079532" y="2881446"/>
              <a:ext cx="0" cy="394311"/>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34" name="流程图: 决策 33"/>
            <p:cNvSpPr/>
            <p:nvPr/>
          </p:nvSpPr>
          <p:spPr>
            <a:xfrm>
              <a:off x="9318259" y="3275757"/>
              <a:ext cx="1522546" cy="513040"/>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smtClean="0"/>
                <a:t>i</a:t>
              </a:r>
              <a:r>
                <a:rPr lang="en-US" altLang="zh-CN" dirty="0" smtClean="0"/>
                <a:t>&gt;50</a:t>
              </a:r>
              <a:endParaRPr lang="zh-CN" altLang="en-US" dirty="0"/>
            </a:p>
          </p:txBody>
        </p:sp>
        <p:cxnSp>
          <p:nvCxnSpPr>
            <p:cNvPr id="35" name="直接箭头连接符 34"/>
            <p:cNvCxnSpPr/>
            <p:nvPr/>
          </p:nvCxnSpPr>
          <p:spPr>
            <a:xfrm>
              <a:off x="10079532" y="3788797"/>
              <a:ext cx="0" cy="394311"/>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36" name="文本框 35"/>
            <p:cNvSpPr txBox="1"/>
            <p:nvPr/>
          </p:nvSpPr>
          <p:spPr>
            <a:xfrm>
              <a:off x="10079532" y="3724382"/>
              <a:ext cx="492042" cy="408316"/>
            </a:xfrm>
            <a:prstGeom prst="rect">
              <a:avLst/>
            </a:prstGeom>
            <a:noFill/>
          </p:spPr>
          <p:txBody>
            <a:bodyPr wrap="square" rtlCol="0">
              <a:spAutoFit/>
            </a:bodyPr>
            <a:lstStyle/>
            <a:p>
              <a:r>
                <a:rPr lang="en-US" altLang="zh-CN" dirty="0" smtClean="0">
                  <a:solidFill>
                    <a:schemeClr val="accent1"/>
                  </a:solidFill>
                </a:rPr>
                <a:t>Y</a:t>
              </a:r>
              <a:endParaRPr lang="zh-CN" altLang="en-US" dirty="0">
                <a:solidFill>
                  <a:schemeClr val="accent1"/>
                </a:solidFill>
              </a:endParaRPr>
            </a:p>
          </p:txBody>
        </p:sp>
        <p:cxnSp>
          <p:nvCxnSpPr>
            <p:cNvPr id="40" name="直接箭头连接符 39"/>
            <p:cNvCxnSpPr/>
            <p:nvPr/>
          </p:nvCxnSpPr>
          <p:spPr>
            <a:xfrm>
              <a:off x="10079532" y="4487187"/>
              <a:ext cx="0" cy="394311"/>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41" name="流程图: 决策 40"/>
            <p:cNvSpPr/>
            <p:nvPr/>
          </p:nvSpPr>
          <p:spPr>
            <a:xfrm>
              <a:off x="9192638" y="4881498"/>
              <a:ext cx="1773485" cy="513040"/>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a:t>g</a:t>
              </a:r>
              <a:r>
                <a:rPr lang="en-US" altLang="zh-CN" baseline="-25000" dirty="0" err="1" smtClean="0"/>
                <a:t>i</a:t>
              </a:r>
              <a:r>
                <a:rPr lang="zh-CN" altLang="en-US" dirty="0" smtClean="0"/>
                <a:t>≥</a:t>
              </a:r>
              <a:r>
                <a:rPr lang="en-US" altLang="zh-CN" dirty="0" smtClean="0"/>
                <a:t>80</a:t>
              </a:r>
              <a:endParaRPr lang="zh-CN" altLang="en-US" dirty="0"/>
            </a:p>
          </p:txBody>
        </p:sp>
        <p:sp>
          <p:nvSpPr>
            <p:cNvPr id="5" name="任意多边形 4"/>
            <p:cNvSpPr/>
            <p:nvPr/>
          </p:nvSpPr>
          <p:spPr>
            <a:xfrm>
              <a:off x="8404697" y="5138018"/>
              <a:ext cx="787941" cy="256520"/>
            </a:xfrm>
            <a:custGeom>
              <a:avLst/>
              <a:gdLst>
                <a:gd name="connsiteX0" fmla="*/ 787941 w 787941"/>
                <a:gd name="connsiteY0" fmla="*/ 0 h 398834"/>
                <a:gd name="connsiteX1" fmla="*/ 0 w 787941"/>
                <a:gd name="connsiteY1" fmla="*/ 0 h 398834"/>
                <a:gd name="connsiteX2" fmla="*/ 0 w 787941"/>
                <a:gd name="connsiteY2" fmla="*/ 398834 h 398834"/>
              </a:gdLst>
              <a:ahLst/>
              <a:cxnLst>
                <a:cxn ang="0">
                  <a:pos x="connsiteX0" y="connsiteY0"/>
                </a:cxn>
                <a:cxn ang="0">
                  <a:pos x="connsiteX1" y="connsiteY1"/>
                </a:cxn>
                <a:cxn ang="0">
                  <a:pos x="connsiteX2" y="connsiteY2"/>
                </a:cxn>
              </a:cxnLst>
              <a:rect l="l" t="t" r="r" b="b"/>
              <a:pathLst>
                <a:path w="787941" h="398834">
                  <a:moveTo>
                    <a:pt x="787941" y="0"/>
                  </a:moveTo>
                  <a:lnTo>
                    <a:pt x="0" y="0"/>
                  </a:lnTo>
                  <a:lnTo>
                    <a:pt x="0" y="398834"/>
                  </a:lnTo>
                </a:path>
              </a:pathLst>
            </a:custGeom>
            <a:ln>
              <a:tailEnd type="triangle" w="lg" len="lg"/>
            </a:ln>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noAutofit/>
            </a:bodyPr>
            <a:lstStyle/>
            <a:p>
              <a:endParaRPr lang="zh-CN" altLang="en-US">
                <a:solidFill>
                  <a:schemeClr val="tx1"/>
                </a:solidFill>
              </a:endParaRPr>
            </a:p>
          </p:txBody>
        </p:sp>
        <p:sp>
          <p:nvSpPr>
            <p:cNvPr id="42" name="文本框 41"/>
            <p:cNvSpPr txBox="1"/>
            <p:nvPr/>
          </p:nvSpPr>
          <p:spPr>
            <a:xfrm>
              <a:off x="8710783" y="4751473"/>
              <a:ext cx="492042" cy="408316"/>
            </a:xfrm>
            <a:prstGeom prst="rect">
              <a:avLst/>
            </a:prstGeom>
            <a:noFill/>
          </p:spPr>
          <p:txBody>
            <a:bodyPr wrap="square" rtlCol="0">
              <a:spAutoFit/>
            </a:bodyPr>
            <a:lstStyle/>
            <a:p>
              <a:r>
                <a:rPr lang="en-US" altLang="zh-CN" dirty="0" smtClean="0">
                  <a:solidFill>
                    <a:schemeClr val="accent1"/>
                  </a:solidFill>
                </a:rPr>
                <a:t>Y</a:t>
              </a:r>
              <a:endParaRPr lang="zh-CN" altLang="en-US" dirty="0">
                <a:solidFill>
                  <a:schemeClr val="accent1"/>
                </a:solidFill>
              </a:endParaRPr>
            </a:p>
          </p:txBody>
        </p:sp>
        <p:sp>
          <p:nvSpPr>
            <p:cNvPr id="43" name="流程图: 数据 42"/>
            <p:cNvSpPr/>
            <p:nvPr/>
          </p:nvSpPr>
          <p:spPr>
            <a:xfrm>
              <a:off x="7299232" y="5394652"/>
              <a:ext cx="2121535" cy="342008"/>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bg1"/>
                  </a:solidFill>
                </a:rPr>
                <a:t>输出</a:t>
              </a:r>
              <a:r>
                <a:rPr lang="en-US" altLang="zh-CN" dirty="0" err="1" smtClean="0">
                  <a:solidFill>
                    <a:schemeClr val="bg1"/>
                  </a:solidFill>
                </a:rPr>
                <a:t>n</a:t>
              </a:r>
              <a:r>
                <a:rPr lang="en-US" altLang="zh-CN" sz="1400" baseline="-25000" dirty="0" err="1" smtClean="0">
                  <a:solidFill>
                    <a:schemeClr val="bg1"/>
                  </a:solidFill>
                </a:rPr>
                <a:t>i</a:t>
              </a:r>
              <a:r>
                <a:rPr lang="zh-CN" altLang="en-US" dirty="0" smtClean="0">
                  <a:solidFill>
                    <a:schemeClr val="bg1"/>
                  </a:solidFill>
                </a:rPr>
                <a:t>、</a:t>
              </a:r>
              <a:r>
                <a:rPr lang="en-US" altLang="zh-CN" dirty="0" err="1" smtClean="0">
                  <a:solidFill>
                    <a:schemeClr val="bg1"/>
                  </a:solidFill>
                </a:rPr>
                <a:t>g</a:t>
              </a:r>
              <a:r>
                <a:rPr lang="en-US" altLang="zh-CN" baseline="-25000" dirty="0" err="1" smtClean="0">
                  <a:solidFill>
                    <a:schemeClr val="bg1"/>
                  </a:solidFill>
                </a:rPr>
                <a:t>i</a:t>
              </a:r>
              <a:endParaRPr lang="zh-CN" altLang="en-US" baseline="-25000" dirty="0">
                <a:solidFill>
                  <a:schemeClr val="bg1"/>
                </a:solidFill>
              </a:endParaRPr>
            </a:p>
          </p:txBody>
        </p:sp>
        <p:sp>
          <p:nvSpPr>
            <p:cNvPr id="14" name="任意多边形 13"/>
            <p:cNvSpPr/>
            <p:nvPr/>
          </p:nvSpPr>
          <p:spPr>
            <a:xfrm>
              <a:off x="8404696" y="5736823"/>
              <a:ext cx="1674835" cy="158916"/>
            </a:xfrm>
            <a:custGeom>
              <a:avLst/>
              <a:gdLst>
                <a:gd name="connsiteX0" fmla="*/ 0 w 1118680"/>
                <a:gd name="connsiteY0" fmla="*/ 0 h 272375"/>
                <a:gd name="connsiteX1" fmla="*/ 0 w 1118680"/>
                <a:gd name="connsiteY1" fmla="*/ 272375 h 272375"/>
                <a:gd name="connsiteX2" fmla="*/ 1118680 w 1118680"/>
                <a:gd name="connsiteY2" fmla="*/ 272375 h 272375"/>
              </a:gdLst>
              <a:ahLst/>
              <a:cxnLst>
                <a:cxn ang="0">
                  <a:pos x="connsiteX0" y="connsiteY0"/>
                </a:cxn>
                <a:cxn ang="0">
                  <a:pos x="connsiteX1" y="connsiteY1"/>
                </a:cxn>
                <a:cxn ang="0">
                  <a:pos x="connsiteX2" y="connsiteY2"/>
                </a:cxn>
              </a:cxnLst>
              <a:rect l="l" t="t" r="r" b="b"/>
              <a:pathLst>
                <a:path w="1118680" h="272375">
                  <a:moveTo>
                    <a:pt x="0" y="0"/>
                  </a:moveTo>
                  <a:lnTo>
                    <a:pt x="0" y="272375"/>
                  </a:lnTo>
                  <a:lnTo>
                    <a:pt x="1118680" y="272375"/>
                  </a:lnTo>
                </a:path>
              </a:pathLst>
            </a:custGeom>
            <a:ln>
              <a:tailEnd type="triangle" w="lg" len="lg"/>
            </a:ln>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noAutofit/>
            </a:bodyPr>
            <a:lstStyle/>
            <a:p>
              <a:endParaRPr lang="zh-CN" altLang="en-US">
                <a:solidFill>
                  <a:schemeClr val="tx1"/>
                </a:solidFill>
              </a:endParaRPr>
            </a:p>
          </p:txBody>
        </p:sp>
        <p:sp>
          <p:nvSpPr>
            <p:cNvPr id="45" name="文本框 44"/>
            <p:cNvSpPr txBox="1"/>
            <p:nvPr/>
          </p:nvSpPr>
          <p:spPr>
            <a:xfrm>
              <a:off x="8923859" y="3125242"/>
              <a:ext cx="492042" cy="408316"/>
            </a:xfrm>
            <a:prstGeom prst="rect">
              <a:avLst/>
            </a:prstGeom>
            <a:noFill/>
          </p:spPr>
          <p:txBody>
            <a:bodyPr wrap="square" rtlCol="0">
              <a:spAutoFit/>
            </a:bodyPr>
            <a:lstStyle/>
            <a:p>
              <a:r>
                <a:rPr lang="en-US" altLang="zh-CN" dirty="0" smtClean="0">
                  <a:solidFill>
                    <a:schemeClr val="accent1"/>
                  </a:solidFill>
                </a:rPr>
                <a:t>N</a:t>
              </a:r>
              <a:endParaRPr lang="zh-CN" altLang="en-US" dirty="0">
                <a:solidFill>
                  <a:schemeClr val="accent1"/>
                </a:solidFill>
              </a:endParaRPr>
            </a:p>
          </p:txBody>
        </p:sp>
        <p:sp>
          <p:nvSpPr>
            <p:cNvPr id="50" name="任意多边形 49"/>
            <p:cNvSpPr/>
            <p:nvPr/>
          </p:nvSpPr>
          <p:spPr>
            <a:xfrm flipH="1" flipV="1">
              <a:off x="7093492" y="4687627"/>
              <a:ext cx="2976743" cy="2617794"/>
            </a:xfrm>
            <a:custGeom>
              <a:avLst/>
              <a:gdLst>
                <a:gd name="connsiteX0" fmla="*/ 0 w 743803"/>
                <a:gd name="connsiteY0" fmla="*/ 0 h 1378424"/>
                <a:gd name="connsiteX1" fmla="*/ 743803 w 743803"/>
                <a:gd name="connsiteY1" fmla="*/ 0 h 1378424"/>
                <a:gd name="connsiteX2" fmla="*/ 743803 w 743803"/>
                <a:gd name="connsiteY2" fmla="*/ 1378424 h 1378424"/>
                <a:gd name="connsiteX3" fmla="*/ 0 w 743803"/>
                <a:gd name="connsiteY3" fmla="*/ 1378424 h 1378424"/>
              </a:gdLst>
              <a:ahLst/>
              <a:cxnLst>
                <a:cxn ang="0">
                  <a:pos x="connsiteX0" y="connsiteY0"/>
                </a:cxn>
                <a:cxn ang="0">
                  <a:pos x="connsiteX1" y="connsiteY1"/>
                </a:cxn>
                <a:cxn ang="0">
                  <a:pos x="connsiteX2" y="connsiteY2"/>
                </a:cxn>
                <a:cxn ang="0">
                  <a:pos x="connsiteX3" y="connsiteY3"/>
                </a:cxn>
              </a:cxnLst>
              <a:rect l="l" t="t" r="r" b="b"/>
              <a:pathLst>
                <a:path w="743803" h="1378424">
                  <a:moveTo>
                    <a:pt x="0" y="0"/>
                  </a:moveTo>
                  <a:lnTo>
                    <a:pt x="743803" y="0"/>
                  </a:lnTo>
                  <a:lnTo>
                    <a:pt x="743803" y="1378424"/>
                  </a:lnTo>
                  <a:lnTo>
                    <a:pt x="0" y="1378424"/>
                  </a:lnTo>
                </a:path>
              </a:pathLst>
            </a:custGeom>
            <a:ln>
              <a:tailEnd type="triangle" w="lg" len="lg"/>
            </a:ln>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noAutofit/>
            </a:bodyPr>
            <a:lstStyle/>
            <a:p>
              <a:endParaRPr lang="zh-CN" altLang="en-US"/>
            </a:p>
          </p:txBody>
        </p:sp>
      </p:grpSp>
      <p:sp>
        <p:nvSpPr>
          <p:cNvPr id="51" name="MH_Desc_1"/>
          <p:cNvSpPr/>
          <p:nvPr>
            <p:custDataLst>
              <p:tags r:id="rId5"/>
            </p:custDataLst>
          </p:nvPr>
        </p:nvSpPr>
        <p:spPr>
          <a:xfrm>
            <a:off x="506095" y="2887980"/>
            <a:ext cx="2971165" cy="2989580"/>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2520280" y="0"/>
                </a:lnTo>
                <a:lnTo>
                  <a:pt x="0" y="0"/>
                </a:lnTo>
                <a:close/>
              </a:path>
            </a:pathLst>
          </a:custGeom>
          <a:noFill/>
          <a:ln w="25400" cap="sq">
            <a:solidFill>
              <a:schemeClr val="accent1"/>
            </a:solidFill>
            <a:beve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anchor="ctr">
            <a:noAutofit/>
          </a:bodyPr>
          <a:lstStyle/>
          <a:p>
            <a:pPr algn="just">
              <a:spcBef>
                <a:spcPts val="600"/>
              </a:spcBef>
              <a:spcAft>
                <a:spcPts val="600"/>
              </a:spcAft>
              <a:defRPr/>
            </a:pPr>
            <a:r>
              <a:rPr lang="en-US" altLang="zh-CN" b="1" dirty="0" smtClean="0">
                <a:solidFill>
                  <a:schemeClr val="tx1"/>
                </a:solidFill>
              </a:rPr>
              <a:t>n</a:t>
            </a:r>
            <a:r>
              <a:rPr lang="zh-CN" altLang="en-US" b="1" dirty="0" smtClean="0">
                <a:solidFill>
                  <a:schemeClr val="tx1"/>
                </a:solidFill>
              </a:rPr>
              <a:t>：表示学生学号</a:t>
            </a:r>
            <a:endParaRPr lang="en-US" altLang="zh-CN" b="1" dirty="0" smtClean="0">
              <a:solidFill>
                <a:schemeClr val="tx1"/>
              </a:solidFill>
            </a:endParaRPr>
          </a:p>
          <a:p>
            <a:pPr algn="just">
              <a:spcBef>
                <a:spcPts val="600"/>
              </a:spcBef>
              <a:spcAft>
                <a:spcPts val="600"/>
              </a:spcAft>
              <a:defRPr/>
            </a:pPr>
            <a:r>
              <a:rPr lang="zh-CN" altLang="en-US" b="1" dirty="0" smtClean="0">
                <a:solidFill>
                  <a:schemeClr val="tx1"/>
                </a:solidFill>
              </a:rPr>
              <a:t>下标</a:t>
            </a:r>
            <a:r>
              <a:rPr lang="en-US" altLang="zh-CN" b="1" dirty="0" err="1" smtClean="0">
                <a:solidFill>
                  <a:schemeClr val="tx1"/>
                </a:solidFill>
              </a:rPr>
              <a:t>i</a:t>
            </a:r>
            <a:r>
              <a:rPr lang="zh-CN" altLang="en-US" b="1" dirty="0" smtClean="0">
                <a:solidFill>
                  <a:schemeClr val="tx1"/>
                </a:solidFill>
              </a:rPr>
              <a:t>：表示第几个学生</a:t>
            </a:r>
            <a:endParaRPr lang="en-US" altLang="zh-CN" b="1" dirty="0" smtClean="0">
              <a:solidFill>
                <a:schemeClr val="tx1"/>
              </a:solidFill>
            </a:endParaRPr>
          </a:p>
          <a:p>
            <a:pPr algn="just">
              <a:spcBef>
                <a:spcPts val="600"/>
              </a:spcBef>
              <a:spcAft>
                <a:spcPts val="600"/>
              </a:spcAft>
              <a:defRPr/>
            </a:pPr>
            <a:r>
              <a:rPr lang="en-US" altLang="zh-CN" b="1" dirty="0" smtClean="0">
                <a:solidFill>
                  <a:schemeClr val="tx1"/>
                </a:solidFill>
              </a:rPr>
              <a:t>n</a:t>
            </a:r>
            <a:r>
              <a:rPr lang="en-US" altLang="zh-CN" b="1" baseline="-25000" dirty="0">
                <a:solidFill>
                  <a:srgbClr val="454545"/>
                </a:solidFill>
              </a:rPr>
              <a:t>1</a:t>
            </a:r>
            <a:r>
              <a:rPr lang="zh-CN" altLang="en-US" b="1" dirty="0" smtClean="0">
                <a:solidFill>
                  <a:schemeClr val="tx1"/>
                </a:solidFill>
              </a:rPr>
              <a:t>：表示第一个学生的学号</a:t>
            </a:r>
            <a:endParaRPr lang="en-US" altLang="zh-CN" b="1" dirty="0" smtClean="0">
              <a:solidFill>
                <a:schemeClr val="tx1"/>
              </a:solidFill>
            </a:endParaRPr>
          </a:p>
          <a:p>
            <a:pPr algn="just">
              <a:spcBef>
                <a:spcPts val="600"/>
              </a:spcBef>
              <a:spcAft>
                <a:spcPts val="600"/>
              </a:spcAft>
              <a:defRPr/>
            </a:pPr>
            <a:r>
              <a:rPr lang="en-US" altLang="zh-CN" b="1" dirty="0" err="1" smtClean="0">
                <a:solidFill>
                  <a:schemeClr val="tx1"/>
                </a:solidFill>
              </a:rPr>
              <a:t>n</a:t>
            </a:r>
            <a:r>
              <a:rPr lang="en-US" altLang="zh-CN" b="1" baseline="-25000" dirty="0" err="1">
                <a:solidFill>
                  <a:srgbClr val="454545"/>
                </a:solidFill>
              </a:rPr>
              <a:t>i</a:t>
            </a:r>
            <a:r>
              <a:rPr lang="zh-CN" altLang="en-US" b="1" dirty="0" smtClean="0">
                <a:solidFill>
                  <a:schemeClr val="tx1"/>
                </a:solidFill>
              </a:rPr>
              <a:t>：表示第</a:t>
            </a:r>
            <a:r>
              <a:rPr lang="en-US" altLang="zh-CN" b="1" dirty="0" err="1" smtClean="0">
                <a:solidFill>
                  <a:schemeClr val="tx1"/>
                </a:solidFill>
              </a:rPr>
              <a:t>i</a:t>
            </a:r>
            <a:r>
              <a:rPr lang="zh-CN" altLang="en-US" b="1" dirty="0" smtClean="0">
                <a:solidFill>
                  <a:schemeClr val="tx1"/>
                </a:solidFill>
              </a:rPr>
              <a:t>个学生的学号</a:t>
            </a:r>
            <a:endParaRPr lang="en-US" altLang="zh-CN" b="1" dirty="0" smtClean="0">
              <a:solidFill>
                <a:schemeClr val="tx1"/>
              </a:solidFill>
            </a:endParaRPr>
          </a:p>
          <a:p>
            <a:pPr algn="just">
              <a:spcBef>
                <a:spcPts val="600"/>
              </a:spcBef>
              <a:spcAft>
                <a:spcPts val="600"/>
              </a:spcAft>
              <a:defRPr/>
            </a:pPr>
            <a:r>
              <a:rPr lang="en-US" altLang="zh-CN" b="1" dirty="0" smtClean="0">
                <a:solidFill>
                  <a:schemeClr val="tx1"/>
                </a:solidFill>
              </a:rPr>
              <a:t>g</a:t>
            </a:r>
            <a:r>
              <a:rPr lang="zh-CN" altLang="en-US" b="1" dirty="0" smtClean="0">
                <a:solidFill>
                  <a:schemeClr val="tx1"/>
                </a:solidFill>
              </a:rPr>
              <a:t>：表示学生的成绩</a:t>
            </a:r>
            <a:endParaRPr lang="en-US" altLang="zh-CN" b="1" dirty="0" smtClean="0">
              <a:solidFill>
                <a:schemeClr val="tx1"/>
              </a:solidFill>
            </a:endParaRPr>
          </a:p>
          <a:p>
            <a:pPr algn="just">
              <a:spcBef>
                <a:spcPts val="600"/>
              </a:spcBef>
              <a:spcAft>
                <a:spcPts val="600"/>
              </a:spcAft>
              <a:defRPr/>
            </a:pPr>
            <a:r>
              <a:rPr lang="en-US" altLang="zh-CN" b="1" dirty="0" smtClean="0">
                <a:solidFill>
                  <a:schemeClr val="tx1"/>
                </a:solidFill>
              </a:rPr>
              <a:t>g</a:t>
            </a:r>
            <a:r>
              <a:rPr lang="en-US" altLang="zh-CN" b="1" baseline="-25000" dirty="0">
                <a:solidFill>
                  <a:srgbClr val="454545"/>
                </a:solidFill>
              </a:rPr>
              <a:t>1</a:t>
            </a:r>
            <a:r>
              <a:rPr lang="zh-CN" altLang="en-US" b="1" dirty="0" smtClean="0">
                <a:solidFill>
                  <a:schemeClr val="tx1"/>
                </a:solidFill>
              </a:rPr>
              <a:t>：表示第</a:t>
            </a:r>
            <a:r>
              <a:rPr lang="zh-CN" altLang="en-US" b="1" dirty="0">
                <a:solidFill>
                  <a:schemeClr val="tx1"/>
                </a:solidFill>
              </a:rPr>
              <a:t>一</a:t>
            </a:r>
            <a:r>
              <a:rPr lang="zh-CN" altLang="en-US" b="1" dirty="0" smtClean="0">
                <a:solidFill>
                  <a:schemeClr val="tx1"/>
                </a:solidFill>
              </a:rPr>
              <a:t>个学生的成绩</a:t>
            </a:r>
            <a:endParaRPr lang="en-US" altLang="zh-CN" b="1" dirty="0" smtClean="0">
              <a:solidFill>
                <a:schemeClr val="tx1"/>
              </a:solidFill>
            </a:endParaRPr>
          </a:p>
          <a:p>
            <a:pPr algn="just">
              <a:spcBef>
                <a:spcPts val="600"/>
              </a:spcBef>
              <a:spcAft>
                <a:spcPts val="600"/>
              </a:spcAft>
              <a:defRPr/>
            </a:pPr>
            <a:r>
              <a:rPr lang="en-US" altLang="zh-CN" b="1" dirty="0" err="1" smtClean="0">
                <a:solidFill>
                  <a:schemeClr val="tx1"/>
                </a:solidFill>
              </a:rPr>
              <a:t>g</a:t>
            </a:r>
            <a:r>
              <a:rPr lang="en-US" altLang="zh-CN" b="1" baseline="-25000" dirty="0" err="1">
                <a:solidFill>
                  <a:srgbClr val="454545"/>
                </a:solidFill>
              </a:rPr>
              <a:t>i</a:t>
            </a:r>
            <a:r>
              <a:rPr lang="zh-CN" altLang="en-US" b="1" dirty="0" smtClean="0">
                <a:solidFill>
                  <a:schemeClr val="tx1"/>
                </a:solidFill>
              </a:rPr>
              <a:t>：表示第</a:t>
            </a:r>
            <a:r>
              <a:rPr lang="en-US" altLang="zh-CN" b="1" dirty="0" err="1" smtClean="0">
                <a:solidFill>
                  <a:schemeClr val="tx1"/>
                </a:solidFill>
              </a:rPr>
              <a:t>i</a:t>
            </a:r>
            <a:r>
              <a:rPr lang="zh-CN" altLang="en-US" b="1" dirty="0" smtClean="0">
                <a:solidFill>
                  <a:schemeClr val="tx1"/>
                </a:solidFill>
              </a:rPr>
              <a:t>个学生的成绩</a:t>
            </a:r>
            <a:endParaRPr lang="zh-CN" altLang="en-US" b="1" dirty="0" smtClean="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6"/>
            <a:ext cx="10515600" cy="1023010"/>
          </a:xfrm>
        </p:spPr>
        <p:txBody>
          <a:bodyPr/>
          <a:lstStyle/>
          <a:p>
            <a:r>
              <a:rPr lang="zh-CN" altLang="en-US" dirty="0" smtClean="0"/>
              <a:t>算法的流程图表示举例</a:t>
            </a:r>
            <a:endParaRPr lang="zh-CN" altLang="en-US" dirty="0"/>
          </a:p>
        </p:txBody>
      </p:sp>
      <p:sp>
        <p:nvSpPr>
          <p:cNvPr id="3" name="内容占位符 2"/>
          <p:cNvSpPr>
            <a:spLocks noGrp="1"/>
          </p:cNvSpPr>
          <p:nvPr>
            <p:ph idx="1"/>
          </p:nvPr>
        </p:nvSpPr>
        <p:spPr>
          <a:xfrm>
            <a:off x="737413" y="1287382"/>
            <a:ext cx="8470765" cy="589584"/>
          </a:xfrm>
        </p:spPr>
        <p:txBody>
          <a:bodyPr>
            <a:noAutofit/>
          </a:bodyPr>
          <a:lstStyle/>
          <a:p>
            <a:pPr marL="0" indent="0">
              <a:lnSpc>
                <a:spcPct val="120000"/>
              </a:lnSpc>
              <a:buNone/>
            </a:pPr>
            <a:r>
              <a:rPr lang="en-US" altLang="zh-CN" sz="2400" dirty="0" smtClean="0">
                <a:solidFill>
                  <a:schemeClr val="accent6"/>
                </a:solidFill>
              </a:rPr>
              <a:t>【</a:t>
            </a:r>
            <a:r>
              <a:rPr lang="zh-CN" altLang="en-US" sz="2400" dirty="0" smtClean="0">
                <a:solidFill>
                  <a:schemeClr val="accent6"/>
                </a:solidFill>
              </a:rPr>
              <a:t>例</a:t>
            </a:r>
            <a:r>
              <a:rPr lang="en-US" altLang="zh-CN" sz="2400" dirty="0" smtClean="0">
                <a:solidFill>
                  <a:schemeClr val="accent6"/>
                </a:solidFill>
              </a:rPr>
              <a:t>2.8】</a:t>
            </a:r>
            <a:r>
              <a:rPr lang="zh-CN" altLang="en-US" sz="2400" dirty="0">
                <a:solidFill>
                  <a:schemeClr val="accent6"/>
                </a:solidFill>
              </a:rPr>
              <a:t>例</a:t>
            </a:r>
            <a:r>
              <a:rPr lang="en-US" altLang="zh-CN" sz="2400" dirty="0">
                <a:solidFill>
                  <a:schemeClr val="accent6"/>
                </a:solidFill>
              </a:rPr>
              <a:t>2.3</a:t>
            </a:r>
            <a:r>
              <a:rPr lang="zh-CN" altLang="en-US" sz="2400" dirty="0">
                <a:solidFill>
                  <a:schemeClr val="accent6"/>
                </a:solidFill>
              </a:rPr>
              <a:t>判定闰年的算法用流程图表示</a:t>
            </a:r>
            <a:r>
              <a:rPr lang="zh-CN" altLang="en-US" sz="2400" dirty="0" smtClean="0">
                <a:solidFill>
                  <a:schemeClr val="accent6"/>
                </a:solidFill>
              </a:rPr>
              <a:t>。</a:t>
            </a:r>
            <a:endParaRPr lang="en-US" altLang="zh-CN" sz="2400" dirty="0" smtClean="0">
              <a:solidFill>
                <a:schemeClr val="accent6"/>
              </a:solidFill>
            </a:endParaRPr>
          </a:p>
          <a:p>
            <a:pPr marL="0" indent="0">
              <a:lnSpc>
                <a:spcPct val="120000"/>
              </a:lnSpc>
              <a:buNone/>
            </a:pPr>
            <a:r>
              <a:rPr lang="en-US" altLang="zh-CN" sz="2400" dirty="0">
                <a:solidFill>
                  <a:schemeClr val="accent6"/>
                </a:solidFill>
              </a:rPr>
              <a:t> </a:t>
            </a:r>
            <a:r>
              <a:rPr lang="en-US" altLang="zh-CN" sz="2400" dirty="0" smtClean="0">
                <a:solidFill>
                  <a:schemeClr val="accent6"/>
                </a:solidFill>
              </a:rPr>
              <a:t> </a:t>
            </a:r>
            <a:r>
              <a:rPr lang="zh-CN" altLang="en-US" sz="2400" dirty="0" smtClean="0">
                <a:solidFill>
                  <a:schemeClr val="accent6"/>
                </a:solidFill>
              </a:rPr>
              <a:t>判定</a:t>
            </a:r>
            <a:r>
              <a:rPr lang="en-US" altLang="zh-CN" sz="2400" dirty="0">
                <a:solidFill>
                  <a:schemeClr val="accent6"/>
                </a:solidFill>
              </a:rPr>
              <a:t>2000—2500</a:t>
            </a:r>
            <a:r>
              <a:rPr lang="zh-CN" altLang="en-US" sz="2400" dirty="0">
                <a:solidFill>
                  <a:schemeClr val="accent6"/>
                </a:solidFill>
              </a:rPr>
              <a:t>年中的每一年是否为闰年，将结果输出。</a:t>
            </a:r>
            <a:endParaRPr lang="zh-CN" altLang="en-US" sz="2400" dirty="0" smtClean="0">
              <a:solidFill>
                <a:schemeClr val="accent6"/>
              </a:solidFill>
            </a:endParaRPr>
          </a:p>
        </p:txBody>
      </p:sp>
      <p:grpSp>
        <p:nvGrpSpPr>
          <p:cNvPr id="20" name="组合 19"/>
          <p:cNvGrpSpPr/>
          <p:nvPr/>
        </p:nvGrpSpPr>
        <p:grpSpPr>
          <a:xfrm>
            <a:off x="1403109" y="243383"/>
            <a:ext cx="10260751" cy="6547748"/>
            <a:chOff x="1403109" y="243383"/>
            <a:chExt cx="10260751" cy="6547748"/>
          </a:xfrm>
        </p:grpSpPr>
        <p:sp>
          <p:nvSpPr>
            <p:cNvPr id="4" name="流程图: 可选过程 3"/>
            <p:cNvSpPr/>
            <p:nvPr/>
          </p:nvSpPr>
          <p:spPr>
            <a:xfrm>
              <a:off x="9394222" y="243383"/>
              <a:ext cx="1661448" cy="27113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开始</a:t>
              </a:r>
              <a:endParaRPr lang="zh-CN" altLang="en-US" dirty="0"/>
            </a:p>
          </p:txBody>
        </p:sp>
        <p:cxnSp>
          <p:nvCxnSpPr>
            <p:cNvPr id="6" name="直接箭头连接符 5"/>
            <p:cNvCxnSpPr>
              <a:stCxn id="4" idx="2"/>
            </p:cNvCxnSpPr>
            <p:nvPr/>
          </p:nvCxnSpPr>
          <p:spPr>
            <a:xfrm>
              <a:off x="10224946" y="514513"/>
              <a:ext cx="0" cy="311147"/>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8" name="流程图: 过程 7"/>
            <p:cNvSpPr/>
            <p:nvPr/>
          </p:nvSpPr>
          <p:spPr>
            <a:xfrm>
              <a:off x="9394222" y="825660"/>
              <a:ext cx="1661448" cy="264650"/>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2000=&gt;year</a:t>
              </a:r>
              <a:endParaRPr lang="zh-CN" altLang="en-US" dirty="0"/>
            </a:p>
          </p:txBody>
        </p:sp>
        <p:cxnSp>
          <p:nvCxnSpPr>
            <p:cNvPr id="22" name="直接箭头连接符 21"/>
            <p:cNvCxnSpPr/>
            <p:nvPr/>
          </p:nvCxnSpPr>
          <p:spPr>
            <a:xfrm>
              <a:off x="10224946" y="1090309"/>
              <a:ext cx="0" cy="311147"/>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a:xfrm>
              <a:off x="9914887" y="2063243"/>
              <a:ext cx="620118" cy="322198"/>
            </a:xfrm>
            <a:prstGeom prst="rect">
              <a:avLst/>
            </a:prstGeom>
            <a:noFill/>
          </p:spPr>
          <p:txBody>
            <a:bodyPr wrap="square" rtlCol="0">
              <a:spAutoFit/>
            </a:bodyPr>
            <a:lstStyle/>
            <a:p>
              <a:r>
                <a:rPr lang="en-US" altLang="zh-CN" dirty="0" smtClean="0">
                  <a:solidFill>
                    <a:schemeClr val="accent1"/>
                  </a:solidFill>
                </a:rPr>
                <a:t>N</a:t>
              </a:r>
              <a:endParaRPr lang="zh-CN" altLang="en-US" dirty="0">
                <a:solidFill>
                  <a:schemeClr val="accent1"/>
                </a:solidFill>
              </a:endParaRPr>
            </a:p>
          </p:txBody>
        </p:sp>
        <p:cxnSp>
          <p:nvCxnSpPr>
            <p:cNvPr id="32" name="直接箭头连接符 31"/>
            <p:cNvCxnSpPr/>
            <p:nvPr/>
          </p:nvCxnSpPr>
          <p:spPr>
            <a:xfrm>
              <a:off x="10224946" y="2151795"/>
              <a:ext cx="0" cy="311147"/>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40" name="直接箭头连接符 39"/>
            <p:cNvCxnSpPr/>
            <p:nvPr/>
          </p:nvCxnSpPr>
          <p:spPr>
            <a:xfrm>
              <a:off x="10229033" y="3214430"/>
              <a:ext cx="0" cy="311147"/>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41" name="流程图: 决策 40"/>
            <p:cNvSpPr/>
            <p:nvPr/>
          </p:nvSpPr>
          <p:spPr>
            <a:xfrm>
              <a:off x="9107390" y="1419715"/>
              <a:ext cx="2235112" cy="732080"/>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Year</a:t>
              </a:r>
              <a:r>
                <a:rPr lang="zh-CN" altLang="en-US" dirty="0" smtClean="0"/>
                <a:t>不能被</a:t>
              </a:r>
              <a:r>
                <a:rPr lang="en-US" altLang="zh-CN" dirty="0" smtClean="0"/>
                <a:t>4</a:t>
              </a:r>
              <a:r>
                <a:rPr lang="zh-CN" altLang="en-US" dirty="0" smtClean="0"/>
                <a:t>整除</a:t>
              </a:r>
              <a:endParaRPr lang="zh-CN" altLang="en-US" dirty="0"/>
            </a:p>
          </p:txBody>
        </p:sp>
        <p:sp>
          <p:nvSpPr>
            <p:cNvPr id="5" name="任意多边形 4"/>
            <p:cNvSpPr/>
            <p:nvPr/>
          </p:nvSpPr>
          <p:spPr>
            <a:xfrm>
              <a:off x="2423886" y="1779682"/>
              <a:ext cx="6683505" cy="2166832"/>
            </a:xfrm>
            <a:custGeom>
              <a:avLst/>
              <a:gdLst>
                <a:gd name="connsiteX0" fmla="*/ 787941 w 787941"/>
                <a:gd name="connsiteY0" fmla="*/ 0 h 398834"/>
                <a:gd name="connsiteX1" fmla="*/ 0 w 787941"/>
                <a:gd name="connsiteY1" fmla="*/ 0 h 398834"/>
                <a:gd name="connsiteX2" fmla="*/ 0 w 787941"/>
                <a:gd name="connsiteY2" fmla="*/ 398834 h 398834"/>
              </a:gdLst>
              <a:ahLst/>
              <a:cxnLst>
                <a:cxn ang="0">
                  <a:pos x="connsiteX0" y="connsiteY0"/>
                </a:cxn>
                <a:cxn ang="0">
                  <a:pos x="connsiteX1" y="connsiteY1"/>
                </a:cxn>
                <a:cxn ang="0">
                  <a:pos x="connsiteX2" y="connsiteY2"/>
                </a:cxn>
              </a:cxnLst>
              <a:rect l="l" t="t" r="r" b="b"/>
              <a:pathLst>
                <a:path w="787941" h="398834">
                  <a:moveTo>
                    <a:pt x="787941" y="0"/>
                  </a:moveTo>
                  <a:lnTo>
                    <a:pt x="0" y="0"/>
                  </a:lnTo>
                  <a:lnTo>
                    <a:pt x="0" y="398834"/>
                  </a:lnTo>
                </a:path>
              </a:pathLst>
            </a:custGeom>
            <a:ln>
              <a:tailEnd type="triangle" w="lg" len="lg"/>
            </a:ln>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noAutofit/>
            </a:bodyPr>
            <a:lstStyle/>
            <a:p>
              <a:endParaRPr lang="zh-CN" altLang="en-US">
                <a:solidFill>
                  <a:schemeClr val="tx1"/>
                </a:solidFill>
              </a:endParaRPr>
            </a:p>
          </p:txBody>
        </p:sp>
        <p:sp>
          <p:nvSpPr>
            <p:cNvPr id="42" name="文本框 41"/>
            <p:cNvSpPr txBox="1"/>
            <p:nvPr/>
          </p:nvSpPr>
          <p:spPr>
            <a:xfrm>
              <a:off x="8774104" y="1448355"/>
              <a:ext cx="620118" cy="322198"/>
            </a:xfrm>
            <a:prstGeom prst="rect">
              <a:avLst/>
            </a:prstGeom>
            <a:noFill/>
          </p:spPr>
          <p:txBody>
            <a:bodyPr wrap="square" rtlCol="0">
              <a:spAutoFit/>
            </a:bodyPr>
            <a:lstStyle/>
            <a:p>
              <a:r>
                <a:rPr lang="en-US" altLang="zh-CN" dirty="0" smtClean="0">
                  <a:solidFill>
                    <a:schemeClr val="accent1"/>
                  </a:solidFill>
                </a:rPr>
                <a:t>Y</a:t>
              </a:r>
              <a:endParaRPr lang="zh-CN" altLang="en-US" dirty="0">
                <a:solidFill>
                  <a:schemeClr val="accent1"/>
                </a:solidFill>
              </a:endParaRPr>
            </a:p>
          </p:txBody>
        </p:sp>
        <p:sp>
          <p:nvSpPr>
            <p:cNvPr id="43" name="流程图: 数据 42"/>
            <p:cNvSpPr/>
            <p:nvPr/>
          </p:nvSpPr>
          <p:spPr>
            <a:xfrm>
              <a:off x="9250805" y="3525578"/>
              <a:ext cx="1948281" cy="463696"/>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bg1"/>
                  </a:solidFill>
                </a:rPr>
                <a:t>输出</a:t>
              </a:r>
              <a:r>
                <a:rPr lang="en-US" altLang="zh-CN" dirty="0" smtClean="0">
                  <a:solidFill>
                    <a:schemeClr val="bg1"/>
                  </a:solidFill>
                </a:rPr>
                <a:t>year</a:t>
              </a:r>
              <a:endParaRPr lang="en-US" altLang="zh-CN" dirty="0" smtClean="0">
                <a:solidFill>
                  <a:schemeClr val="bg1"/>
                </a:solidFill>
              </a:endParaRPr>
            </a:p>
            <a:p>
              <a:pPr algn="ctr"/>
              <a:r>
                <a:rPr lang="zh-CN" altLang="en-US" dirty="0" smtClean="0">
                  <a:solidFill>
                    <a:schemeClr val="bg1"/>
                  </a:solidFill>
                </a:rPr>
                <a:t>“是闰年”</a:t>
              </a:r>
              <a:endParaRPr lang="zh-CN" altLang="en-US" baseline="-25000" dirty="0">
                <a:solidFill>
                  <a:schemeClr val="bg1"/>
                </a:solidFill>
              </a:endParaRPr>
            </a:p>
          </p:txBody>
        </p:sp>
        <p:sp>
          <p:nvSpPr>
            <p:cNvPr id="14" name="任意多边形 13"/>
            <p:cNvSpPr/>
            <p:nvPr/>
          </p:nvSpPr>
          <p:spPr>
            <a:xfrm flipH="1">
              <a:off x="7799963" y="3966052"/>
              <a:ext cx="2424982" cy="702973"/>
            </a:xfrm>
            <a:custGeom>
              <a:avLst/>
              <a:gdLst>
                <a:gd name="connsiteX0" fmla="*/ 0 w 1118680"/>
                <a:gd name="connsiteY0" fmla="*/ 0 h 272375"/>
                <a:gd name="connsiteX1" fmla="*/ 0 w 1118680"/>
                <a:gd name="connsiteY1" fmla="*/ 272375 h 272375"/>
                <a:gd name="connsiteX2" fmla="*/ 1118680 w 1118680"/>
                <a:gd name="connsiteY2" fmla="*/ 272375 h 272375"/>
              </a:gdLst>
              <a:ahLst/>
              <a:cxnLst>
                <a:cxn ang="0">
                  <a:pos x="connsiteX0" y="connsiteY0"/>
                </a:cxn>
                <a:cxn ang="0">
                  <a:pos x="connsiteX1" y="connsiteY1"/>
                </a:cxn>
                <a:cxn ang="0">
                  <a:pos x="connsiteX2" y="connsiteY2"/>
                </a:cxn>
              </a:cxnLst>
              <a:rect l="l" t="t" r="r" b="b"/>
              <a:pathLst>
                <a:path w="1118680" h="272375">
                  <a:moveTo>
                    <a:pt x="0" y="0"/>
                  </a:moveTo>
                  <a:lnTo>
                    <a:pt x="0" y="272375"/>
                  </a:lnTo>
                  <a:lnTo>
                    <a:pt x="1118680" y="272375"/>
                  </a:lnTo>
                </a:path>
              </a:pathLst>
            </a:custGeom>
            <a:ln>
              <a:tailEnd type="triangle" w="lg" len="lg"/>
            </a:ln>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noAutofit/>
            </a:bodyPr>
            <a:lstStyle/>
            <a:p>
              <a:endParaRPr lang="zh-CN" altLang="en-US">
                <a:solidFill>
                  <a:schemeClr val="tx1"/>
                </a:solidFill>
              </a:endParaRPr>
            </a:p>
          </p:txBody>
        </p:sp>
        <p:sp>
          <p:nvSpPr>
            <p:cNvPr id="45" name="文本框 44"/>
            <p:cNvSpPr txBox="1"/>
            <p:nvPr/>
          </p:nvSpPr>
          <p:spPr>
            <a:xfrm>
              <a:off x="8774104" y="2483733"/>
              <a:ext cx="620118" cy="322198"/>
            </a:xfrm>
            <a:prstGeom prst="rect">
              <a:avLst/>
            </a:prstGeom>
            <a:noFill/>
          </p:spPr>
          <p:txBody>
            <a:bodyPr wrap="square" rtlCol="0">
              <a:spAutoFit/>
            </a:bodyPr>
            <a:lstStyle/>
            <a:p>
              <a:r>
                <a:rPr lang="en-US" altLang="zh-CN" dirty="0" smtClean="0">
                  <a:solidFill>
                    <a:schemeClr val="accent1"/>
                  </a:solidFill>
                </a:rPr>
                <a:t>N</a:t>
              </a:r>
              <a:endParaRPr lang="zh-CN" altLang="en-US" dirty="0">
                <a:solidFill>
                  <a:schemeClr val="accent1"/>
                </a:solidFill>
              </a:endParaRPr>
            </a:p>
          </p:txBody>
        </p:sp>
        <p:sp>
          <p:nvSpPr>
            <p:cNvPr id="49" name="流程图: 决策 48"/>
            <p:cNvSpPr/>
            <p:nvPr/>
          </p:nvSpPr>
          <p:spPr>
            <a:xfrm>
              <a:off x="9107390" y="2462812"/>
              <a:ext cx="2235112" cy="732080"/>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dirty="0" smtClean="0"/>
                <a:t>Year</a:t>
              </a:r>
              <a:r>
                <a:rPr lang="zh-CN" altLang="en-US" dirty="0" smtClean="0"/>
                <a:t>不能被</a:t>
              </a:r>
              <a:r>
                <a:rPr lang="en-US" altLang="zh-CN" dirty="0" smtClean="0"/>
                <a:t>100</a:t>
              </a:r>
              <a:r>
                <a:rPr lang="zh-CN" altLang="en-US" dirty="0" smtClean="0"/>
                <a:t>整除</a:t>
              </a:r>
              <a:endParaRPr lang="zh-CN" altLang="en-US" dirty="0"/>
            </a:p>
          </p:txBody>
        </p:sp>
        <p:sp>
          <p:nvSpPr>
            <p:cNvPr id="52" name="任意多边形 51"/>
            <p:cNvSpPr/>
            <p:nvPr/>
          </p:nvSpPr>
          <p:spPr>
            <a:xfrm>
              <a:off x="6183085" y="2825978"/>
              <a:ext cx="2936021" cy="252950"/>
            </a:xfrm>
            <a:custGeom>
              <a:avLst/>
              <a:gdLst>
                <a:gd name="connsiteX0" fmla="*/ 787941 w 787941"/>
                <a:gd name="connsiteY0" fmla="*/ 0 h 398834"/>
                <a:gd name="connsiteX1" fmla="*/ 0 w 787941"/>
                <a:gd name="connsiteY1" fmla="*/ 0 h 398834"/>
                <a:gd name="connsiteX2" fmla="*/ 0 w 787941"/>
                <a:gd name="connsiteY2" fmla="*/ 398834 h 398834"/>
              </a:gdLst>
              <a:ahLst/>
              <a:cxnLst>
                <a:cxn ang="0">
                  <a:pos x="connsiteX0" y="connsiteY0"/>
                </a:cxn>
                <a:cxn ang="0">
                  <a:pos x="connsiteX1" y="connsiteY1"/>
                </a:cxn>
                <a:cxn ang="0">
                  <a:pos x="connsiteX2" y="connsiteY2"/>
                </a:cxn>
              </a:cxnLst>
              <a:rect l="l" t="t" r="r" b="b"/>
              <a:pathLst>
                <a:path w="787941" h="398834">
                  <a:moveTo>
                    <a:pt x="787941" y="0"/>
                  </a:moveTo>
                  <a:lnTo>
                    <a:pt x="0" y="0"/>
                  </a:lnTo>
                  <a:lnTo>
                    <a:pt x="0" y="398834"/>
                  </a:lnTo>
                </a:path>
              </a:pathLst>
            </a:custGeom>
            <a:ln>
              <a:tailEnd type="triangle" w="lg" len="lg"/>
            </a:ln>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noAutofit/>
            </a:bodyPr>
            <a:lstStyle/>
            <a:p>
              <a:endParaRPr lang="zh-CN" altLang="en-US">
                <a:solidFill>
                  <a:schemeClr val="tx1"/>
                </a:solidFill>
              </a:endParaRPr>
            </a:p>
          </p:txBody>
        </p:sp>
        <p:grpSp>
          <p:nvGrpSpPr>
            <p:cNvPr id="7" name="组合 6"/>
            <p:cNvGrpSpPr/>
            <p:nvPr/>
          </p:nvGrpSpPr>
          <p:grpSpPr>
            <a:xfrm>
              <a:off x="1403109" y="3078929"/>
              <a:ext cx="7352941" cy="1186141"/>
              <a:chOff x="105545" y="3224069"/>
              <a:chExt cx="7352941" cy="1186141"/>
            </a:xfrm>
          </p:grpSpPr>
          <p:sp>
            <p:nvSpPr>
              <p:cNvPr id="36" name="文本框 35"/>
              <p:cNvSpPr txBox="1"/>
              <p:nvPr/>
            </p:nvSpPr>
            <p:spPr>
              <a:xfrm>
                <a:off x="5994357" y="3264276"/>
                <a:ext cx="620118" cy="322198"/>
              </a:xfrm>
              <a:prstGeom prst="rect">
                <a:avLst/>
              </a:prstGeom>
              <a:noFill/>
            </p:spPr>
            <p:txBody>
              <a:bodyPr wrap="square" rtlCol="0">
                <a:spAutoFit/>
              </a:bodyPr>
              <a:lstStyle/>
              <a:p>
                <a:r>
                  <a:rPr lang="en-US" altLang="zh-CN" dirty="0" smtClean="0">
                    <a:solidFill>
                      <a:schemeClr val="accent1"/>
                    </a:solidFill>
                  </a:rPr>
                  <a:t>Y</a:t>
                </a:r>
                <a:endParaRPr lang="zh-CN" altLang="en-US" dirty="0">
                  <a:solidFill>
                    <a:schemeClr val="accent1"/>
                  </a:solidFill>
                </a:endParaRPr>
              </a:p>
            </p:txBody>
          </p:sp>
          <p:sp>
            <p:nvSpPr>
              <p:cNvPr id="53" name="流程图: 决策 52"/>
              <p:cNvSpPr/>
              <p:nvPr/>
            </p:nvSpPr>
            <p:spPr>
              <a:xfrm>
                <a:off x="3759245" y="3224069"/>
                <a:ext cx="2235112" cy="732080"/>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noAutofit/>
              </a:bodyPr>
              <a:lstStyle/>
              <a:p>
                <a:pPr algn="ctr"/>
                <a:r>
                  <a:rPr lang="en-US" altLang="zh-CN" dirty="0"/>
                  <a:t>Year</a:t>
                </a:r>
                <a:r>
                  <a:rPr lang="zh-CN" altLang="en-US" dirty="0"/>
                  <a:t>不能被</a:t>
                </a:r>
                <a:r>
                  <a:rPr lang="en-US" altLang="zh-CN" dirty="0"/>
                  <a:t>400</a:t>
                </a:r>
                <a:r>
                  <a:rPr lang="zh-CN" altLang="en-US" dirty="0"/>
                  <a:t>整除</a:t>
                </a:r>
                <a:endParaRPr lang="zh-CN" altLang="en-US" dirty="0"/>
              </a:p>
            </p:txBody>
          </p:sp>
          <p:sp>
            <p:nvSpPr>
              <p:cNvPr id="54" name="任意多边形 53"/>
              <p:cNvSpPr/>
              <p:nvPr/>
            </p:nvSpPr>
            <p:spPr>
              <a:xfrm flipH="1">
                <a:off x="5994356" y="3590109"/>
                <a:ext cx="508043" cy="317432"/>
              </a:xfrm>
              <a:custGeom>
                <a:avLst/>
                <a:gdLst>
                  <a:gd name="connsiteX0" fmla="*/ 787941 w 787941"/>
                  <a:gd name="connsiteY0" fmla="*/ 0 h 398834"/>
                  <a:gd name="connsiteX1" fmla="*/ 0 w 787941"/>
                  <a:gd name="connsiteY1" fmla="*/ 0 h 398834"/>
                  <a:gd name="connsiteX2" fmla="*/ 0 w 787941"/>
                  <a:gd name="connsiteY2" fmla="*/ 398834 h 398834"/>
                </a:gdLst>
                <a:ahLst/>
                <a:cxnLst>
                  <a:cxn ang="0">
                    <a:pos x="connsiteX0" y="connsiteY0"/>
                  </a:cxn>
                  <a:cxn ang="0">
                    <a:pos x="connsiteX1" y="connsiteY1"/>
                  </a:cxn>
                  <a:cxn ang="0">
                    <a:pos x="connsiteX2" y="connsiteY2"/>
                  </a:cxn>
                </a:cxnLst>
                <a:rect l="l" t="t" r="r" b="b"/>
                <a:pathLst>
                  <a:path w="787941" h="398834">
                    <a:moveTo>
                      <a:pt x="787941" y="0"/>
                    </a:moveTo>
                    <a:lnTo>
                      <a:pt x="0" y="0"/>
                    </a:lnTo>
                    <a:lnTo>
                      <a:pt x="0" y="398834"/>
                    </a:lnTo>
                  </a:path>
                </a:pathLst>
              </a:custGeom>
              <a:ln>
                <a:tailEnd type="triangle" w="lg" len="lg"/>
              </a:ln>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noAutofit/>
              </a:bodyPr>
              <a:lstStyle/>
              <a:p>
                <a:endParaRPr lang="zh-CN" altLang="en-US">
                  <a:solidFill>
                    <a:schemeClr val="tx1"/>
                  </a:solidFill>
                </a:endParaRPr>
              </a:p>
            </p:txBody>
          </p:sp>
          <p:sp>
            <p:nvSpPr>
              <p:cNvPr id="55" name="流程图: 数据 54"/>
              <p:cNvSpPr/>
              <p:nvPr/>
            </p:nvSpPr>
            <p:spPr>
              <a:xfrm>
                <a:off x="5510205" y="3903820"/>
                <a:ext cx="1948281" cy="463696"/>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noAutofit/>
              </a:bodyPr>
              <a:lstStyle/>
              <a:p>
                <a:pPr algn="ctr"/>
                <a:r>
                  <a:rPr lang="zh-CN" altLang="en-US" dirty="0"/>
                  <a:t>输出</a:t>
                </a:r>
                <a:r>
                  <a:rPr lang="en-US" altLang="zh-CN" dirty="0"/>
                  <a:t>year</a:t>
                </a:r>
                <a:endParaRPr lang="en-US" altLang="zh-CN" dirty="0"/>
              </a:p>
              <a:p>
                <a:pPr algn="ctr"/>
                <a:r>
                  <a:rPr lang="zh-CN" altLang="en-US" dirty="0"/>
                  <a:t>“不是闰年”</a:t>
                </a:r>
                <a:endParaRPr lang="zh-CN" altLang="en-US" dirty="0"/>
              </a:p>
            </p:txBody>
          </p:sp>
          <p:sp>
            <p:nvSpPr>
              <p:cNvPr id="56" name="文本框 55"/>
              <p:cNvSpPr txBox="1"/>
              <p:nvPr/>
            </p:nvSpPr>
            <p:spPr>
              <a:xfrm>
                <a:off x="3401002" y="3252229"/>
                <a:ext cx="620118" cy="369332"/>
              </a:xfrm>
              <a:prstGeom prst="rect">
                <a:avLst/>
              </a:prstGeom>
              <a:noFill/>
            </p:spPr>
            <p:txBody>
              <a:bodyPr wrap="square" rtlCol="0">
                <a:spAutoFit/>
              </a:bodyPr>
              <a:lstStyle/>
              <a:p>
                <a:r>
                  <a:rPr lang="en-US" altLang="zh-CN" dirty="0" smtClean="0">
                    <a:solidFill>
                      <a:schemeClr val="accent1"/>
                    </a:solidFill>
                  </a:rPr>
                  <a:t>N</a:t>
                </a:r>
                <a:endParaRPr lang="zh-CN" altLang="en-US" dirty="0">
                  <a:solidFill>
                    <a:schemeClr val="accent1"/>
                  </a:solidFill>
                </a:endParaRPr>
              </a:p>
            </p:txBody>
          </p:sp>
          <p:sp>
            <p:nvSpPr>
              <p:cNvPr id="57" name="任意多边形 56"/>
              <p:cNvSpPr/>
              <p:nvPr/>
            </p:nvSpPr>
            <p:spPr>
              <a:xfrm>
                <a:off x="3139127" y="3590109"/>
                <a:ext cx="609260" cy="317432"/>
              </a:xfrm>
              <a:custGeom>
                <a:avLst/>
                <a:gdLst>
                  <a:gd name="connsiteX0" fmla="*/ 787941 w 787941"/>
                  <a:gd name="connsiteY0" fmla="*/ 0 h 398834"/>
                  <a:gd name="connsiteX1" fmla="*/ 0 w 787941"/>
                  <a:gd name="connsiteY1" fmla="*/ 0 h 398834"/>
                  <a:gd name="connsiteX2" fmla="*/ 0 w 787941"/>
                  <a:gd name="connsiteY2" fmla="*/ 398834 h 398834"/>
                </a:gdLst>
                <a:ahLst/>
                <a:cxnLst>
                  <a:cxn ang="0">
                    <a:pos x="connsiteX0" y="connsiteY0"/>
                  </a:cxn>
                  <a:cxn ang="0">
                    <a:pos x="connsiteX1" y="connsiteY1"/>
                  </a:cxn>
                  <a:cxn ang="0">
                    <a:pos x="connsiteX2" y="connsiteY2"/>
                  </a:cxn>
                </a:cxnLst>
                <a:rect l="l" t="t" r="r" b="b"/>
                <a:pathLst>
                  <a:path w="787941" h="398834">
                    <a:moveTo>
                      <a:pt x="787941" y="0"/>
                    </a:moveTo>
                    <a:lnTo>
                      <a:pt x="0" y="0"/>
                    </a:lnTo>
                    <a:lnTo>
                      <a:pt x="0" y="398834"/>
                    </a:lnTo>
                  </a:path>
                </a:pathLst>
              </a:custGeom>
              <a:ln>
                <a:tailEnd type="triangle" w="lg" len="lg"/>
              </a:ln>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noAutofit/>
              </a:bodyPr>
              <a:lstStyle/>
              <a:p>
                <a:endParaRPr lang="zh-CN" altLang="en-US">
                  <a:solidFill>
                    <a:schemeClr val="tx1"/>
                  </a:solidFill>
                </a:endParaRPr>
              </a:p>
            </p:txBody>
          </p:sp>
          <p:sp>
            <p:nvSpPr>
              <p:cNvPr id="58" name="流程图: 数据 57"/>
              <p:cNvSpPr/>
              <p:nvPr/>
            </p:nvSpPr>
            <p:spPr>
              <a:xfrm>
                <a:off x="2164986" y="3912301"/>
                <a:ext cx="1948281" cy="463696"/>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noAutofit/>
              </a:bodyPr>
              <a:lstStyle/>
              <a:p>
                <a:pPr algn="ctr"/>
                <a:r>
                  <a:rPr lang="zh-CN" altLang="en-US" dirty="0"/>
                  <a:t>输出</a:t>
                </a:r>
                <a:r>
                  <a:rPr lang="en-US" altLang="zh-CN" dirty="0"/>
                  <a:t>year</a:t>
                </a:r>
                <a:endParaRPr lang="en-US" altLang="zh-CN" dirty="0"/>
              </a:p>
              <a:p>
                <a:pPr algn="ctr"/>
                <a:r>
                  <a:rPr lang="zh-CN" altLang="en-US" dirty="0" smtClean="0"/>
                  <a:t>“是闰年”</a:t>
                </a:r>
                <a:endParaRPr lang="zh-CN" altLang="en-US" dirty="0"/>
              </a:p>
            </p:txBody>
          </p:sp>
          <p:sp>
            <p:nvSpPr>
              <p:cNvPr id="59" name="流程图: 数据 58"/>
              <p:cNvSpPr/>
              <p:nvPr/>
            </p:nvSpPr>
            <p:spPr>
              <a:xfrm>
                <a:off x="105545" y="3946514"/>
                <a:ext cx="1948281" cy="463696"/>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45720" rIns="0" bIns="45720" numCol="1" spcCol="0" rtlCol="0" fromWordArt="0" anchor="ctr" anchorCtr="0" forceAA="0" compatLnSpc="1">
                <a:noAutofit/>
              </a:bodyPr>
              <a:lstStyle/>
              <a:p>
                <a:pPr algn="ctr"/>
                <a:r>
                  <a:rPr lang="zh-CN" altLang="en-US" dirty="0"/>
                  <a:t>输出</a:t>
                </a:r>
                <a:r>
                  <a:rPr lang="en-US" altLang="zh-CN" dirty="0"/>
                  <a:t>year</a:t>
                </a:r>
                <a:endParaRPr lang="en-US" altLang="zh-CN" dirty="0"/>
              </a:p>
              <a:p>
                <a:pPr algn="ctr"/>
                <a:r>
                  <a:rPr lang="zh-CN" altLang="en-US" dirty="0" smtClean="0"/>
                  <a:t>“不是闰年”</a:t>
                </a:r>
                <a:endParaRPr lang="zh-CN" altLang="en-US" dirty="0"/>
              </a:p>
            </p:txBody>
          </p:sp>
        </p:grpSp>
        <p:sp>
          <p:nvSpPr>
            <p:cNvPr id="60" name="任意多边形 59"/>
            <p:cNvSpPr/>
            <p:nvPr/>
          </p:nvSpPr>
          <p:spPr>
            <a:xfrm flipH="1">
              <a:off x="6183085" y="4231162"/>
              <a:ext cx="1616878" cy="210211"/>
            </a:xfrm>
            <a:custGeom>
              <a:avLst/>
              <a:gdLst>
                <a:gd name="connsiteX0" fmla="*/ 0 w 1118680"/>
                <a:gd name="connsiteY0" fmla="*/ 0 h 272375"/>
                <a:gd name="connsiteX1" fmla="*/ 0 w 1118680"/>
                <a:gd name="connsiteY1" fmla="*/ 272375 h 272375"/>
                <a:gd name="connsiteX2" fmla="*/ 1118680 w 1118680"/>
                <a:gd name="connsiteY2" fmla="*/ 272375 h 272375"/>
              </a:gdLst>
              <a:ahLst/>
              <a:cxnLst>
                <a:cxn ang="0">
                  <a:pos x="connsiteX0" y="connsiteY0"/>
                </a:cxn>
                <a:cxn ang="0">
                  <a:pos x="connsiteX1" y="connsiteY1"/>
                </a:cxn>
                <a:cxn ang="0">
                  <a:pos x="connsiteX2" y="connsiteY2"/>
                </a:cxn>
              </a:cxnLst>
              <a:rect l="l" t="t" r="r" b="b"/>
              <a:pathLst>
                <a:path w="1118680" h="272375">
                  <a:moveTo>
                    <a:pt x="0" y="0"/>
                  </a:moveTo>
                  <a:lnTo>
                    <a:pt x="0" y="272375"/>
                  </a:lnTo>
                  <a:lnTo>
                    <a:pt x="1118680" y="272375"/>
                  </a:lnTo>
                </a:path>
              </a:pathLst>
            </a:custGeom>
            <a:ln>
              <a:tailEnd type="triangle" w="lg" len="lg"/>
            </a:ln>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noAutofit/>
            </a:bodyPr>
            <a:lstStyle/>
            <a:p>
              <a:endParaRPr lang="zh-CN" altLang="en-US">
                <a:solidFill>
                  <a:schemeClr val="tx1"/>
                </a:solidFill>
              </a:endParaRPr>
            </a:p>
          </p:txBody>
        </p:sp>
        <p:sp>
          <p:nvSpPr>
            <p:cNvPr id="61" name="任意多边形 60"/>
            <p:cNvSpPr/>
            <p:nvPr/>
          </p:nvSpPr>
          <p:spPr>
            <a:xfrm>
              <a:off x="4436691" y="4262437"/>
              <a:ext cx="1746394" cy="178936"/>
            </a:xfrm>
            <a:custGeom>
              <a:avLst/>
              <a:gdLst>
                <a:gd name="connsiteX0" fmla="*/ 0 w 1118680"/>
                <a:gd name="connsiteY0" fmla="*/ 0 h 272375"/>
                <a:gd name="connsiteX1" fmla="*/ 0 w 1118680"/>
                <a:gd name="connsiteY1" fmla="*/ 272375 h 272375"/>
                <a:gd name="connsiteX2" fmla="*/ 1118680 w 1118680"/>
                <a:gd name="connsiteY2" fmla="*/ 272375 h 272375"/>
              </a:gdLst>
              <a:ahLst/>
              <a:cxnLst>
                <a:cxn ang="0">
                  <a:pos x="connsiteX0" y="connsiteY0"/>
                </a:cxn>
                <a:cxn ang="0">
                  <a:pos x="connsiteX1" y="connsiteY1"/>
                </a:cxn>
                <a:cxn ang="0">
                  <a:pos x="connsiteX2" y="connsiteY2"/>
                </a:cxn>
              </a:cxnLst>
              <a:rect l="l" t="t" r="r" b="b"/>
              <a:pathLst>
                <a:path w="1118680" h="272375">
                  <a:moveTo>
                    <a:pt x="0" y="0"/>
                  </a:moveTo>
                  <a:lnTo>
                    <a:pt x="0" y="272375"/>
                  </a:lnTo>
                  <a:lnTo>
                    <a:pt x="1118680" y="272375"/>
                  </a:lnTo>
                </a:path>
              </a:pathLst>
            </a:custGeom>
            <a:ln>
              <a:tailEnd type="triangle" w="lg" len="lg"/>
            </a:ln>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noAutofit/>
            </a:bodyPr>
            <a:lstStyle/>
            <a:p>
              <a:endParaRPr lang="zh-CN" altLang="en-US">
                <a:solidFill>
                  <a:schemeClr val="tx1"/>
                </a:solidFill>
              </a:endParaRPr>
            </a:p>
          </p:txBody>
        </p:sp>
        <p:sp>
          <p:nvSpPr>
            <p:cNvPr id="62" name="任意多边形 61"/>
            <p:cNvSpPr/>
            <p:nvPr/>
          </p:nvSpPr>
          <p:spPr>
            <a:xfrm>
              <a:off x="6165031" y="4460959"/>
              <a:ext cx="1616878" cy="208066"/>
            </a:xfrm>
            <a:custGeom>
              <a:avLst/>
              <a:gdLst>
                <a:gd name="connsiteX0" fmla="*/ 0 w 1118680"/>
                <a:gd name="connsiteY0" fmla="*/ 0 h 272375"/>
                <a:gd name="connsiteX1" fmla="*/ 0 w 1118680"/>
                <a:gd name="connsiteY1" fmla="*/ 272375 h 272375"/>
                <a:gd name="connsiteX2" fmla="*/ 1118680 w 1118680"/>
                <a:gd name="connsiteY2" fmla="*/ 272375 h 272375"/>
              </a:gdLst>
              <a:ahLst/>
              <a:cxnLst>
                <a:cxn ang="0">
                  <a:pos x="connsiteX0" y="connsiteY0"/>
                </a:cxn>
                <a:cxn ang="0">
                  <a:pos x="connsiteX1" y="connsiteY1"/>
                </a:cxn>
                <a:cxn ang="0">
                  <a:pos x="connsiteX2" y="connsiteY2"/>
                </a:cxn>
              </a:cxnLst>
              <a:rect l="l" t="t" r="r" b="b"/>
              <a:pathLst>
                <a:path w="1118680" h="272375">
                  <a:moveTo>
                    <a:pt x="0" y="0"/>
                  </a:moveTo>
                  <a:lnTo>
                    <a:pt x="0" y="272375"/>
                  </a:lnTo>
                  <a:lnTo>
                    <a:pt x="1118680" y="272375"/>
                  </a:lnTo>
                </a:path>
              </a:pathLst>
            </a:custGeom>
            <a:ln>
              <a:tailEnd type="triangle" w="lg" len="lg"/>
            </a:ln>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noAutofit/>
            </a:bodyPr>
            <a:lstStyle/>
            <a:p>
              <a:endParaRPr lang="zh-CN" altLang="en-US">
                <a:solidFill>
                  <a:schemeClr val="tx1"/>
                </a:solidFill>
              </a:endParaRPr>
            </a:p>
          </p:txBody>
        </p:sp>
        <p:cxnSp>
          <p:nvCxnSpPr>
            <p:cNvPr id="63" name="直接箭头连接符 62"/>
            <p:cNvCxnSpPr/>
            <p:nvPr/>
          </p:nvCxnSpPr>
          <p:spPr>
            <a:xfrm>
              <a:off x="7781910" y="4687469"/>
              <a:ext cx="18052" cy="392535"/>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64" name="任意多边形 63"/>
            <p:cNvSpPr/>
            <p:nvPr/>
          </p:nvSpPr>
          <p:spPr>
            <a:xfrm>
              <a:off x="2423886" y="4305979"/>
              <a:ext cx="5376076" cy="555028"/>
            </a:xfrm>
            <a:custGeom>
              <a:avLst/>
              <a:gdLst>
                <a:gd name="connsiteX0" fmla="*/ 0 w 1118680"/>
                <a:gd name="connsiteY0" fmla="*/ 0 h 272375"/>
                <a:gd name="connsiteX1" fmla="*/ 0 w 1118680"/>
                <a:gd name="connsiteY1" fmla="*/ 272375 h 272375"/>
                <a:gd name="connsiteX2" fmla="*/ 1118680 w 1118680"/>
                <a:gd name="connsiteY2" fmla="*/ 272375 h 272375"/>
              </a:gdLst>
              <a:ahLst/>
              <a:cxnLst>
                <a:cxn ang="0">
                  <a:pos x="connsiteX0" y="connsiteY0"/>
                </a:cxn>
                <a:cxn ang="0">
                  <a:pos x="connsiteX1" y="connsiteY1"/>
                </a:cxn>
                <a:cxn ang="0">
                  <a:pos x="connsiteX2" y="connsiteY2"/>
                </a:cxn>
              </a:cxnLst>
              <a:rect l="l" t="t" r="r" b="b"/>
              <a:pathLst>
                <a:path w="1118680" h="272375">
                  <a:moveTo>
                    <a:pt x="0" y="0"/>
                  </a:moveTo>
                  <a:lnTo>
                    <a:pt x="0" y="272375"/>
                  </a:lnTo>
                  <a:lnTo>
                    <a:pt x="1118680" y="272375"/>
                  </a:lnTo>
                </a:path>
              </a:pathLst>
            </a:custGeom>
            <a:ln>
              <a:tailEnd type="triangle" w="lg" len="lg"/>
            </a:ln>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noAutofit/>
            </a:bodyPr>
            <a:lstStyle/>
            <a:p>
              <a:endParaRPr lang="zh-CN" altLang="en-US">
                <a:solidFill>
                  <a:schemeClr val="tx1"/>
                </a:solidFill>
              </a:endParaRPr>
            </a:p>
          </p:txBody>
        </p:sp>
        <p:sp>
          <p:nvSpPr>
            <p:cNvPr id="65" name="流程图: 过程 64"/>
            <p:cNvSpPr/>
            <p:nvPr/>
          </p:nvSpPr>
          <p:spPr>
            <a:xfrm>
              <a:off x="6951186" y="5080004"/>
              <a:ext cx="1661448" cy="264650"/>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Year+1=&gt;year</a:t>
              </a:r>
              <a:endParaRPr lang="zh-CN" altLang="en-US" dirty="0"/>
            </a:p>
          </p:txBody>
        </p:sp>
        <p:cxnSp>
          <p:nvCxnSpPr>
            <p:cNvPr id="66" name="直接箭头连接符 65"/>
            <p:cNvCxnSpPr/>
            <p:nvPr/>
          </p:nvCxnSpPr>
          <p:spPr>
            <a:xfrm>
              <a:off x="7799962" y="5344654"/>
              <a:ext cx="0" cy="311147"/>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67" name="流程图: 决策 66"/>
            <p:cNvSpPr/>
            <p:nvPr/>
          </p:nvSpPr>
          <p:spPr>
            <a:xfrm>
              <a:off x="6682406" y="5655801"/>
              <a:ext cx="2235112" cy="556318"/>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zh-CN" dirty="0" smtClean="0"/>
                <a:t>Year&gt;2500</a:t>
              </a:r>
              <a:endParaRPr lang="zh-CN" altLang="en-US" dirty="0"/>
            </a:p>
          </p:txBody>
        </p:sp>
        <p:sp>
          <p:nvSpPr>
            <p:cNvPr id="68" name="文本框 67"/>
            <p:cNvSpPr txBox="1"/>
            <p:nvPr/>
          </p:nvSpPr>
          <p:spPr>
            <a:xfrm>
              <a:off x="9954979" y="3133044"/>
              <a:ext cx="620118" cy="322198"/>
            </a:xfrm>
            <a:prstGeom prst="rect">
              <a:avLst/>
            </a:prstGeom>
            <a:noFill/>
          </p:spPr>
          <p:txBody>
            <a:bodyPr wrap="square" rtlCol="0">
              <a:spAutoFit/>
            </a:bodyPr>
            <a:lstStyle/>
            <a:p>
              <a:r>
                <a:rPr lang="en-US" altLang="zh-CN" dirty="0" smtClean="0">
                  <a:solidFill>
                    <a:schemeClr val="accent1"/>
                  </a:solidFill>
                </a:rPr>
                <a:t>Y</a:t>
              </a:r>
              <a:endParaRPr lang="zh-CN" altLang="en-US" dirty="0">
                <a:solidFill>
                  <a:schemeClr val="accent1"/>
                </a:solidFill>
              </a:endParaRPr>
            </a:p>
          </p:txBody>
        </p:sp>
        <p:cxnSp>
          <p:nvCxnSpPr>
            <p:cNvPr id="69" name="直接箭头连接符 68"/>
            <p:cNvCxnSpPr/>
            <p:nvPr/>
          </p:nvCxnSpPr>
          <p:spPr>
            <a:xfrm>
              <a:off x="7799962" y="6212119"/>
              <a:ext cx="0" cy="311147"/>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70" name="文本框 69"/>
            <p:cNvSpPr txBox="1"/>
            <p:nvPr/>
          </p:nvSpPr>
          <p:spPr>
            <a:xfrm>
              <a:off x="7471851" y="6151886"/>
              <a:ext cx="620118" cy="322198"/>
            </a:xfrm>
            <a:prstGeom prst="rect">
              <a:avLst/>
            </a:prstGeom>
            <a:noFill/>
          </p:spPr>
          <p:txBody>
            <a:bodyPr wrap="square" rtlCol="0">
              <a:spAutoFit/>
            </a:bodyPr>
            <a:lstStyle/>
            <a:p>
              <a:r>
                <a:rPr lang="en-US" altLang="zh-CN" dirty="0" smtClean="0">
                  <a:solidFill>
                    <a:schemeClr val="accent1"/>
                  </a:solidFill>
                </a:rPr>
                <a:t>Y</a:t>
              </a:r>
              <a:endParaRPr lang="zh-CN" altLang="en-US" dirty="0">
                <a:solidFill>
                  <a:schemeClr val="accent1"/>
                </a:solidFill>
              </a:endParaRPr>
            </a:p>
          </p:txBody>
        </p:sp>
        <p:sp>
          <p:nvSpPr>
            <p:cNvPr id="71" name="流程图: 可选过程 70"/>
            <p:cNvSpPr/>
            <p:nvPr/>
          </p:nvSpPr>
          <p:spPr>
            <a:xfrm>
              <a:off x="6969238" y="6520001"/>
              <a:ext cx="1661448" cy="27113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结束</a:t>
              </a:r>
              <a:endParaRPr lang="zh-CN" altLang="en-US" dirty="0"/>
            </a:p>
          </p:txBody>
        </p:sp>
        <p:sp>
          <p:nvSpPr>
            <p:cNvPr id="72" name="任意多边形 71"/>
            <p:cNvSpPr/>
            <p:nvPr/>
          </p:nvSpPr>
          <p:spPr>
            <a:xfrm flipV="1">
              <a:off x="10236662" y="1217793"/>
              <a:ext cx="1427198" cy="4716167"/>
            </a:xfrm>
            <a:custGeom>
              <a:avLst/>
              <a:gdLst>
                <a:gd name="connsiteX0" fmla="*/ 0 w 743803"/>
                <a:gd name="connsiteY0" fmla="*/ 0 h 1378424"/>
                <a:gd name="connsiteX1" fmla="*/ 743803 w 743803"/>
                <a:gd name="connsiteY1" fmla="*/ 0 h 1378424"/>
                <a:gd name="connsiteX2" fmla="*/ 743803 w 743803"/>
                <a:gd name="connsiteY2" fmla="*/ 1378424 h 1378424"/>
                <a:gd name="connsiteX3" fmla="*/ 0 w 743803"/>
                <a:gd name="connsiteY3" fmla="*/ 1378424 h 1378424"/>
              </a:gdLst>
              <a:ahLst/>
              <a:cxnLst>
                <a:cxn ang="0">
                  <a:pos x="connsiteX0" y="connsiteY0"/>
                </a:cxn>
                <a:cxn ang="0">
                  <a:pos x="connsiteX1" y="connsiteY1"/>
                </a:cxn>
                <a:cxn ang="0">
                  <a:pos x="connsiteX2" y="connsiteY2"/>
                </a:cxn>
                <a:cxn ang="0">
                  <a:pos x="connsiteX3" y="connsiteY3"/>
                </a:cxn>
              </a:cxnLst>
              <a:rect l="l" t="t" r="r" b="b"/>
              <a:pathLst>
                <a:path w="743803" h="1378424">
                  <a:moveTo>
                    <a:pt x="0" y="0"/>
                  </a:moveTo>
                  <a:lnTo>
                    <a:pt x="743803" y="0"/>
                  </a:lnTo>
                  <a:lnTo>
                    <a:pt x="743803" y="1378424"/>
                  </a:lnTo>
                  <a:lnTo>
                    <a:pt x="0" y="1378424"/>
                  </a:lnTo>
                </a:path>
              </a:pathLst>
            </a:custGeom>
            <a:ln>
              <a:tailEnd type="triangle" w="lg" len="lg"/>
            </a:ln>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noAutofit/>
            </a:bodyPr>
            <a:lstStyle/>
            <a:p>
              <a:endParaRPr lang="zh-CN" altLang="en-US"/>
            </a:p>
          </p:txBody>
        </p:sp>
        <p:cxnSp>
          <p:nvCxnSpPr>
            <p:cNvPr id="19" name="直接连接符 18"/>
            <p:cNvCxnSpPr>
              <a:stCxn id="67" idx="3"/>
            </p:cNvCxnSpPr>
            <p:nvPr/>
          </p:nvCxnSpPr>
          <p:spPr>
            <a:xfrm>
              <a:off x="8917518" y="5933960"/>
              <a:ext cx="1319144" cy="2387"/>
            </a:xfrm>
            <a:prstGeom prst="line">
              <a:avLst/>
            </a:prstGeom>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算法的流程图表示举例</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838200" y="1562211"/>
                <a:ext cx="8470765" cy="589584"/>
              </a:xfrm>
            </p:spPr>
            <p:txBody>
              <a:bodyPr>
                <a:noAutofit/>
              </a:bodyPr>
              <a:lstStyle/>
              <a:p>
                <a:pPr marL="0" indent="0">
                  <a:lnSpc>
                    <a:spcPct val="120000"/>
                  </a:lnSpc>
                  <a:buNone/>
                </a:pPr>
                <a:r>
                  <a:rPr lang="en-US" altLang="zh-CN" sz="2400" dirty="0" smtClean="0">
                    <a:solidFill>
                      <a:schemeClr val="accent1"/>
                    </a:solidFill>
                  </a:rPr>
                  <a:t>【</a:t>
                </a:r>
                <a:r>
                  <a:rPr lang="zh-CN" altLang="en-US" sz="2400" dirty="0" smtClean="0">
                    <a:solidFill>
                      <a:schemeClr val="accent1"/>
                    </a:solidFill>
                  </a:rPr>
                  <a:t>例</a:t>
                </a:r>
                <a:r>
                  <a:rPr lang="en-US" altLang="zh-CN" sz="2400" dirty="0" smtClean="0">
                    <a:solidFill>
                      <a:schemeClr val="accent1"/>
                    </a:solidFill>
                  </a:rPr>
                  <a:t>2.9】</a:t>
                </a:r>
                <a:r>
                  <a:rPr lang="zh-CN" altLang="en-US" sz="2400" dirty="0">
                    <a:solidFill>
                      <a:schemeClr val="accent1"/>
                    </a:solidFill>
                  </a:rPr>
                  <a:t>将例</a:t>
                </a:r>
                <a:r>
                  <a:rPr lang="en-US" altLang="zh-CN" sz="2400" dirty="0">
                    <a:solidFill>
                      <a:schemeClr val="accent1"/>
                    </a:solidFill>
                  </a:rPr>
                  <a:t>2.4</a:t>
                </a:r>
                <a:r>
                  <a:rPr lang="zh-CN" altLang="en-US" sz="2400" dirty="0">
                    <a:solidFill>
                      <a:schemeClr val="accent1"/>
                    </a:solidFill>
                  </a:rPr>
                  <a:t>的算法用流程图</a:t>
                </a:r>
                <a:r>
                  <a:rPr lang="zh-CN" altLang="en-US" sz="2400" dirty="0" smtClean="0">
                    <a:solidFill>
                      <a:schemeClr val="accent1"/>
                    </a:solidFill>
                  </a:rPr>
                  <a:t>表示。</a:t>
                </a:r>
                <a:endParaRPr lang="en-US" altLang="zh-CN" sz="2400" dirty="0" smtClean="0">
                  <a:solidFill>
                    <a:schemeClr val="accent1"/>
                  </a:solidFill>
                </a:endParaRPr>
              </a:p>
              <a:p>
                <a:pPr marL="0" indent="0">
                  <a:lnSpc>
                    <a:spcPct val="120000"/>
                  </a:lnSpc>
                  <a:buNone/>
                </a:pPr>
                <a:r>
                  <a:rPr lang="zh-CN" altLang="en-US" sz="2000" dirty="0" smtClean="0">
                    <a:solidFill>
                      <a:schemeClr val="accent1"/>
                    </a:solidFill>
                  </a:rPr>
                  <a:t>  </a:t>
                </a:r>
                <a:r>
                  <a:rPr lang="zh-CN" altLang="en-US" sz="2400" dirty="0" smtClean="0">
                    <a:solidFill>
                      <a:schemeClr val="accent1"/>
                    </a:solidFill>
                  </a:rPr>
                  <a:t>求 </a:t>
                </a:r>
                <a14:m>
                  <m:oMath xmlns:m="http://schemas.openxmlformats.org/officeDocument/2006/math">
                    <m:r>
                      <a:rPr lang="en-US" altLang="zh-CN" sz="2400">
                        <a:solidFill>
                          <a:schemeClr val="accent1"/>
                        </a:solidFill>
                        <a:latin typeface="Cambria Math" panose="02040503050406030204" pitchFamily="18" charset="0"/>
                      </a:rPr>
                      <m:t>1</m:t>
                    </m:r>
                    <m:r>
                      <a:rPr lang="zh-CN" altLang="en-US" sz="2400" i="1">
                        <a:solidFill>
                          <a:schemeClr val="accent1"/>
                        </a:solidFill>
                        <a:latin typeface="Cambria Math" panose="02040503050406030204" pitchFamily="18" charset="0"/>
                      </a:rPr>
                      <m:t>−</m:t>
                    </m:r>
                    <m:f>
                      <m:fPr>
                        <m:ctrlPr>
                          <a:rPr lang="zh-CN" altLang="zh-CN" sz="2400" i="1">
                            <a:solidFill>
                              <a:schemeClr val="accent1"/>
                            </a:solidFill>
                            <a:latin typeface="Cambria Math" panose="02040503050406030204" pitchFamily="18" charset="0"/>
                          </a:rPr>
                        </m:ctrlPr>
                      </m:fPr>
                      <m:num>
                        <m:r>
                          <a:rPr lang="en-US" altLang="zh-CN" sz="2400">
                            <a:solidFill>
                              <a:schemeClr val="accent1"/>
                            </a:solidFill>
                            <a:latin typeface="Cambria Math" panose="02040503050406030204" pitchFamily="18" charset="0"/>
                          </a:rPr>
                          <m:t>1</m:t>
                        </m:r>
                      </m:num>
                      <m:den>
                        <m:r>
                          <a:rPr lang="en-US" altLang="zh-CN" sz="2400">
                            <a:solidFill>
                              <a:schemeClr val="accent1"/>
                            </a:solidFill>
                            <a:latin typeface="Cambria Math" panose="02040503050406030204" pitchFamily="18" charset="0"/>
                          </a:rPr>
                          <m:t>2</m:t>
                        </m:r>
                      </m:den>
                    </m:f>
                    <m:r>
                      <a:rPr lang="en-US" altLang="zh-CN" sz="2400" i="1">
                        <a:solidFill>
                          <a:schemeClr val="accent1"/>
                        </a:solidFill>
                        <a:latin typeface="Cambria Math" panose="02040503050406030204" pitchFamily="18" charset="0"/>
                      </a:rPr>
                      <m:t>+</m:t>
                    </m:r>
                    <m:f>
                      <m:fPr>
                        <m:ctrlPr>
                          <a:rPr lang="zh-CN" altLang="zh-CN" sz="2400" i="1">
                            <a:solidFill>
                              <a:schemeClr val="accent1"/>
                            </a:solidFill>
                            <a:latin typeface="Cambria Math" panose="02040503050406030204" pitchFamily="18" charset="0"/>
                          </a:rPr>
                        </m:ctrlPr>
                      </m:fPr>
                      <m:num>
                        <m:r>
                          <a:rPr lang="en-US" altLang="zh-CN" sz="2400" i="1">
                            <a:solidFill>
                              <a:schemeClr val="accent1"/>
                            </a:solidFill>
                            <a:latin typeface="Cambria Math" panose="02040503050406030204" pitchFamily="18" charset="0"/>
                          </a:rPr>
                          <m:t>1</m:t>
                        </m:r>
                      </m:num>
                      <m:den>
                        <m:r>
                          <a:rPr lang="en-US" altLang="zh-CN" sz="2400" i="1">
                            <a:solidFill>
                              <a:schemeClr val="accent1"/>
                            </a:solidFill>
                            <a:latin typeface="Cambria Math" panose="02040503050406030204" pitchFamily="18" charset="0"/>
                          </a:rPr>
                          <m:t>3</m:t>
                        </m:r>
                      </m:den>
                    </m:f>
                    <m:r>
                      <a:rPr lang="zh-CN" altLang="en-US" sz="2400" i="1">
                        <a:solidFill>
                          <a:schemeClr val="accent1"/>
                        </a:solidFill>
                        <a:latin typeface="Cambria Math" panose="02040503050406030204" pitchFamily="18" charset="0"/>
                      </a:rPr>
                      <m:t>−</m:t>
                    </m:r>
                    <m:f>
                      <m:fPr>
                        <m:ctrlPr>
                          <a:rPr lang="zh-CN" altLang="zh-CN" sz="2400" i="1">
                            <a:solidFill>
                              <a:schemeClr val="accent1"/>
                            </a:solidFill>
                            <a:latin typeface="Cambria Math" panose="02040503050406030204" pitchFamily="18" charset="0"/>
                          </a:rPr>
                        </m:ctrlPr>
                      </m:fPr>
                      <m:num>
                        <m:r>
                          <a:rPr lang="en-US" altLang="zh-CN" sz="2400" i="1">
                            <a:solidFill>
                              <a:schemeClr val="accent1"/>
                            </a:solidFill>
                            <a:latin typeface="Cambria Math" panose="02040503050406030204" pitchFamily="18" charset="0"/>
                          </a:rPr>
                          <m:t>1</m:t>
                        </m:r>
                      </m:num>
                      <m:den>
                        <m:r>
                          <a:rPr lang="en-US" altLang="zh-CN" sz="2400" i="1">
                            <a:solidFill>
                              <a:schemeClr val="accent1"/>
                            </a:solidFill>
                            <a:latin typeface="Cambria Math" panose="02040503050406030204" pitchFamily="18" charset="0"/>
                          </a:rPr>
                          <m:t>4</m:t>
                        </m:r>
                      </m:den>
                    </m:f>
                    <m:r>
                      <a:rPr lang="en-US" altLang="zh-CN" sz="2400" i="1">
                        <a:solidFill>
                          <a:schemeClr val="accent1"/>
                        </a:solidFill>
                        <a:latin typeface="Cambria Math" panose="02040503050406030204" pitchFamily="18" charset="0"/>
                      </a:rPr>
                      <m:t>+⋯+</m:t>
                    </m:r>
                    <m:f>
                      <m:fPr>
                        <m:ctrlPr>
                          <a:rPr lang="zh-CN" altLang="zh-CN" sz="2400" i="1">
                            <a:solidFill>
                              <a:schemeClr val="accent1"/>
                            </a:solidFill>
                            <a:latin typeface="Cambria Math" panose="02040503050406030204" pitchFamily="18" charset="0"/>
                          </a:rPr>
                        </m:ctrlPr>
                      </m:fPr>
                      <m:num>
                        <m:r>
                          <a:rPr lang="en-US" altLang="zh-CN" sz="2400" i="1">
                            <a:solidFill>
                              <a:schemeClr val="accent1"/>
                            </a:solidFill>
                            <a:latin typeface="Cambria Math" panose="02040503050406030204" pitchFamily="18" charset="0"/>
                          </a:rPr>
                          <m:t>1</m:t>
                        </m:r>
                      </m:num>
                      <m:den>
                        <m:r>
                          <a:rPr lang="en-US" altLang="zh-CN" sz="2400" i="1">
                            <a:solidFill>
                              <a:schemeClr val="accent1"/>
                            </a:solidFill>
                            <a:latin typeface="Cambria Math" panose="02040503050406030204" pitchFamily="18" charset="0"/>
                          </a:rPr>
                          <m:t>99</m:t>
                        </m:r>
                      </m:den>
                    </m:f>
                    <m:r>
                      <a:rPr lang="zh-CN" altLang="en-US" sz="2400" i="1">
                        <a:solidFill>
                          <a:schemeClr val="accent1"/>
                        </a:solidFill>
                        <a:latin typeface="Cambria Math" panose="02040503050406030204" pitchFamily="18" charset="0"/>
                      </a:rPr>
                      <m:t>−</m:t>
                    </m:r>
                    <m:f>
                      <m:fPr>
                        <m:ctrlPr>
                          <a:rPr lang="zh-CN" altLang="zh-CN" sz="2400" i="1">
                            <a:solidFill>
                              <a:schemeClr val="accent1"/>
                            </a:solidFill>
                            <a:latin typeface="Cambria Math" panose="02040503050406030204" pitchFamily="18" charset="0"/>
                          </a:rPr>
                        </m:ctrlPr>
                      </m:fPr>
                      <m:num>
                        <m:r>
                          <a:rPr lang="en-US" altLang="zh-CN" sz="2400" i="1">
                            <a:solidFill>
                              <a:schemeClr val="accent1"/>
                            </a:solidFill>
                            <a:latin typeface="Cambria Math" panose="02040503050406030204" pitchFamily="18" charset="0"/>
                          </a:rPr>
                          <m:t>1</m:t>
                        </m:r>
                      </m:num>
                      <m:den>
                        <m:r>
                          <a:rPr lang="en-US" altLang="zh-CN" sz="2400" i="1">
                            <a:solidFill>
                              <a:schemeClr val="accent1"/>
                            </a:solidFill>
                            <a:latin typeface="Cambria Math" panose="02040503050406030204" pitchFamily="18" charset="0"/>
                          </a:rPr>
                          <m:t>100</m:t>
                        </m:r>
                      </m:den>
                    </m:f>
                  </m:oMath>
                </a14:m>
                <a:endParaRPr lang="en-US" altLang="zh-CN" sz="2400" dirty="0">
                  <a:solidFill>
                    <a:schemeClr val="accent1"/>
                  </a:solidFill>
                </a:endParaRPr>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431165" y="1370965"/>
                <a:ext cx="10308590" cy="1167765"/>
              </a:xfrm>
              <a:blipFill rotWithShape="1">
                <a:blip r:embed="rId1"/>
                <a:stretch>
                  <a:fillRect l="-1152" t="-2062" b="-121649"/>
                </a:stretch>
              </a:blipFill>
            </p:spPr>
            <p:txBody>
              <a:bodyPr>
                <a:normAutofit/>
              </a:bodyPr>
              <a:lstStyle/>
              <a:p>
                <a:r>
                  <a:rPr lang="zh-CN" altLang="en-US">
                    <a:noFill/>
                  </a:rPr>
                  <a:t> </a:t>
                </a:r>
                <a:endParaRPr lang="zh-CN" altLang="en-US">
                  <a:noFill/>
                </a:endParaRPr>
              </a:p>
            </p:txBody>
          </p:sp>
        </mc:Fallback>
      </mc:AlternateContent>
      <p:grpSp>
        <p:nvGrpSpPr>
          <p:cNvPr id="46" name="组合 45"/>
          <p:cNvGrpSpPr/>
          <p:nvPr/>
        </p:nvGrpSpPr>
        <p:grpSpPr>
          <a:xfrm>
            <a:off x="3875880" y="2961489"/>
            <a:ext cx="4703445" cy="3627120"/>
            <a:chOff x="4016845" y="1795463"/>
            <a:chExt cx="4450367" cy="4733382"/>
          </a:xfrm>
        </p:grpSpPr>
        <p:sp>
          <p:nvSpPr>
            <p:cNvPr id="49" name="MH_Text_1"/>
            <p:cNvSpPr>
              <a:spLocks noChangeAspect="1"/>
            </p:cNvSpPr>
            <p:nvPr>
              <p:custDataLst>
                <p:tags r:id="rId2"/>
              </p:custDataLst>
            </p:nvPr>
          </p:nvSpPr>
          <p:spPr>
            <a:xfrm>
              <a:off x="4016845" y="2024177"/>
              <a:ext cx="4450367" cy="4504668"/>
            </a:xfrm>
            <a:prstGeom prst="roundRect">
              <a:avLst>
                <a:gd name="adj" fmla="val 1429"/>
              </a:avLst>
            </a:prstGeom>
            <a:solidFill>
              <a:srgbClr val="F2F2F2"/>
            </a:solidFill>
            <a:ln w="3175">
              <a:solidFill>
                <a:srgbClr val="D5D5D5"/>
              </a:solidFill>
              <a:prstDash val="solid"/>
            </a:ln>
          </p:spPr>
          <p:style>
            <a:lnRef idx="1">
              <a:schemeClr val="accent6"/>
            </a:lnRef>
            <a:fillRef idx="0">
              <a:schemeClr val="accent6"/>
            </a:fillRef>
            <a:effectRef idx="0">
              <a:schemeClr val="accent6"/>
            </a:effectRef>
            <a:fontRef idx="minor">
              <a:schemeClr val="tx1"/>
            </a:fontRef>
          </p:style>
          <p:txBody>
            <a:bodyPr lIns="288000" tIns="720000" rIns="288000" bIns="360000" anchor="ctr">
              <a:noAutofit/>
            </a:bodyPr>
            <a:lstStyle/>
            <a:p>
              <a:pPr algn="just">
                <a:spcBef>
                  <a:spcPts val="600"/>
                </a:spcBef>
                <a:spcAft>
                  <a:spcPts val="600"/>
                </a:spcAft>
                <a:defRPr/>
              </a:pPr>
              <a:r>
                <a:rPr lang="en-US" altLang="zh-CN" b="1" dirty="0">
                  <a:solidFill>
                    <a:srgbClr val="454545"/>
                  </a:solidFill>
                </a:rPr>
                <a:t>S1: sign=1</a:t>
              </a:r>
              <a:endParaRPr lang="en-US" altLang="zh-CN" b="1" dirty="0">
                <a:solidFill>
                  <a:srgbClr val="454545"/>
                </a:solidFill>
              </a:endParaRPr>
            </a:p>
            <a:p>
              <a:pPr algn="just">
                <a:spcBef>
                  <a:spcPts val="600"/>
                </a:spcBef>
                <a:spcAft>
                  <a:spcPts val="600"/>
                </a:spcAft>
                <a:defRPr/>
              </a:pPr>
              <a:r>
                <a:rPr lang="en-US" altLang="zh-CN" b="1" dirty="0" smtClean="0">
                  <a:solidFill>
                    <a:srgbClr val="454545"/>
                  </a:solidFill>
                </a:rPr>
                <a:t>S2</a:t>
              </a:r>
              <a:r>
                <a:rPr lang="en-US" altLang="zh-CN" b="1" dirty="0">
                  <a:solidFill>
                    <a:srgbClr val="454545"/>
                  </a:solidFill>
                </a:rPr>
                <a:t>: sum=1</a:t>
              </a:r>
              <a:endParaRPr lang="en-US" altLang="zh-CN" b="1" dirty="0">
                <a:solidFill>
                  <a:srgbClr val="454545"/>
                </a:solidFill>
              </a:endParaRPr>
            </a:p>
            <a:p>
              <a:pPr algn="just">
                <a:spcBef>
                  <a:spcPts val="600"/>
                </a:spcBef>
                <a:spcAft>
                  <a:spcPts val="600"/>
                </a:spcAft>
                <a:defRPr/>
              </a:pPr>
              <a:r>
                <a:rPr lang="en-US" altLang="zh-CN" b="1" dirty="0" smtClean="0">
                  <a:solidFill>
                    <a:srgbClr val="454545"/>
                  </a:solidFill>
                </a:rPr>
                <a:t>S3</a:t>
              </a:r>
              <a:r>
                <a:rPr lang="en-US" altLang="zh-CN" b="1" dirty="0">
                  <a:solidFill>
                    <a:srgbClr val="454545"/>
                  </a:solidFill>
                </a:rPr>
                <a:t>: </a:t>
              </a:r>
              <a:r>
                <a:rPr lang="en-US" altLang="zh-CN" b="1" dirty="0" err="1">
                  <a:solidFill>
                    <a:srgbClr val="454545"/>
                  </a:solidFill>
                </a:rPr>
                <a:t>deno</a:t>
              </a:r>
              <a:r>
                <a:rPr lang="en-US" altLang="zh-CN" b="1" dirty="0">
                  <a:solidFill>
                    <a:srgbClr val="454545"/>
                  </a:solidFill>
                </a:rPr>
                <a:t>=2</a:t>
              </a:r>
              <a:endParaRPr lang="en-US" altLang="zh-CN" b="1" dirty="0">
                <a:solidFill>
                  <a:srgbClr val="454545"/>
                </a:solidFill>
              </a:endParaRPr>
            </a:p>
            <a:p>
              <a:pPr algn="just">
                <a:spcBef>
                  <a:spcPts val="600"/>
                </a:spcBef>
                <a:spcAft>
                  <a:spcPts val="600"/>
                </a:spcAft>
                <a:defRPr/>
              </a:pPr>
              <a:r>
                <a:rPr lang="en-US" altLang="zh-CN" b="1" dirty="0" smtClean="0">
                  <a:solidFill>
                    <a:srgbClr val="454545"/>
                  </a:solidFill>
                </a:rPr>
                <a:t>S4</a:t>
              </a:r>
              <a:r>
                <a:rPr lang="en-US" altLang="zh-CN" b="1" dirty="0">
                  <a:solidFill>
                    <a:srgbClr val="454545"/>
                  </a:solidFill>
                </a:rPr>
                <a:t>: sign=(-</a:t>
              </a:r>
              <a:r>
                <a:rPr lang="en-US" altLang="zh-CN" b="1" dirty="0" smtClean="0">
                  <a:solidFill>
                    <a:srgbClr val="454545"/>
                  </a:solidFill>
                </a:rPr>
                <a:t>1)*sign</a:t>
              </a:r>
              <a:endParaRPr lang="en-US" altLang="zh-CN" b="1" dirty="0">
                <a:solidFill>
                  <a:srgbClr val="454545"/>
                </a:solidFill>
              </a:endParaRPr>
            </a:p>
            <a:p>
              <a:pPr algn="just">
                <a:spcBef>
                  <a:spcPts val="600"/>
                </a:spcBef>
                <a:spcAft>
                  <a:spcPts val="600"/>
                </a:spcAft>
                <a:defRPr/>
              </a:pPr>
              <a:r>
                <a:rPr lang="en-US" altLang="zh-CN" b="1" dirty="0" smtClean="0">
                  <a:solidFill>
                    <a:srgbClr val="454545"/>
                  </a:solidFill>
                </a:rPr>
                <a:t>S5</a:t>
              </a:r>
              <a:r>
                <a:rPr lang="en-US" altLang="zh-CN" b="1" dirty="0">
                  <a:solidFill>
                    <a:srgbClr val="454545"/>
                  </a:solidFill>
                </a:rPr>
                <a:t>: </a:t>
              </a:r>
              <a:r>
                <a:rPr lang="en-US" altLang="zh-CN" b="1" dirty="0" smtClean="0">
                  <a:solidFill>
                    <a:srgbClr val="454545"/>
                  </a:solidFill>
                </a:rPr>
                <a:t>term=sign*(1/</a:t>
              </a:r>
              <a:r>
                <a:rPr lang="en-US" altLang="zh-CN" b="1" dirty="0" err="1" smtClean="0">
                  <a:solidFill>
                    <a:srgbClr val="454545"/>
                  </a:solidFill>
                </a:rPr>
                <a:t>deno</a:t>
              </a:r>
              <a:r>
                <a:rPr lang="en-US" altLang="zh-CN" b="1" dirty="0">
                  <a:solidFill>
                    <a:srgbClr val="454545"/>
                  </a:solidFill>
                </a:rPr>
                <a:t>)</a:t>
              </a:r>
              <a:endParaRPr lang="en-US" altLang="zh-CN" b="1" dirty="0">
                <a:solidFill>
                  <a:srgbClr val="454545"/>
                </a:solidFill>
              </a:endParaRPr>
            </a:p>
            <a:p>
              <a:pPr algn="just">
                <a:spcBef>
                  <a:spcPts val="600"/>
                </a:spcBef>
                <a:spcAft>
                  <a:spcPts val="600"/>
                </a:spcAft>
                <a:defRPr/>
              </a:pPr>
              <a:r>
                <a:rPr lang="en-US" altLang="zh-CN" b="1" dirty="0" smtClean="0">
                  <a:solidFill>
                    <a:srgbClr val="454545"/>
                  </a:solidFill>
                </a:rPr>
                <a:t>S6</a:t>
              </a:r>
              <a:r>
                <a:rPr lang="en-US" altLang="zh-CN" b="1" dirty="0">
                  <a:solidFill>
                    <a:srgbClr val="454545"/>
                  </a:solidFill>
                </a:rPr>
                <a:t>: sum=</a:t>
              </a:r>
              <a:r>
                <a:rPr lang="en-US" altLang="zh-CN" b="1" dirty="0" err="1">
                  <a:solidFill>
                    <a:srgbClr val="454545"/>
                  </a:solidFill>
                </a:rPr>
                <a:t>sum+term</a:t>
              </a:r>
              <a:endParaRPr lang="en-US" altLang="zh-CN" b="1" dirty="0">
                <a:solidFill>
                  <a:srgbClr val="454545"/>
                </a:solidFill>
              </a:endParaRPr>
            </a:p>
            <a:p>
              <a:pPr algn="just">
                <a:spcBef>
                  <a:spcPts val="600"/>
                </a:spcBef>
                <a:spcAft>
                  <a:spcPts val="600"/>
                </a:spcAft>
                <a:defRPr/>
              </a:pPr>
              <a:r>
                <a:rPr lang="en-US" altLang="zh-CN" b="1" dirty="0" smtClean="0">
                  <a:solidFill>
                    <a:srgbClr val="454545"/>
                  </a:solidFill>
                </a:rPr>
                <a:t>S7</a:t>
              </a:r>
              <a:r>
                <a:rPr lang="en-US" altLang="zh-CN" b="1" dirty="0">
                  <a:solidFill>
                    <a:srgbClr val="454545"/>
                  </a:solidFill>
                </a:rPr>
                <a:t>: </a:t>
              </a:r>
              <a:r>
                <a:rPr lang="en-US" altLang="zh-CN" b="1" dirty="0" err="1">
                  <a:solidFill>
                    <a:srgbClr val="454545"/>
                  </a:solidFill>
                </a:rPr>
                <a:t>deno</a:t>
              </a:r>
              <a:r>
                <a:rPr lang="en-US" altLang="zh-CN" b="1" dirty="0">
                  <a:solidFill>
                    <a:srgbClr val="454545"/>
                  </a:solidFill>
                </a:rPr>
                <a:t>=deno+1</a:t>
              </a:r>
              <a:endParaRPr lang="en-US" altLang="zh-CN" b="1" dirty="0">
                <a:solidFill>
                  <a:srgbClr val="454545"/>
                </a:solidFill>
              </a:endParaRPr>
            </a:p>
            <a:p>
              <a:pPr algn="just">
                <a:spcBef>
                  <a:spcPts val="600"/>
                </a:spcBef>
                <a:spcAft>
                  <a:spcPts val="600"/>
                </a:spcAft>
                <a:defRPr/>
              </a:pPr>
              <a:r>
                <a:rPr lang="en-US" altLang="zh-CN" b="1" dirty="0" smtClean="0">
                  <a:solidFill>
                    <a:srgbClr val="454545"/>
                  </a:solidFill>
                </a:rPr>
                <a:t>S8</a:t>
              </a:r>
              <a:r>
                <a:rPr lang="en-US" altLang="zh-CN" b="1" dirty="0">
                  <a:solidFill>
                    <a:srgbClr val="454545"/>
                  </a:solidFill>
                </a:rPr>
                <a:t>: </a:t>
              </a:r>
              <a:r>
                <a:rPr lang="zh-CN" altLang="en-US" b="1" dirty="0">
                  <a:solidFill>
                    <a:srgbClr val="454545"/>
                  </a:solidFill>
                </a:rPr>
                <a:t>若</a:t>
              </a:r>
              <a:r>
                <a:rPr lang="en-US" altLang="zh-CN" b="1" dirty="0">
                  <a:solidFill>
                    <a:srgbClr val="454545"/>
                  </a:solidFill>
                </a:rPr>
                <a:t>deno≤100</a:t>
              </a:r>
              <a:r>
                <a:rPr lang="zh-CN" altLang="en-US" b="1" dirty="0">
                  <a:solidFill>
                    <a:srgbClr val="454545"/>
                  </a:solidFill>
                </a:rPr>
                <a:t>返回</a:t>
              </a:r>
              <a:r>
                <a:rPr lang="en-US" altLang="zh-CN" b="1" dirty="0">
                  <a:solidFill>
                    <a:srgbClr val="454545"/>
                  </a:solidFill>
                </a:rPr>
                <a:t>S4</a:t>
              </a:r>
              <a:r>
                <a:rPr lang="zh-CN" altLang="en-US" b="1" dirty="0">
                  <a:solidFill>
                    <a:srgbClr val="454545"/>
                  </a:solidFill>
                </a:rPr>
                <a:t>；否则算法</a:t>
              </a:r>
              <a:r>
                <a:rPr lang="zh-CN" altLang="en-US" b="1" dirty="0" smtClean="0">
                  <a:solidFill>
                    <a:srgbClr val="454545"/>
                  </a:solidFill>
                </a:rPr>
                <a:t>结束</a:t>
              </a:r>
              <a:endParaRPr lang="zh-CN" altLang="en-US" b="1" dirty="0" smtClean="0">
                <a:solidFill>
                  <a:srgbClr val="454545"/>
                </a:solidFill>
              </a:endParaRPr>
            </a:p>
          </p:txBody>
        </p:sp>
        <p:sp>
          <p:nvSpPr>
            <p:cNvPr id="52" name="MH_Other_1"/>
            <p:cNvSpPr/>
            <p:nvPr>
              <p:custDataLst>
                <p:tags r:id="rId3"/>
              </p:custDataLst>
            </p:nvPr>
          </p:nvSpPr>
          <p:spPr>
            <a:xfrm>
              <a:off x="4621214" y="1795463"/>
              <a:ext cx="276225" cy="120650"/>
            </a:xfrm>
            <a:custGeom>
              <a:avLst/>
              <a:gdLst>
                <a:gd name="connsiteX0" fmla="*/ 131005 w 311731"/>
                <a:gd name="connsiteY0" fmla="*/ 0 h 121823"/>
                <a:gd name="connsiteX1" fmla="*/ 180725 w 311731"/>
                <a:gd name="connsiteY1" fmla="*/ 0 h 121823"/>
                <a:gd name="connsiteX2" fmla="*/ 205433 w 311731"/>
                <a:gd name="connsiteY2" fmla="*/ 4162 h 121823"/>
                <a:gd name="connsiteX3" fmla="*/ 309453 w 311731"/>
                <a:gd name="connsiteY3" fmla="*/ 109253 h 121823"/>
                <a:gd name="connsiteX4" fmla="*/ 311731 w 311731"/>
                <a:gd name="connsiteY4" fmla="*/ 121823 h 121823"/>
                <a:gd name="connsiteX5" fmla="*/ 0 w 311731"/>
                <a:gd name="connsiteY5" fmla="*/ 121823 h 121823"/>
                <a:gd name="connsiteX6" fmla="*/ 2277 w 311731"/>
                <a:gd name="connsiteY6" fmla="*/ 109253 h 121823"/>
                <a:gd name="connsiteX7" fmla="*/ 106298 w 311731"/>
                <a:gd name="connsiteY7" fmla="*/ 4162 h 121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1731" h="121823">
                  <a:moveTo>
                    <a:pt x="131005" y="0"/>
                  </a:moveTo>
                  <a:lnTo>
                    <a:pt x="180725" y="0"/>
                  </a:lnTo>
                  <a:lnTo>
                    <a:pt x="205433" y="4162"/>
                  </a:lnTo>
                  <a:cubicBezTo>
                    <a:pt x="252408" y="20443"/>
                    <a:pt x="290475" y="59254"/>
                    <a:pt x="309453" y="109253"/>
                  </a:cubicBezTo>
                  <a:lnTo>
                    <a:pt x="311731" y="121823"/>
                  </a:lnTo>
                  <a:lnTo>
                    <a:pt x="0" y="121823"/>
                  </a:lnTo>
                  <a:lnTo>
                    <a:pt x="2277" y="109253"/>
                  </a:lnTo>
                  <a:cubicBezTo>
                    <a:pt x="21256" y="59254"/>
                    <a:pt x="59323" y="20443"/>
                    <a:pt x="106298" y="4162"/>
                  </a:cubicBezTo>
                  <a:close/>
                </a:path>
              </a:pathLst>
            </a:custGeom>
            <a:gradFill>
              <a:gsLst>
                <a:gs pos="0">
                  <a:schemeClr val="accent1">
                    <a:lumMod val="50000"/>
                  </a:schemeClr>
                </a:gs>
                <a:gs pos="49000">
                  <a:schemeClr val="accent1"/>
                </a:gs>
                <a:gs pos="100000">
                  <a:schemeClr val="accent1">
                    <a:lumMod val="5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dirty="0"/>
            </a:p>
          </p:txBody>
        </p:sp>
        <p:sp>
          <p:nvSpPr>
            <p:cNvPr id="53" name="MH_Other_2"/>
            <p:cNvSpPr/>
            <p:nvPr>
              <p:custDataLst>
                <p:tags r:id="rId4"/>
              </p:custDataLst>
            </p:nvPr>
          </p:nvSpPr>
          <p:spPr>
            <a:xfrm>
              <a:off x="6948489" y="1795463"/>
              <a:ext cx="261937" cy="120650"/>
            </a:xfrm>
            <a:custGeom>
              <a:avLst/>
              <a:gdLst>
                <a:gd name="connsiteX0" fmla="*/ 145370 w 318081"/>
                <a:gd name="connsiteY0" fmla="*/ 0 h 130555"/>
                <a:gd name="connsiteX1" fmla="*/ 172710 w 318081"/>
                <a:gd name="connsiteY1" fmla="*/ 0 h 130555"/>
                <a:gd name="connsiteX2" fmla="*/ 209618 w 318081"/>
                <a:gd name="connsiteY2" fmla="*/ 6428 h 130555"/>
                <a:gd name="connsiteX3" fmla="*/ 315757 w 318081"/>
                <a:gd name="connsiteY3" fmla="*/ 117294 h 130555"/>
                <a:gd name="connsiteX4" fmla="*/ 318081 w 318081"/>
                <a:gd name="connsiteY4" fmla="*/ 130555 h 130555"/>
                <a:gd name="connsiteX5" fmla="*/ 0 w 318081"/>
                <a:gd name="connsiteY5" fmla="*/ 130555 h 130555"/>
                <a:gd name="connsiteX6" fmla="*/ 2324 w 318081"/>
                <a:gd name="connsiteY6" fmla="*/ 117294 h 130555"/>
                <a:gd name="connsiteX7" fmla="*/ 108463 w 318081"/>
                <a:gd name="connsiteY7" fmla="*/ 6428 h 130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8081" h="130555">
                  <a:moveTo>
                    <a:pt x="145370" y="0"/>
                  </a:moveTo>
                  <a:lnTo>
                    <a:pt x="172710" y="0"/>
                  </a:lnTo>
                  <a:lnTo>
                    <a:pt x="209618" y="6428"/>
                  </a:lnTo>
                  <a:cubicBezTo>
                    <a:pt x="257550" y="23604"/>
                    <a:pt x="296392" y="64548"/>
                    <a:pt x="315757" y="117294"/>
                  </a:cubicBezTo>
                  <a:lnTo>
                    <a:pt x="318081" y="130555"/>
                  </a:lnTo>
                  <a:lnTo>
                    <a:pt x="0" y="130555"/>
                  </a:lnTo>
                  <a:lnTo>
                    <a:pt x="2324" y="117294"/>
                  </a:lnTo>
                  <a:cubicBezTo>
                    <a:pt x="21689" y="64548"/>
                    <a:pt x="60531" y="23604"/>
                    <a:pt x="108463" y="6428"/>
                  </a:cubicBezTo>
                  <a:close/>
                </a:path>
              </a:pathLst>
            </a:custGeom>
            <a:gradFill>
              <a:gsLst>
                <a:gs pos="0">
                  <a:schemeClr val="accent1">
                    <a:lumMod val="50000"/>
                  </a:schemeClr>
                </a:gs>
                <a:gs pos="49000">
                  <a:schemeClr val="accent1"/>
                </a:gs>
                <a:gs pos="100000">
                  <a:schemeClr val="accent1">
                    <a:lumMod val="5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dirty="0"/>
            </a:p>
          </p:txBody>
        </p:sp>
        <p:sp>
          <p:nvSpPr>
            <p:cNvPr id="54" name="MH_SubTitle_1"/>
            <p:cNvSpPr/>
            <p:nvPr>
              <p:custDataLst>
                <p:tags r:id="rId5"/>
              </p:custDataLst>
            </p:nvPr>
          </p:nvSpPr>
          <p:spPr>
            <a:xfrm>
              <a:off x="4760914" y="1795464"/>
              <a:ext cx="2308225" cy="649287"/>
            </a:xfrm>
            <a:custGeom>
              <a:avLst/>
              <a:gdLst>
                <a:gd name="connsiteX0" fmla="*/ 0 w 2600830"/>
                <a:gd name="connsiteY0" fmla="*/ 0 h 649288"/>
                <a:gd name="connsiteX1" fmla="*/ 2600830 w 2600830"/>
                <a:gd name="connsiteY1" fmla="*/ 0 h 649288"/>
                <a:gd name="connsiteX2" fmla="*/ 2520047 w 2600830"/>
                <a:gd name="connsiteY2" fmla="*/ 89402 h 649288"/>
                <a:gd name="connsiteX3" fmla="*/ 1945040 w 2600830"/>
                <a:gd name="connsiteY3" fmla="*/ 646112 h 649288"/>
                <a:gd name="connsiteX4" fmla="*/ 648052 w 2600830"/>
                <a:gd name="connsiteY4" fmla="*/ 649287 h 649288"/>
                <a:gd name="connsiteX5" fmla="*/ 77908 w 2600830"/>
                <a:gd name="connsiteY5" fmla="*/ 84156 h 649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0830" h="649288">
                  <a:moveTo>
                    <a:pt x="0" y="0"/>
                  </a:moveTo>
                  <a:lnTo>
                    <a:pt x="2600830" y="0"/>
                  </a:lnTo>
                  <a:lnTo>
                    <a:pt x="2520047" y="89402"/>
                  </a:lnTo>
                  <a:cubicBezTo>
                    <a:pt x="2351572" y="318525"/>
                    <a:pt x="2323328" y="645186"/>
                    <a:pt x="1945040" y="646112"/>
                  </a:cubicBezTo>
                  <a:lnTo>
                    <a:pt x="648052" y="649287"/>
                  </a:lnTo>
                  <a:cubicBezTo>
                    <a:pt x="269764" y="650213"/>
                    <a:pt x="245977" y="310819"/>
                    <a:pt x="77908" y="84156"/>
                  </a:cubicBezTo>
                  <a:close/>
                </a:path>
              </a:pathLst>
            </a:custGeom>
            <a:gradFill flip="none" rotWithShape="1">
              <a:gsLst>
                <a:gs pos="0">
                  <a:schemeClr val="accent1">
                    <a:lumMod val="60000"/>
                    <a:lumOff val="40000"/>
                  </a:schemeClr>
                </a:gs>
                <a:gs pos="26000">
                  <a:schemeClr val="accent1">
                    <a:lumMod val="40000"/>
                    <a:lumOff val="60000"/>
                  </a:schemeClr>
                </a:gs>
                <a:gs pos="100000">
                  <a:schemeClr val="accent1">
                    <a:lumMod val="60000"/>
                    <a:lumOff val="40000"/>
                  </a:schemeClr>
                </a:gs>
              </a:gsLst>
              <a:lin ang="5400000" scaled="0"/>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defRPr/>
              </a:pPr>
              <a:r>
                <a:rPr lang="zh-CN" altLang="en-US" sz="2000" b="1" dirty="0">
                  <a:solidFill>
                    <a:schemeClr val="accent1">
                      <a:lumMod val="50000"/>
                    </a:schemeClr>
                  </a:solidFill>
                  <a:latin typeface="黑体" panose="02010609060101010101" pitchFamily="49" charset="-122"/>
                  <a:ea typeface="黑体" panose="02010609060101010101" pitchFamily="49" charset="-122"/>
                </a:rPr>
                <a:t>算法</a:t>
              </a:r>
              <a:r>
                <a:rPr lang="zh-CN" altLang="en-US" sz="2000" b="1" dirty="0" smtClean="0">
                  <a:solidFill>
                    <a:schemeClr val="accent1">
                      <a:lumMod val="50000"/>
                    </a:schemeClr>
                  </a:solidFill>
                  <a:latin typeface="黑体" panose="02010609060101010101" pitchFamily="49" charset="-122"/>
                  <a:ea typeface="黑体" panose="02010609060101010101" pitchFamily="49" charset="-122"/>
                </a:rPr>
                <a:t>步骤</a:t>
              </a:r>
              <a:endParaRPr lang="zh-CN" altLang="en-US" sz="2000" b="1" dirty="0">
                <a:solidFill>
                  <a:schemeClr val="accent1">
                    <a:lumMod val="50000"/>
                  </a:schemeClr>
                </a:solidFill>
                <a:latin typeface="黑体" panose="02010609060101010101" pitchFamily="49" charset="-122"/>
                <a:ea typeface="黑体" panose="02010609060101010101" pitchFamily="49" charset="-122"/>
              </a:endParaRPr>
            </a:p>
          </p:txBody>
        </p:sp>
      </p:grpSp>
      <p:sp>
        <p:nvSpPr>
          <p:cNvPr id="55" name="MH_Desc_1"/>
          <p:cNvSpPr/>
          <p:nvPr>
            <p:custDataLst>
              <p:tags r:id="rId6"/>
            </p:custDataLst>
          </p:nvPr>
        </p:nvSpPr>
        <p:spPr>
          <a:xfrm>
            <a:off x="431165" y="3089910"/>
            <a:ext cx="3274695" cy="3451860"/>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2520280" y="0"/>
                </a:lnTo>
                <a:lnTo>
                  <a:pt x="0" y="0"/>
                </a:lnTo>
                <a:close/>
              </a:path>
            </a:pathLst>
          </a:custGeom>
          <a:noFill/>
          <a:ln w="25400" cap="sq">
            <a:solidFill>
              <a:schemeClr val="accent1"/>
            </a:solidFill>
            <a:beve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anchor="ctr">
            <a:normAutofit/>
          </a:bodyPr>
          <a:lstStyle/>
          <a:p>
            <a:pPr algn="just" fontAlgn="auto">
              <a:lnSpc>
                <a:spcPct val="150000"/>
              </a:lnSpc>
              <a:spcBef>
                <a:spcPts val="600"/>
              </a:spcBef>
              <a:spcAft>
                <a:spcPts val="600"/>
              </a:spcAft>
            </a:pPr>
            <a:r>
              <a:rPr lang="en-US" altLang="zh-CN" b="1" dirty="0">
                <a:solidFill>
                  <a:schemeClr val="tx1"/>
                </a:solidFill>
              </a:rPr>
              <a:t>sign</a:t>
            </a:r>
            <a:r>
              <a:rPr lang="zh-CN" altLang="en-US" b="1" dirty="0">
                <a:solidFill>
                  <a:schemeClr val="tx1"/>
                </a:solidFill>
              </a:rPr>
              <a:t>：表示当前项的数值符号</a:t>
            </a:r>
            <a:endParaRPr lang="en-US" altLang="zh-CN" b="1" dirty="0">
              <a:solidFill>
                <a:schemeClr val="tx1"/>
              </a:solidFill>
            </a:endParaRPr>
          </a:p>
          <a:p>
            <a:pPr algn="just" fontAlgn="auto">
              <a:lnSpc>
                <a:spcPct val="150000"/>
              </a:lnSpc>
              <a:spcBef>
                <a:spcPts val="600"/>
              </a:spcBef>
              <a:spcAft>
                <a:spcPts val="600"/>
              </a:spcAft>
            </a:pPr>
            <a:r>
              <a:rPr lang="en-US" altLang="zh-CN" b="1" dirty="0">
                <a:solidFill>
                  <a:schemeClr val="tx1"/>
                </a:solidFill>
              </a:rPr>
              <a:t>term</a:t>
            </a:r>
            <a:r>
              <a:rPr lang="zh-CN" altLang="en-US" b="1" dirty="0">
                <a:solidFill>
                  <a:schemeClr val="tx1"/>
                </a:solidFill>
              </a:rPr>
              <a:t>：表示当前项的值</a:t>
            </a:r>
            <a:endParaRPr lang="en-US" altLang="zh-CN" b="1" dirty="0">
              <a:solidFill>
                <a:schemeClr val="tx1"/>
              </a:solidFill>
            </a:endParaRPr>
          </a:p>
          <a:p>
            <a:pPr algn="just" fontAlgn="auto">
              <a:lnSpc>
                <a:spcPct val="150000"/>
              </a:lnSpc>
              <a:spcBef>
                <a:spcPts val="600"/>
              </a:spcBef>
              <a:spcAft>
                <a:spcPts val="600"/>
              </a:spcAft>
            </a:pPr>
            <a:r>
              <a:rPr lang="en-US" altLang="zh-CN" b="1" dirty="0">
                <a:solidFill>
                  <a:schemeClr val="tx1"/>
                </a:solidFill>
              </a:rPr>
              <a:t>sum</a:t>
            </a:r>
            <a:r>
              <a:rPr lang="zh-CN" altLang="en-US" b="1" dirty="0">
                <a:solidFill>
                  <a:schemeClr val="tx1"/>
                </a:solidFill>
              </a:rPr>
              <a:t>：表示当前项的累加和</a:t>
            </a:r>
            <a:endParaRPr lang="en-US" altLang="zh-CN" b="1" dirty="0">
              <a:solidFill>
                <a:schemeClr val="tx1"/>
              </a:solidFill>
            </a:endParaRPr>
          </a:p>
          <a:p>
            <a:pPr algn="just" fontAlgn="auto">
              <a:lnSpc>
                <a:spcPct val="150000"/>
              </a:lnSpc>
              <a:spcBef>
                <a:spcPts val="600"/>
              </a:spcBef>
              <a:spcAft>
                <a:spcPts val="600"/>
              </a:spcAft>
            </a:pPr>
            <a:r>
              <a:rPr lang="en-US" altLang="zh-CN" b="1" dirty="0" err="1">
                <a:solidFill>
                  <a:schemeClr val="tx1"/>
                </a:solidFill>
              </a:rPr>
              <a:t>deno</a:t>
            </a:r>
            <a:r>
              <a:rPr lang="zh-CN" altLang="en-US" b="1" dirty="0">
                <a:solidFill>
                  <a:schemeClr val="tx1"/>
                </a:solidFill>
              </a:rPr>
              <a:t>：表示当前项的分母</a:t>
            </a:r>
            <a:endParaRPr lang="en-US" altLang="zh-CN" b="1" dirty="0">
              <a:solidFill>
                <a:schemeClr val="tx1"/>
              </a:solidFill>
            </a:endParaRPr>
          </a:p>
        </p:txBody>
      </p:sp>
      <p:grpSp>
        <p:nvGrpSpPr>
          <p:cNvPr id="66" name="组合 65"/>
          <p:cNvGrpSpPr/>
          <p:nvPr/>
        </p:nvGrpSpPr>
        <p:grpSpPr>
          <a:xfrm>
            <a:off x="8739393" y="200982"/>
            <a:ext cx="2929104" cy="6516093"/>
            <a:chOff x="8782936" y="114707"/>
            <a:chExt cx="2929104" cy="6516093"/>
          </a:xfrm>
        </p:grpSpPr>
        <p:sp>
          <p:nvSpPr>
            <p:cNvPr id="39" name="任意多边形 38"/>
            <p:cNvSpPr/>
            <p:nvPr/>
          </p:nvSpPr>
          <p:spPr>
            <a:xfrm flipV="1">
              <a:off x="10051056" y="2293257"/>
              <a:ext cx="1660984" cy="2838110"/>
            </a:xfrm>
            <a:custGeom>
              <a:avLst/>
              <a:gdLst>
                <a:gd name="connsiteX0" fmla="*/ 0 w 743803"/>
                <a:gd name="connsiteY0" fmla="*/ 0 h 1378424"/>
                <a:gd name="connsiteX1" fmla="*/ 743803 w 743803"/>
                <a:gd name="connsiteY1" fmla="*/ 0 h 1378424"/>
                <a:gd name="connsiteX2" fmla="*/ 743803 w 743803"/>
                <a:gd name="connsiteY2" fmla="*/ 1378424 h 1378424"/>
                <a:gd name="connsiteX3" fmla="*/ 0 w 743803"/>
                <a:gd name="connsiteY3" fmla="*/ 1378424 h 1378424"/>
              </a:gdLst>
              <a:ahLst/>
              <a:cxnLst>
                <a:cxn ang="0">
                  <a:pos x="connsiteX0" y="connsiteY0"/>
                </a:cxn>
                <a:cxn ang="0">
                  <a:pos x="connsiteX1" y="connsiteY1"/>
                </a:cxn>
                <a:cxn ang="0">
                  <a:pos x="connsiteX2" y="connsiteY2"/>
                </a:cxn>
                <a:cxn ang="0">
                  <a:pos x="connsiteX3" y="connsiteY3"/>
                </a:cxn>
              </a:cxnLst>
              <a:rect l="l" t="t" r="r" b="b"/>
              <a:pathLst>
                <a:path w="743803" h="1378424">
                  <a:moveTo>
                    <a:pt x="0" y="0"/>
                  </a:moveTo>
                  <a:lnTo>
                    <a:pt x="743803" y="0"/>
                  </a:lnTo>
                  <a:lnTo>
                    <a:pt x="743803" y="1378424"/>
                  </a:lnTo>
                  <a:lnTo>
                    <a:pt x="0" y="1378424"/>
                  </a:lnTo>
                </a:path>
              </a:pathLst>
            </a:custGeom>
            <a:ln>
              <a:tailEnd type="triangle" w="lg" len="lg"/>
            </a:ln>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noAutofit/>
            </a:bodyPr>
            <a:lstStyle/>
            <a:p>
              <a:endParaRPr lang="zh-CN" altLang="en-US"/>
            </a:p>
          </p:txBody>
        </p:sp>
        <p:sp>
          <p:nvSpPr>
            <p:cNvPr id="4" name="流程图: 可选过程 3"/>
            <p:cNvSpPr/>
            <p:nvPr/>
          </p:nvSpPr>
          <p:spPr>
            <a:xfrm>
              <a:off x="8782938" y="114707"/>
              <a:ext cx="2444876" cy="35488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开始</a:t>
              </a:r>
              <a:endParaRPr lang="zh-CN" altLang="en-US" dirty="0"/>
            </a:p>
          </p:txBody>
        </p:sp>
        <p:cxnSp>
          <p:nvCxnSpPr>
            <p:cNvPr id="6" name="直接箭头连接符 5"/>
            <p:cNvCxnSpPr/>
            <p:nvPr/>
          </p:nvCxnSpPr>
          <p:spPr>
            <a:xfrm>
              <a:off x="9987904" y="388911"/>
              <a:ext cx="0" cy="311147"/>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8" name="流程图: 过程 7"/>
            <p:cNvSpPr/>
            <p:nvPr/>
          </p:nvSpPr>
          <p:spPr>
            <a:xfrm>
              <a:off x="8782938" y="700058"/>
              <a:ext cx="2444876" cy="346399"/>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1=&gt;sum</a:t>
              </a:r>
              <a:endParaRPr lang="en-US" altLang="zh-CN" dirty="0" smtClean="0"/>
            </a:p>
          </p:txBody>
        </p:sp>
        <p:cxnSp>
          <p:nvCxnSpPr>
            <p:cNvPr id="22" name="直接箭头连接符 21"/>
            <p:cNvCxnSpPr/>
            <p:nvPr/>
          </p:nvCxnSpPr>
          <p:spPr>
            <a:xfrm>
              <a:off x="9987904" y="866807"/>
              <a:ext cx="0" cy="407258"/>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23" name="流程图: 过程 22"/>
            <p:cNvSpPr/>
            <p:nvPr/>
          </p:nvSpPr>
          <p:spPr>
            <a:xfrm>
              <a:off x="8782936" y="1862682"/>
              <a:ext cx="2444876" cy="346399"/>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1=&gt;sign</a:t>
              </a:r>
              <a:endParaRPr lang="zh-CN" altLang="en-US" dirty="0"/>
            </a:p>
          </p:txBody>
        </p:sp>
        <p:sp>
          <p:nvSpPr>
            <p:cNvPr id="31" name="流程图: 可选过程 30"/>
            <p:cNvSpPr/>
            <p:nvPr/>
          </p:nvSpPr>
          <p:spPr>
            <a:xfrm>
              <a:off x="8810425" y="6230993"/>
              <a:ext cx="2417387" cy="399807"/>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结束</a:t>
              </a:r>
              <a:endParaRPr lang="zh-CN" altLang="en-US" dirty="0"/>
            </a:p>
          </p:txBody>
        </p:sp>
        <p:sp>
          <p:nvSpPr>
            <p:cNvPr id="27" name="流程图: 数据 26"/>
            <p:cNvSpPr/>
            <p:nvPr/>
          </p:nvSpPr>
          <p:spPr>
            <a:xfrm>
              <a:off x="8792232" y="5575702"/>
              <a:ext cx="2463068" cy="389569"/>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bg1"/>
                  </a:solidFill>
                </a:rPr>
                <a:t>输入</a:t>
              </a:r>
              <a:r>
                <a:rPr lang="en-US" altLang="zh-CN" dirty="0" smtClean="0">
                  <a:solidFill>
                    <a:schemeClr val="bg1"/>
                  </a:solidFill>
                </a:rPr>
                <a:t>sum</a:t>
              </a:r>
              <a:endParaRPr lang="zh-CN" altLang="en-US" baseline="-25000" dirty="0">
                <a:solidFill>
                  <a:schemeClr val="bg1"/>
                </a:solidFill>
              </a:endParaRPr>
            </a:p>
          </p:txBody>
        </p:sp>
        <p:cxnSp>
          <p:nvCxnSpPr>
            <p:cNvPr id="32" name="直接箭头连接符 31"/>
            <p:cNvCxnSpPr/>
            <p:nvPr/>
          </p:nvCxnSpPr>
          <p:spPr>
            <a:xfrm>
              <a:off x="10021306" y="1487059"/>
              <a:ext cx="0" cy="407258"/>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33" name="直接箭头连接符 32"/>
            <p:cNvCxnSpPr/>
            <p:nvPr/>
          </p:nvCxnSpPr>
          <p:spPr>
            <a:xfrm>
              <a:off x="10032863" y="2035683"/>
              <a:ext cx="0" cy="407258"/>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34" name="流程图: 决策 33"/>
            <p:cNvSpPr/>
            <p:nvPr/>
          </p:nvSpPr>
          <p:spPr>
            <a:xfrm>
              <a:off x="8810425" y="4884166"/>
              <a:ext cx="2444875" cy="49440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smtClean="0"/>
                <a:t>deno</a:t>
              </a:r>
              <a:r>
                <a:rPr lang="en-US" altLang="zh-CN" dirty="0" smtClean="0"/>
                <a:t>&gt;100</a:t>
              </a:r>
              <a:endParaRPr lang="zh-CN" altLang="en-US" dirty="0"/>
            </a:p>
          </p:txBody>
        </p:sp>
        <p:cxnSp>
          <p:nvCxnSpPr>
            <p:cNvPr id="35" name="直接箭头连接符 34"/>
            <p:cNvCxnSpPr/>
            <p:nvPr/>
          </p:nvCxnSpPr>
          <p:spPr>
            <a:xfrm>
              <a:off x="10032863" y="2643588"/>
              <a:ext cx="0" cy="407258"/>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36" name="文本框 35"/>
            <p:cNvSpPr txBox="1"/>
            <p:nvPr/>
          </p:nvSpPr>
          <p:spPr>
            <a:xfrm>
              <a:off x="10234724" y="5264693"/>
              <a:ext cx="409357" cy="369332"/>
            </a:xfrm>
            <a:prstGeom prst="rect">
              <a:avLst/>
            </a:prstGeom>
            <a:noFill/>
          </p:spPr>
          <p:txBody>
            <a:bodyPr wrap="square" rtlCol="0">
              <a:spAutoFit/>
            </a:bodyPr>
            <a:lstStyle/>
            <a:p>
              <a:r>
                <a:rPr lang="en-US" altLang="zh-CN" dirty="0" smtClean="0">
                  <a:solidFill>
                    <a:schemeClr val="accent1"/>
                  </a:solidFill>
                </a:rPr>
                <a:t>Y</a:t>
              </a:r>
              <a:endParaRPr lang="zh-CN" altLang="en-US" dirty="0">
                <a:solidFill>
                  <a:schemeClr val="accent1"/>
                </a:solidFill>
              </a:endParaRPr>
            </a:p>
          </p:txBody>
        </p:sp>
        <p:sp>
          <p:nvSpPr>
            <p:cNvPr id="45" name="文本框 44"/>
            <p:cNvSpPr txBox="1"/>
            <p:nvPr/>
          </p:nvSpPr>
          <p:spPr>
            <a:xfrm>
              <a:off x="11219998" y="4785454"/>
              <a:ext cx="492042" cy="322198"/>
            </a:xfrm>
            <a:prstGeom prst="rect">
              <a:avLst/>
            </a:prstGeom>
            <a:noFill/>
          </p:spPr>
          <p:txBody>
            <a:bodyPr wrap="square" rtlCol="0">
              <a:spAutoFit/>
            </a:bodyPr>
            <a:lstStyle/>
            <a:p>
              <a:r>
                <a:rPr lang="en-US" altLang="zh-CN" dirty="0" smtClean="0">
                  <a:solidFill>
                    <a:schemeClr val="accent1"/>
                  </a:solidFill>
                </a:rPr>
                <a:t>N</a:t>
              </a:r>
              <a:endParaRPr lang="zh-CN" altLang="en-US" dirty="0">
                <a:solidFill>
                  <a:schemeClr val="accent1"/>
                </a:solidFill>
              </a:endParaRPr>
            </a:p>
          </p:txBody>
        </p:sp>
        <p:sp>
          <p:nvSpPr>
            <p:cNvPr id="56" name="流程图: 过程 55"/>
            <p:cNvSpPr/>
            <p:nvPr/>
          </p:nvSpPr>
          <p:spPr>
            <a:xfrm>
              <a:off x="8782936" y="1284397"/>
              <a:ext cx="2444876" cy="346399"/>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a:t>
              </a:r>
              <a:r>
                <a:rPr lang="en-US" altLang="zh-CN" dirty="0" smtClean="0"/>
                <a:t>=&gt;</a:t>
              </a:r>
              <a:r>
                <a:rPr lang="en-US" altLang="zh-CN" dirty="0" err="1" smtClean="0"/>
                <a:t>deno</a:t>
              </a:r>
              <a:endParaRPr lang="en-US" altLang="zh-CN" dirty="0" smtClean="0"/>
            </a:p>
          </p:txBody>
        </p:sp>
        <p:sp>
          <p:nvSpPr>
            <p:cNvPr id="57" name="流程图: 过程 56"/>
            <p:cNvSpPr/>
            <p:nvPr/>
          </p:nvSpPr>
          <p:spPr>
            <a:xfrm>
              <a:off x="8792232" y="2428781"/>
              <a:ext cx="2444876" cy="346399"/>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(-1)*sign=&gt;sign</a:t>
              </a:r>
              <a:endParaRPr lang="zh-CN" altLang="en-US" dirty="0"/>
            </a:p>
          </p:txBody>
        </p:sp>
        <p:sp>
          <p:nvSpPr>
            <p:cNvPr id="58" name="流程图: 过程 57"/>
            <p:cNvSpPr/>
            <p:nvPr/>
          </p:nvSpPr>
          <p:spPr>
            <a:xfrm>
              <a:off x="8792232" y="3050846"/>
              <a:ext cx="2444876" cy="346399"/>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s</a:t>
              </a:r>
              <a:r>
                <a:rPr lang="en-US" altLang="zh-CN" dirty="0" smtClean="0"/>
                <a:t>ign*(1/</a:t>
              </a:r>
              <a:r>
                <a:rPr lang="en-US" altLang="zh-CN" dirty="0" err="1" smtClean="0"/>
                <a:t>deno</a:t>
              </a:r>
              <a:r>
                <a:rPr lang="en-US" altLang="zh-CN" dirty="0" smtClean="0"/>
                <a:t>)=&gt;term</a:t>
              </a:r>
              <a:endParaRPr lang="zh-CN" altLang="en-US" dirty="0"/>
            </a:p>
          </p:txBody>
        </p:sp>
        <p:cxnSp>
          <p:nvCxnSpPr>
            <p:cNvPr id="59" name="直接箭头连接符 58"/>
            <p:cNvCxnSpPr/>
            <p:nvPr/>
          </p:nvCxnSpPr>
          <p:spPr>
            <a:xfrm>
              <a:off x="10051056" y="3264755"/>
              <a:ext cx="0" cy="407258"/>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60" name="流程图: 过程 59"/>
            <p:cNvSpPr/>
            <p:nvPr/>
          </p:nvSpPr>
          <p:spPr>
            <a:xfrm>
              <a:off x="8810425" y="3672013"/>
              <a:ext cx="2444876" cy="346399"/>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smtClean="0"/>
                <a:t>sum+term</a:t>
              </a:r>
              <a:r>
                <a:rPr lang="en-US" altLang="zh-CN" dirty="0" smtClean="0"/>
                <a:t>=&gt;sum</a:t>
              </a:r>
              <a:endParaRPr lang="zh-CN" altLang="en-US" dirty="0"/>
            </a:p>
          </p:txBody>
        </p:sp>
        <p:cxnSp>
          <p:nvCxnSpPr>
            <p:cNvPr id="61" name="直接箭头连接符 60"/>
            <p:cNvCxnSpPr/>
            <p:nvPr/>
          </p:nvCxnSpPr>
          <p:spPr>
            <a:xfrm>
              <a:off x="10051056" y="3875054"/>
              <a:ext cx="0" cy="407258"/>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62" name="流程图: 过程 61"/>
            <p:cNvSpPr/>
            <p:nvPr/>
          </p:nvSpPr>
          <p:spPr>
            <a:xfrm>
              <a:off x="8810425" y="4282312"/>
              <a:ext cx="2444876" cy="346399"/>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deno+1=&gt;</a:t>
              </a:r>
              <a:r>
                <a:rPr lang="en-US" altLang="zh-CN" dirty="0" err="1" smtClean="0"/>
                <a:t>deno</a:t>
              </a:r>
              <a:endParaRPr lang="zh-CN" altLang="en-US" dirty="0"/>
            </a:p>
          </p:txBody>
        </p:sp>
        <p:cxnSp>
          <p:nvCxnSpPr>
            <p:cNvPr id="63" name="直接箭头连接符 62"/>
            <p:cNvCxnSpPr/>
            <p:nvPr/>
          </p:nvCxnSpPr>
          <p:spPr>
            <a:xfrm>
              <a:off x="10051056" y="4461317"/>
              <a:ext cx="0" cy="407258"/>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64" name="直接箭头连接符 63"/>
            <p:cNvCxnSpPr/>
            <p:nvPr/>
          </p:nvCxnSpPr>
          <p:spPr>
            <a:xfrm>
              <a:off x="10032862" y="5174941"/>
              <a:ext cx="0" cy="407258"/>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65" name="直接箭头连接符 64"/>
            <p:cNvCxnSpPr/>
            <p:nvPr/>
          </p:nvCxnSpPr>
          <p:spPr>
            <a:xfrm>
              <a:off x="10051056" y="5823735"/>
              <a:ext cx="0" cy="407258"/>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简单的算法举例</a:t>
            </a:r>
            <a:endParaRPr lang="zh-CN" altLang="en-US" dirty="0"/>
          </a:p>
        </p:txBody>
      </p:sp>
      <p:sp>
        <p:nvSpPr>
          <p:cNvPr id="3" name="内容占位符 2"/>
          <p:cNvSpPr>
            <a:spLocks noGrp="1"/>
          </p:cNvSpPr>
          <p:nvPr>
            <p:ph idx="1"/>
          </p:nvPr>
        </p:nvSpPr>
        <p:spPr>
          <a:xfrm>
            <a:off x="838200" y="1390141"/>
            <a:ext cx="9715500" cy="589584"/>
          </a:xfrm>
        </p:spPr>
        <p:txBody>
          <a:bodyPr>
            <a:noAutofit/>
          </a:bodyPr>
          <a:lstStyle/>
          <a:p>
            <a:pPr marL="0" indent="0">
              <a:lnSpc>
                <a:spcPct val="120000"/>
              </a:lnSpc>
              <a:buNone/>
            </a:pPr>
            <a:r>
              <a:rPr lang="en-US" altLang="zh-CN" sz="2400" dirty="0" smtClean="0">
                <a:solidFill>
                  <a:schemeClr val="accent1"/>
                </a:solidFill>
              </a:rPr>
              <a:t>【</a:t>
            </a:r>
            <a:r>
              <a:rPr lang="zh-CN" altLang="en-US" sz="2400" dirty="0" smtClean="0">
                <a:solidFill>
                  <a:schemeClr val="accent1"/>
                </a:solidFill>
              </a:rPr>
              <a:t>例</a:t>
            </a:r>
            <a:r>
              <a:rPr lang="en-US" altLang="zh-CN" sz="2400" dirty="0" smtClean="0">
                <a:solidFill>
                  <a:schemeClr val="accent1"/>
                </a:solidFill>
              </a:rPr>
              <a:t>2.10】</a:t>
            </a:r>
            <a:r>
              <a:rPr lang="zh-CN" altLang="en-US" sz="2400" dirty="0">
                <a:solidFill>
                  <a:schemeClr val="accent1"/>
                </a:solidFill>
              </a:rPr>
              <a:t>例</a:t>
            </a:r>
            <a:r>
              <a:rPr lang="en-US" altLang="zh-CN" sz="2400" dirty="0">
                <a:solidFill>
                  <a:schemeClr val="accent1"/>
                </a:solidFill>
              </a:rPr>
              <a:t>2.5</a:t>
            </a:r>
            <a:r>
              <a:rPr lang="zh-CN" altLang="en-US" sz="2400" dirty="0">
                <a:solidFill>
                  <a:schemeClr val="accent1"/>
                </a:solidFill>
              </a:rPr>
              <a:t>判断素数的算法用流程图表示</a:t>
            </a:r>
            <a:r>
              <a:rPr lang="zh-CN" altLang="en-US" sz="2400" dirty="0" smtClean="0">
                <a:solidFill>
                  <a:schemeClr val="accent1"/>
                </a:solidFill>
              </a:rPr>
              <a:t>。</a:t>
            </a:r>
            <a:endParaRPr lang="en-US" altLang="zh-CN" sz="2400" dirty="0" smtClean="0">
              <a:solidFill>
                <a:schemeClr val="accent1"/>
              </a:solidFill>
            </a:endParaRPr>
          </a:p>
          <a:p>
            <a:pPr marL="0" indent="0">
              <a:lnSpc>
                <a:spcPct val="120000"/>
              </a:lnSpc>
              <a:buNone/>
            </a:pPr>
            <a:r>
              <a:rPr lang="en-US" altLang="zh-CN" sz="2400" dirty="0">
                <a:solidFill>
                  <a:schemeClr val="accent1"/>
                </a:solidFill>
              </a:rPr>
              <a:t> </a:t>
            </a:r>
            <a:r>
              <a:rPr lang="en-US" altLang="zh-CN" sz="2400" dirty="0" smtClean="0">
                <a:solidFill>
                  <a:schemeClr val="accent1"/>
                </a:solidFill>
              </a:rPr>
              <a:t> </a:t>
            </a:r>
            <a:r>
              <a:rPr lang="zh-CN" altLang="en-US" sz="2400" dirty="0" smtClean="0">
                <a:solidFill>
                  <a:schemeClr val="accent1"/>
                </a:solidFill>
              </a:rPr>
              <a:t>对</a:t>
            </a:r>
            <a:r>
              <a:rPr lang="zh-CN" altLang="en-US" sz="2400" dirty="0">
                <a:solidFill>
                  <a:schemeClr val="accent1"/>
                </a:solidFill>
              </a:rPr>
              <a:t>一个大于或等于</a:t>
            </a:r>
            <a:r>
              <a:rPr lang="en-US" altLang="zh-CN" sz="2400" dirty="0">
                <a:solidFill>
                  <a:schemeClr val="accent1"/>
                </a:solidFill>
              </a:rPr>
              <a:t>3</a:t>
            </a:r>
            <a:r>
              <a:rPr lang="zh-CN" altLang="en-US" sz="2400" dirty="0">
                <a:solidFill>
                  <a:schemeClr val="accent1"/>
                </a:solidFill>
              </a:rPr>
              <a:t>的正整数，判断它是不是一个素数。</a:t>
            </a:r>
            <a:endParaRPr lang="zh-CN" altLang="en-US" sz="2400" dirty="0">
              <a:solidFill>
                <a:schemeClr val="accent1"/>
              </a:solidFill>
            </a:endParaRPr>
          </a:p>
        </p:txBody>
      </p:sp>
      <p:grpSp>
        <p:nvGrpSpPr>
          <p:cNvPr id="14" name="组合 13"/>
          <p:cNvGrpSpPr/>
          <p:nvPr/>
        </p:nvGrpSpPr>
        <p:grpSpPr>
          <a:xfrm>
            <a:off x="1146295" y="2814004"/>
            <a:ext cx="3929351" cy="3544058"/>
            <a:chOff x="4030664" y="1795463"/>
            <a:chExt cx="3717925" cy="4624986"/>
          </a:xfrm>
        </p:grpSpPr>
        <mc:AlternateContent xmlns:mc="http://schemas.openxmlformats.org/markup-compatibility/2006">
          <mc:Choice xmlns:a14="http://schemas.microsoft.com/office/drawing/2010/main" Requires="a14">
            <p:sp>
              <p:nvSpPr>
                <p:cNvPr id="16" name="MH_Text_1"/>
                <p:cNvSpPr>
                  <a:spLocks noChangeAspect="1"/>
                </p:cNvSpPr>
                <p:nvPr>
                  <p:custDataLst>
                    <p:tags r:id="rId1"/>
                  </p:custDataLst>
                </p:nvPr>
              </p:nvSpPr>
              <p:spPr>
                <a:xfrm>
                  <a:off x="4030664" y="1916113"/>
                  <a:ext cx="3717925" cy="4504336"/>
                </a:xfrm>
                <a:prstGeom prst="roundRect">
                  <a:avLst>
                    <a:gd name="adj" fmla="val 1429"/>
                  </a:avLst>
                </a:prstGeom>
                <a:solidFill>
                  <a:srgbClr val="F2F2F2"/>
                </a:solidFill>
                <a:ln w="3175">
                  <a:solidFill>
                    <a:srgbClr val="D5D5D5"/>
                  </a:solidFill>
                  <a:prstDash val="solid"/>
                </a:ln>
              </p:spPr>
              <p:style>
                <a:lnRef idx="1">
                  <a:schemeClr val="accent6"/>
                </a:lnRef>
                <a:fillRef idx="0">
                  <a:schemeClr val="accent6"/>
                </a:fillRef>
                <a:effectRef idx="0">
                  <a:schemeClr val="accent6"/>
                </a:effectRef>
                <a:fontRef idx="minor">
                  <a:schemeClr val="tx1"/>
                </a:fontRef>
              </p:style>
              <p:txBody>
                <a:bodyPr lIns="288000" tIns="720000" rIns="288000" bIns="360000" anchor="ctr">
                  <a:noAutofit/>
                </a:bodyPr>
                <a:lstStyle/>
                <a:p>
                  <a:pPr algn="just">
                    <a:spcBef>
                      <a:spcPts val="600"/>
                    </a:spcBef>
                    <a:spcAft>
                      <a:spcPts val="600"/>
                    </a:spcAft>
                    <a:defRPr/>
                  </a:pPr>
                  <a:r>
                    <a:rPr lang="en-US" altLang="zh-CN" sz="1400" dirty="0">
                      <a:solidFill>
                        <a:srgbClr val="454545"/>
                      </a:solidFill>
                    </a:rPr>
                    <a:t>S1: </a:t>
                  </a:r>
                  <a:r>
                    <a:rPr lang="zh-CN" altLang="en-US" sz="1400" dirty="0">
                      <a:solidFill>
                        <a:srgbClr val="454545"/>
                      </a:solidFill>
                    </a:rPr>
                    <a:t>输入</a:t>
                  </a:r>
                  <a:r>
                    <a:rPr lang="en-US" altLang="zh-CN" sz="1400" dirty="0">
                      <a:solidFill>
                        <a:srgbClr val="454545"/>
                      </a:solidFill>
                    </a:rPr>
                    <a:t>n</a:t>
                  </a:r>
                  <a:r>
                    <a:rPr lang="zh-CN" altLang="en-US" sz="1400" dirty="0">
                      <a:solidFill>
                        <a:srgbClr val="454545"/>
                      </a:solidFill>
                    </a:rPr>
                    <a:t>的值</a:t>
                  </a:r>
                </a:p>
                <a:p>
                  <a:pPr algn="just">
                    <a:spcBef>
                      <a:spcPts val="600"/>
                    </a:spcBef>
                    <a:spcAft>
                      <a:spcPts val="600"/>
                    </a:spcAft>
                    <a:defRPr/>
                  </a:pPr>
                  <a:r>
                    <a:rPr lang="en-US" altLang="zh-CN" sz="1400" dirty="0" smtClean="0">
                      <a:solidFill>
                        <a:srgbClr val="454545"/>
                      </a:solidFill>
                    </a:rPr>
                    <a:t>S2</a:t>
                  </a:r>
                  <a:r>
                    <a:rPr lang="en-US" altLang="zh-CN" sz="1400" dirty="0">
                      <a:solidFill>
                        <a:srgbClr val="454545"/>
                      </a:solidFill>
                    </a:rPr>
                    <a:t>: </a:t>
                  </a:r>
                  <a:r>
                    <a:rPr lang="en-US" altLang="zh-CN" sz="1400" dirty="0" err="1">
                      <a:solidFill>
                        <a:srgbClr val="454545"/>
                      </a:solidFill>
                    </a:rPr>
                    <a:t>i</a:t>
                  </a:r>
                  <a:r>
                    <a:rPr lang="en-US" altLang="zh-CN" sz="1400" dirty="0">
                      <a:solidFill>
                        <a:srgbClr val="454545"/>
                      </a:solidFill>
                    </a:rPr>
                    <a:t>=2</a:t>
                  </a:r>
                  <a:r>
                    <a:rPr lang="zh-CN" altLang="en-US" sz="1400" dirty="0">
                      <a:solidFill>
                        <a:srgbClr val="454545"/>
                      </a:solidFill>
                    </a:rPr>
                    <a:t>（</a:t>
                  </a:r>
                  <a:r>
                    <a:rPr lang="en-US" altLang="zh-CN" sz="1400" dirty="0" err="1">
                      <a:solidFill>
                        <a:srgbClr val="454545"/>
                      </a:solidFill>
                    </a:rPr>
                    <a:t>i</a:t>
                  </a:r>
                  <a:r>
                    <a:rPr lang="zh-CN" altLang="en-US" sz="1400" dirty="0">
                      <a:solidFill>
                        <a:srgbClr val="454545"/>
                      </a:solidFill>
                    </a:rPr>
                    <a:t>作为除数）</a:t>
                  </a:r>
                </a:p>
                <a:p>
                  <a:pPr algn="just">
                    <a:spcBef>
                      <a:spcPts val="600"/>
                    </a:spcBef>
                    <a:spcAft>
                      <a:spcPts val="600"/>
                    </a:spcAft>
                    <a:defRPr/>
                  </a:pPr>
                  <a:r>
                    <a:rPr lang="en-US" altLang="zh-CN" sz="1400" dirty="0" smtClean="0">
                      <a:solidFill>
                        <a:srgbClr val="454545"/>
                      </a:solidFill>
                    </a:rPr>
                    <a:t>S3</a:t>
                  </a:r>
                  <a:r>
                    <a:rPr lang="en-US" altLang="zh-CN" sz="1400" dirty="0">
                      <a:solidFill>
                        <a:srgbClr val="454545"/>
                      </a:solidFill>
                    </a:rPr>
                    <a:t>: n</a:t>
                  </a:r>
                  <a:r>
                    <a:rPr lang="zh-CN" altLang="en-US" sz="1400" dirty="0">
                      <a:solidFill>
                        <a:srgbClr val="454545"/>
                      </a:solidFill>
                    </a:rPr>
                    <a:t>被</a:t>
                  </a:r>
                  <a:r>
                    <a:rPr lang="en-US" altLang="zh-CN" sz="1400" dirty="0" err="1">
                      <a:solidFill>
                        <a:srgbClr val="454545"/>
                      </a:solidFill>
                    </a:rPr>
                    <a:t>i</a:t>
                  </a:r>
                  <a:r>
                    <a:rPr lang="zh-CN" altLang="en-US" sz="1400" dirty="0">
                      <a:solidFill>
                        <a:srgbClr val="454545"/>
                      </a:solidFill>
                    </a:rPr>
                    <a:t>除，得余数</a:t>
                  </a:r>
                  <a:r>
                    <a:rPr lang="en-US" altLang="zh-CN" sz="1400" dirty="0">
                      <a:solidFill>
                        <a:srgbClr val="454545"/>
                      </a:solidFill>
                    </a:rPr>
                    <a:t>r</a:t>
                  </a:r>
                </a:p>
                <a:p>
                  <a:pPr algn="just">
                    <a:spcBef>
                      <a:spcPts val="600"/>
                    </a:spcBef>
                    <a:spcAft>
                      <a:spcPts val="600"/>
                    </a:spcAft>
                    <a:defRPr/>
                  </a:pPr>
                  <a:r>
                    <a:rPr lang="en-US" altLang="zh-CN" sz="1400" dirty="0" smtClean="0">
                      <a:solidFill>
                        <a:srgbClr val="454545"/>
                      </a:solidFill>
                    </a:rPr>
                    <a:t>S4</a:t>
                  </a:r>
                  <a:r>
                    <a:rPr lang="en-US" altLang="zh-CN" sz="1400" dirty="0">
                      <a:solidFill>
                        <a:srgbClr val="454545"/>
                      </a:solidFill>
                    </a:rPr>
                    <a:t>: </a:t>
                  </a:r>
                  <a:r>
                    <a:rPr lang="zh-CN" altLang="en-US" sz="1400" dirty="0">
                      <a:solidFill>
                        <a:srgbClr val="454545"/>
                      </a:solidFill>
                    </a:rPr>
                    <a:t>如果</a:t>
                  </a:r>
                  <a:r>
                    <a:rPr lang="en-US" altLang="zh-CN" sz="1400" dirty="0">
                      <a:solidFill>
                        <a:srgbClr val="454545"/>
                      </a:solidFill>
                    </a:rPr>
                    <a:t>r=0</a:t>
                  </a:r>
                  <a:r>
                    <a:rPr lang="zh-CN" altLang="en-US" sz="1400" dirty="0">
                      <a:solidFill>
                        <a:srgbClr val="454545"/>
                      </a:solidFill>
                    </a:rPr>
                    <a:t>，表示</a:t>
                  </a:r>
                  <a:r>
                    <a:rPr lang="en-US" altLang="zh-CN" sz="1400" dirty="0">
                      <a:solidFill>
                        <a:srgbClr val="454545"/>
                      </a:solidFill>
                    </a:rPr>
                    <a:t>n</a:t>
                  </a:r>
                  <a:r>
                    <a:rPr lang="zh-CN" altLang="en-US" sz="1400" dirty="0">
                      <a:solidFill>
                        <a:srgbClr val="454545"/>
                      </a:solidFill>
                    </a:rPr>
                    <a:t>能被</a:t>
                  </a:r>
                  <a:r>
                    <a:rPr lang="en-US" altLang="zh-CN" sz="1400" dirty="0" err="1">
                      <a:solidFill>
                        <a:srgbClr val="454545"/>
                      </a:solidFill>
                    </a:rPr>
                    <a:t>i</a:t>
                  </a:r>
                  <a:r>
                    <a:rPr lang="zh-CN" altLang="en-US" sz="1400" dirty="0">
                      <a:solidFill>
                        <a:srgbClr val="454545"/>
                      </a:solidFill>
                    </a:rPr>
                    <a:t>整除，则输出</a:t>
                  </a:r>
                  <a:r>
                    <a:rPr lang="en-US" altLang="zh-CN" sz="1400" dirty="0">
                      <a:solidFill>
                        <a:srgbClr val="454545"/>
                      </a:solidFill>
                    </a:rPr>
                    <a:t>n“</a:t>
                  </a:r>
                  <a:r>
                    <a:rPr lang="zh-CN" altLang="en-US" sz="1400" dirty="0">
                      <a:solidFill>
                        <a:srgbClr val="454545"/>
                      </a:solidFill>
                    </a:rPr>
                    <a:t>不是素数”，算法结束；否则执行</a:t>
                  </a:r>
                  <a:r>
                    <a:rPr lang="en-US" altLang="zh-CN" sz="1400" dirty="0">
                      <a:solidFill>
                        <a:srgbClr val="454545"/>
                      </a:solidFill>
                    </a:rPr>
                    <a:t>S5</a:t>
                  </a:r>
                </a:p>
                <a:p>
                  <a:pPr algn="just">
                    <a:spcBef>
                      <a:spcPts val="600"/>
                    </a:spcBef>
                    <a:spcAft>
                      <a:spcPts val="600"/>
                    </a:spcAft>
                    <a:defRPr/>
                  </a:pPr>
                  <a:r>
                    <a:rPr lang="en-US" altLang="zh-CN" sz="1400" dirty="0" smtClean="0">
                      <a:solidFill>
                        <a:srgbClr val="454545"/>
                      </a:solidFill>
                    </a:rPr>
                    <a:t>S5</a:t>
                  </a:r>
                  <a:r>
                    <a:rPr lang="en-US" altLang="zh-CN" sz="1400" dirty="0">
                      <a:solidFill>
                        <a:srgbClr val="454545"/>
                      </a:solidFill>
                    </a:rPr>
                    <a:t>: </a:t>
                  </a:r>
                  <a:r>
                    <a:rPr lang="en-US" altLang="zh-CN" sz="1400" dirty="0" smtClean="0">
                      <a:solidFill>
                        <a:srgbClr val="454545"/>
                      </a:solidFill>
                    </a:rPr>
                    <a:t>i+1=&gt;</a:t>
                  </a:r>
                  <a:r>
                    <a:rPr lang="en-US" altLang="zh-CN" sz="1400" dirty="0" err="1" smtClean="0">
                      <a:solidFill>
                        <a:srgbClr val="454545"/>
                      </a:solidFill>
                    </a:rPr>
                    <a:t>i</a:t>
                  </a:r>
                  <a:endParaRPr lang="en-US" altLang="zh-CN" sz="1400" dirty="0">
                    <a:solidFill>
                      <a:srgbClr val="454545"/>
                    </a:solidFill>
                  </a:endParaRPr>
                </a:p>
                <a:p>
                  <a:pPr algn="just">
                    <a:spcBef>
                      <a:spcPts val="600"/>
                    </a:spcBef>
                    <a:spcAft>
                      <a:spcPts val="600"/>
                    </a:spcAft>
                    <a:defRPr/>
                  </a:pPr>
                  <a:r>
                    <a:rPr lang="en-US" altLang="zh-CN" sz="1400" dirty="0" smtClean="0">
                      <a:solidFill>
                        <a:srgbClr val="454545"/>
                      </a:solidFill>
                    </a:rPr>
                    <a:t>S6</a:t>
                  </a:r>
                  <a:r>
                    <a:rPr lang="en-US" altLang="zh-CN" sz="1400" dirty="0">
                      <a:solidFill>
                        <a:srgbClr val="454545"/>
                      </a:solidFill>
                    </a:rPr>
                    <a:t>: </a:t>
                  </a:r>
                  <a:r>
                    <a:rPr lang="zh-CN" altLang="en-US" sz="1400" dirty="0">
                      <a:solidFill>
                        <a:srgbClr val="454545"/>
                      </a:solidFill>
                    </a:rPr>
                    <a:t>如果</a:t>
                  </a:r>
                  <a:r>
                    <a:rPr lang="en-US" altLang="zh-CN" sz="1400" dirty="0">
                      <a:solidFill>
                        <a:srgbClr val="454545"/>
                      </a:solidFill>
                    </a:rPr>
                    <a:t>i≤</a:t>
                  </a:r>
                  <a14:m>
                    <m:oMath xmlns:m="http://schemas.openxmlformats.org/officeDocument/2006/math">
                      <m:rad>
                        <m:radPr>
                          <m:degHide m:val="on"/>
                          <m:ctrlPr>
                            <a:rPr lang="zh-CN" altLang="zh-CN" sz="1400" i="1">
                              <a:solidFill>
                                <a:schemeClr val="tx1">
                                  <a:lumMod val="65000"/>
                                  <a:lumOff val="35000"/>
                                </a:schemeClr>
                              </a:solidFill>
                              <a:latin typeface="Cambria Math" panose="02040503050406030204" pitchFamily="18" charset="0"/>
                            </a:rPr>
                          </m:ctrlPr>
                        </m:radPr>
                        <m:deg/>
                        <m:e>
                          <m:r>
                            <a:rPr lang="en-US" altLang="zh-CN" sz="1400">
                              <a:solidFill>
                                <a:schemeClr val="tx1">
                                  <a:lumMod val="65000"/>
                                  <a:lumOff val="35000"/>
                                </a:schemeClr>
                              </a:solidFill>
                              <a:latin typeface="Cambria Math" panose="02040503050406030204" pitchFamily="18" charset="0"/>
                            </a:rPr>
                            <m:t>𝑛</m:t>
                          </m:r>
                        </m:e>
                      </m:rad>
                    </m:oMath>
                  </a14:m>
                  <a:r>
                    <a:rPr lang="zh-CN" altLang="en-US" sz="1400" dirty="0">
                      <a:solidFill>
                        <a:srgbClr val="454545"/>
                      </a:solidFill>
                    </a:rPr>
                    <a:t>，返回</a:t>
                  </a:r>
                  <a:r>
                    <a:rPr lang="en-US" altLang="zh-CN" sz="1400" dirty="0">
                      <a:solidFill>
                        <a:srgbClr val="454545"/>
                      </a:solidFill>
                    </a:rPr>
                    <a:t>S3</a:t>
                  </a:r>
                  <a:r>
                    <a:rPr lang="zh-CN" altLang="en-US" sz="1400" dirty="0">
                      <a:solidFill>
                        <a:srgbClr val="454545"/>
                      </a:solidFill>
                    </a:rPr>
                    <a:t>；否则输出</a:t>
                  </a:r>
                  <a:r>
                    <a:rPr lang="en-US" altLang="zh-CN" sz="1400" dirty="0">
                      <a:solidFill>
                        <a:srgbClr val="454545"/>
                      </a:solidFill>
                    </a:rPr>
                    <a:t>n</a:t>
                  </a:r>
                  <a:r>
                    <a:rPr lang="zh-CN" altLang="en-US" sz="1400" dirty="0">
                      <a:solidFill>
                        <a:srgbClr val="454545"/>
                      </a:solidFill>
                    </a:rPr>
                    <a:t>的值以及“是素数”，然后结束</a:t>
                  </a:r>
                </a:p>
              </p:txBody>
            </p:sp>
          </mc:Choice>
          <mc:Fallback>
            <p:sp>
              <p:nvSpPr>
                <p:cNvPr id="16" name="MH_Text_1"/>
                <p:cNvSpPr>
                  <a:spLocks noRot="1" noChangeAspect="1" noMove="1" noResize="1" noEditPoints="1" noAdjustHandles="1" noChangeArrowheads="1" noChangeShapeType="1" noTextEdit="1"/>
                </p:cNvSpPr>
                <p:nvPr>
                  <p:custDataLst>
                    <p:tags r:id="rId2"/>
                  </p:custDataLst>
                </p:nvPr>
              </p:nvSpPr>
              <p:spPr>
                <a:xfrm>
                  <a:off x="4030664" y="1916113"/>
                  <a:ext cx="3717925" cy="4504336"/>
                </a:xfrm>
                <a:prstGeom prst="roundRect">
                  <a:avLst>
                    <a:gd name="adj" fmla="val 1429"/>
                  </a:avLst>
                </a:prstGeom>
                <a:blipFill rotWithShape="1">
                  <a:blip r:embed="rId3"/>
                  <a:stretch>
                    <a:fillRect/>
                  </a:stretch>
                </a:blipFill>
                <a:ln w="3175">
                  <a:solidFill>
                    <a:srgbClr val="D5D5D5"/>
                  </a:solidFill>
                  <a:prstDash val="solid"/>
                </a:ln>
              </p:spPr>
              <p:txBody>
                <a:bodyPr/>
                <a:lstStyle/>
                <a:p>
                  <a:r>
                    <a:rPr lang="zh-CN" altLang="en-US" b="1">
                      <a:noFill/>
                    </a:rPr>
                    <a:t> </a:t>
                  </a:r>
                  <a:endParaRPr lang="zh-CN" altLang="en-US" b="1">
                    <a:noFill/>
                  </a:endParaRPr>
                </a:p>
              </p:txBody>
            </p:sp>
          </mc:Fallback>
        </mc:AlternateContent>
        <p:sp>
          <p:nvSpPr>
            <p:cNvPr id="19" name="MH_Other_1"/>
            <p:cNvSpPr/>
            <p:nvPr>
              <p:custDataLst>
                <p:tags r:id="rId4"/>
              </p:custDataLst>
            </p:nvPr>
          </p:nvSpPr>
          <p:spPr>
            <a:xfrm>
              <a:off x="4621214" y="1795463"/>
              <a:ext cx="276225" cy="120650"/>
            </a:xfrm>
            <a:custGeom>
              <a:avLst/>
              <a:gdLst>
                <a:gd name="connsiteX0" fmla="*/ 131005 w 311731"/>
                <a:gd name="connsiteY0" fmla="*/ 0 h 121823"/>
                <a:gd name="connsiteX1" fmla="*/ 180725 w 311731"/>
                <a:gd name="connsiteY1" fmla="*/ 0 h 121823"/>
                <a:gd name="connsiteX2" fmla="*/ 205433 w 311731"/>
                <a:gd name="connsiteY2" fmla="*/ 4162 h 121823"/>
                <a:gd name="connsiteX3" fmla="*/ 309453 w 311731"/>
                <a:gd name="connsiteY3" fmla="*/ 109253 h 121823"/>
                <a:gd name="connsiteX4" fmla="*/ 311731 w 311731"/>
                <a:gd name="connsiteY4" fmla="*/ 121823 h 121823"/>
                <a:gd name="connsiteX5" fmla="*/ 0 w 311731"/>
                <a:gd name="connsiteY5" fmla="*/ 121823 h 121823"/>
                <a:gd name="connsiteX6" fmla="*/ 2277 w 311731"/>
                <a:gd name="connsiteY6" fmla="*/ 109253 h 121823"/>
                <a:gd name="connsiteX7" fmla="*/ 106298 w 311731"/>
                <a:gd name="connsiteY7" fmla="*/ 4162 h 121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1731" h="121823">
                  <a:moveTo>
                    <a:pt x="131005" y="0"/>
                  </a:moveTo>
                  <a:lnTo>
                    <a:pt x="180725" y="0"/>
                  </a:lnTo>
                  <a:lnTo>
                    <a:pt x="205433" y="4162"/>
                  </a:lnTo>
                  <a:cubicBezTo>
                    <a:pt x="252408" y="20443"/>
                    <a:pt x="290475" y="59254"/>
                    <a:pt x="309453" y="109253"/>
                  </a:cubicBezTo>
                  <a:lnTo>
                    <a:pt x="311731" y="121823"/>
                  </a:lnTo>
                  <a:lnTo>
                    <a:pt x="0" y="121823"/>
                  </a:lnTo>
                  <a:lnTo>
                    <a:pt x="2277" y="109253"/>
                  </a:lnTo>
                  <a:cubicBezTo>
                    <a:pt x="21256" y="59254"/>
                    <a:pt x="59323" y="20443"/>
                    <a:pt x="106298" y="4162"/>
                  </a:cubicBezTo>
                  <a:close/>
                </a:path>
              </a:pathLst>
            </a:custGeom>
            <a:gradFill>
              <a:gsLst>
                <a:gs pos="0">
                  <a:schemeClr val="accent1">
                    <a:lumMod val="50000"/>
                  </a:schemeClr>
                </a:gs>
                <a:gs pos="49000">
                  <a:schemeClr val="accent1"/>
                </a:gs>
                <a:gs pos="100000">
                  <a:schemeClr val="accent1">
                    <a:lumMod val="5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dirty="0"/>
            </a:p>
          </p:txBody>
        </p:sp>
        <p:sp>
          <p:nvSpPr>
            <p:cNvPr id="20" name="MH_Other_2"/>
            <p:cNvSpPr/>
            <p:nvPr>
              <p:custDataLst>
                <p:tags r:id="rId5"/>
              </p:custDataLst>
            </p:nvPr>
          </p:nvSpPr>
          <p:spPr>
            <a:xfrm>
              <a:off x="6948489" y="1795463"/>
              <a:ext cx="261937" cy="120650"/>
            </a:xfrm>
            <a:custGeom>
              <a:avLst/>
              <a:gdLst>
                <a:gd name="connsiteX0" fmla="*/ 145370 w 318081"/>
                <a:gd name="connsiteY0" fmla="*/ 0 h 130555"/>
                <a:gd name="connsiteX1" fmla="*/ 172710 w 318081"/>
                <a:gd name="connsiteY1" fmla="*/ 0 h 130555"/>
                <a:gd name="connsiteX2" fmla="*/ 209618 w 318081"/>
                <a:gd name="connsiteY2" fmla="*/ 6428 h 130555"/>
                <a:gd name="connsiteX3" fmla="*/ 315757 w 318081"/>
                <a:gd name="connsiteY3" fmla="*/ 117294 h 130555"/>
                <a:gd name="connsiteX4" fmla="*/ 318081 w 318081"/>
                <a:gd name="connsiteY4" fmla="*/ 130555 h 130555"/>
                <a:gd name="connsiteX5" fmla="*/ 0 w 318081"/>
                <a:gd name="connsiteY5" fmla="*/ 130555 h 130555"/>
                <a:gd name="connsiteX6" fmla="*/ 2324 w 318081"/>
                <a:gd name="connsiteY6" fmla="*/ 117294 h 130555"/>
                <a:gd name="connsiteX7" fmla="*/ 108463 w 318081"/>
                <a:gd name="connsiteY7" fmla="*/ 6428 h 130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8081" h="130555">
                  <a:moveTo>
                    <a:pt x="145370" y="0"/>
                  </a:moveTo>
                  <a:lnTo>
                    <a:pt x="172710" y="0"/>
                  </a:lnTo>
                  <a:lnTo>
                    <a:pt x="209618" y="6428"/>
                  </a:lnTo>
                  <a:cubicBezTo>
                    <a:pt x="257550" y="23604"/>
                    <a:pt x="296392" y="64548"/>
                    <a:pt x="315757" y="117294"/>
                  </a:cubicBezTo>
                  <a:lnTo>
                    <a:pt x="318081" y="130555"/>
                  </a:lnTo>
                  <a:lnTo>
                    <a:pt x="0" y="130555"/>
                  </a:lnTo>
                  <a:lnTo>
                    <a:pt x="2324" y="117294"/>
                  </a:lnTo>
                  <a:cubicBezTo>
                    <a:pt x="21689" y="64548"/>
                    <a:pt x="60531" y="23604"/>
                    <a:pt x="108463" y="6428"/>
                  </a:cubicBezTo>
                  <a:close/>
                </a:path>
              </a:pathLst>
            </a:custGeom>
            <a:gradFill>
              <a:gsLst>
                <a:gs pos="0">
                  <a:schemeClr val="accent1">
                    <a:lumMod val="50000"/>
                  </a:schemeClr>
                </a:gs>
                <a:gs pos="49000">
                  <a:schemeClr val="accent1"/>
                </a:gs>
                <a:gs pos="100000">
                  <a:schemeClr val="accent1">
                    <a:lumMod val="5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dirty="0"/>
            </a:p>
          </p:txBody>
        </p:sp>
        <p:sp>
          <p:nvSpPr>
            <p:cNvPr id="21" name="MH_SubTitle_1"/>
            <p:cNvSpPr/>
            <p:nvPr>
              <p:custDataLst>
                <p:tags r:id="rId6"/>
              </p:custDataLst>
            </p:nvPr>
          </p:nvSpPr>
          <p:spPr>
            <a:xfrm>
              <a:off x="4760914" y="1795464"/>
              <a:ext cx="2308225" cy="649287"/>
            </a:xfrm>
            <a:custGeom>
              <a:avLst/>
              <a:gdLst>
                <a:gd name="connsiteX0" fmla="*/ 0 w 2600830"/>
                <a:gd name="connsiteY0" fmla="*/ 0 h 649288"/>
                <a:gd name="connsiteX1" fmla="*/ 2600830 w 2600830"/>
                <a:gd name="connsiteY1" fmla="*/ 0 h 649288"/>
                <a:gd name="connsiteX2" fmla="*/ 2520047 w 2600830"/>
                <a:gd name="connsiteY2" fmla="*/ 89402 h 649288"/>
                <a:gd name="connsiteX3" fmla="*/ 1945040 w 2600830"/>
                <a:gd name="connsiteY3" fmla="*/ 646112 h 649288"/>
                <a:gd name="connsiteX4" fmla="*/ 648052 w 2600830"/>
                <a:gd name="connsiteY4" fmla="*/ 649287 h 649288"/>
                <a:gd name="connsiteX5" fmla="*/ 77908 w 2600830"/>
                <a:gd name="connsiteY5" fmla="*/ 84156 h 649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0830" h="649288">
                  <a:moveTo>
                    <a:pt x="0" y="0"/>
                  </a:moveTo>
                  <a:lnTo>
                    <a:pt x="2600830" y="0"/>
                  </a:lnTo>
                  <a:lnTo>
                    <a:pt x="2520047" y="89402"/>
                  </a:lnTo>
                  <a:cubicBezTo>
                    <a:pt x="2351572" y="318525"/>
                    <a:pt x="2323328" y="645186"/>
                    <a:pt x="1945040" y="646112"/>
                  </a:cubicBezTo>
                  <a:lnTo>
                    <a:pt x="648052" y="649287"/>
                  </a:lnTo>
                  <a:cubicBezTo>
                    <a:pt x="269764" y="650213"/>
                    <a:pt x="245977" y="310819"/>
                    <a:pt x="77908" y="84156"/>
                  </a:cubicBezTo>
                  <a:close/>
                </a:path>
              </a:pathLst>
            </a:custGeom>
            <a:gradFill flip="none" rotWithShape="1">
              <a:gsLst>
                <a:gs pos="0">
                  <a:schemeClr val="accent1">
                    <a:lumMod val="60000"/>
                    <a:lumOff val="40000"/>
                  </a:schemeClr>
                </a:gs>
                <a:gs pos="26000">
                  <a:schemeClr val="accent1">
                    <a:lumMod val="40000"/>
                    <a:lumOff val="60000"/>
                  </a:schemeClr>
                </a:gs>
                <a:gs pos="100000">
                  <a:schemeClr val="accent1">
                    <a:lumMod val="60000"/>
                    <a:lumOff val="40000"/>
                  </a:schemeClr>
                </a:gs>
              </a:gsLst>
              <a:lin ang="5400000" scaled="0"/>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defRPr/>
              </a:pPr>
              <a:r>
                <a:rPr lang="zh-CN" altLang="en-US" sz="2000" b="1" dirty="0">
                  <a:solidFill>
                    <a:schemeClr val="accent1">
                      <a:lumMod val="50000"/>
                    </a:schemeClr>
                  </a:solidFill>
                  <a:latin typeface="黑体" panose="02010609060101010101" pitchFamily="49" charset="-122"/>
                  <a:ea typeface="黑体" panose="02010609060101010101" pitchFamily="49" charset="-122"/>
                </a:rPr>
                <a:t>算法</a:t>
              </a:r>
              <a:r>
                <a:rPr lang="zh-CN" altLang="en-US" sz="2000" b="1" dirty="0" smtClean="0">
                  <a:solidFill>
                    <a:schemeClr val="accent1">
                      <a:lumMod val="50000"/>
                    </a:schemeClr>
                  </a:solidFill>
                  <a:latin typeface="黑体" panose="02010609060101010101" pitchFamily="49" charset="-122"/>
                  <a:ea typeface="黑体" panose="02010609060101010101" pitchFamily="49" charset="-122"/>
                </a:rPr>
                <a:t>步骤</a:t>
              </a:r>
              <a:endParaRPr lang="zh-CN" altLang="en-US" sz="2000" b="1" dirty="0">
                <a:solidFill>
                  <a:schemeClr val="accent1">
                    <a:lumMod val="50000"/>
                  </a:schemeClr>
                </a:solidFill>
                <a:latin typeface="黑体" panose="02010609060101010101" pitchFamily="49" charset="-122"/>
                <a:ea typeface="黑体" panose="02010609060101010101" pitchFamily="49" charset="-122"/>
              </a:endParaRPr>
            </a:p>
          </p:txBody>
        </p:sp>
      </p:grpSp>
      <p:grpSp>
        <p:nvGrpSpPr>
          <p:cNvPr id="5" name="组合 4"/>
          <p:cNvGrpSpPr/>
          <p:nvPr/>
        </p:nvGrpSpPr>
        <p:grpSpPr>
          <a:xfrm>
            <a:off x="5746735" y="758298"/>
            <a:ext cx="5966109" cy="5599764"/>
            <a:chOff x="5695950" y="621897"/>
            <a:chExt cx="5966109" cy="5599764"/>
          </a:xfrm>
        </p:grpSpPr>
        <p:sp>
          <p:nvSpPr>
            <p:cNvPr id="15" name="任意多边形 14"/>
            <p:cNvSpPr/>
            <p:nvPr/>
          </p:nvSpPr>
          <p:spPr>
            <a:xfrm flipV="1">
              <a:off x="10001075" y="2210314"/>
              <a:ext cx="1660984" cy="2448771"/>
            </a:xfrm>
            <a:custGeom>
              <a:avLst/>
              <a:gdLst>
                <a:gd name="connsiteX0" fmla="*/ 0 w 743803"/>
                <a:gd name="connsiteY0" fmla="*/ 0 h 1378424"/>
                <a:gd name="connsiteX1" fmla="*/ 743803 w 743803"/>
                <a:gd name="connsiteY1" fmla="*/ 0 h 1378424"/>
                <a:gd name="connsiteX2" fmla="*/ 743803 w 743803"/>
                <a:gd name="connsiteY2" fmla="*/ 1378424 h 1378424"/>
                <a:gd name="connsiteX3" fmla="*/ 0 w 743803"/>
                <a:gd name="connsiteY3" fmla="*/ 1378424 h 1378424"/>
              </a:gdLst>
              <a:ahLst/>
              <a:cxnLst>
                <a:cxn ang="0">
                  <a:pos x="connsiteX0" y="connsiteY0"/>
                </a:cxn>
                <a:cxn ang="0">
                  <a:pos x="connsiteX1" y="connsiteY1"/>
                </a:cxn>
                <a:cxn ang="0">
                  <a:pos x="connsiteX2" y="connsiteY2"/>
                </a:cxn>
                <a:cxn ang="0">
                  <a:pos x="connsiteX3" y="connsiteY3"/>
                </a:cxn>
              </a:cxnLst>
              <a:rect l="l" t="t" r="r" b="b"/>
              <a:pathLst>
                <a:path w="743803" h="1378424">
                  <a:moveTo>
                    <a:pt x="0" y="0"/>
                  </a:moveTo>
                  <a:lnTo>
                    <a:pt x="743803" y="0"/>
                  </a:lnTo>
                  <a:lnTo>
                    <a:pt x="743803" y="1378424"/>
                  </a:lnTo>
                  <a:lnTo>
                    <a:pt x="0" y="1378424"/>
                  </a:lnTo>
                </a:path>
              </a:pathLst>
            </a:custGeom>
            <a:ln>
              <a:tailEnd type="triangle" w="lg" len="lg"/>
            </a:ln>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noAutofit/>
            </a:bodyPr>
            <a:lstStyle/>
            <a:p>
              <a:endParaRPr lang="zh-CN" altLang="en-US"/>
            </a:p>
          </p:txBody>
        </p:sp>
        <p:sp>
          <p:nvSpPr>
            <p:cNvPr id="17" name="流程图: 可选过程 16"/>
            <p:cNvSpPr/>
            <p:nvPr/>
          </p:nvSpPr>
          <p:spPr>
            <a:xfrm>
              <a:off x="8732957" y="621897"/>
              <a:ext cx="2444876" cy="354880"/>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开始</a:t>
              </a:r>
              <a:endParaRPr lang="zh-CN" altLang="en-US" dirty="0"/>
            </a:p>
          </p:txBody>
        </p:sp>
        <p:cxnSp>
          <p:nvCxnSpPr>
            <p:cNvPr id="18" name="直接箭头连接符 17"/>
            <p:cNvCxnSpPr/>
            <p:nvPr/>
          </p:nvCxnSpPr>
          <p:spPr>
            <a:xfrm>
              <a:off x="9937923" y="896101"/>
              <a:ext cx="0" cy="311147"/>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3" name="直接箭头连接符 22"/>
            <p:cNvCxnSpPr/>
            <p:nvPr/>
          </p:nvCxnSpPr>
          <p:spPr>
            <a:xfrm>
              <a:off x="9937923" y="1373997"/>
              <a:ext cx="0" cy="407258"/>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24" name="流程图: 过程 23"/>
            <p:cNvSpPr/>
            <p:nvPr/>
          </p:nvSpPr>
          <p:spPr>
            <a:xfrm>
              <a:off x="8732955" y="2369872"/>
              <a:ext cx="2444876" cy="346399"/>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n/</a:t>
              </a:r>
              <a:r>
                <a:rPr lang="en-US" altLang="zh-CN" dirty="0" err="1" smtClean="0"/>
                <a:t>i</a:t>
              </a:r>
              <a:r>
                <a:rPr lang="zh-CN" altLang="en-US" dirty="0" smtClean="0"/>
                <a:t>的余数</a:t>
              </a:r>
              <a:r>
                <a:rPr lang="en-US" altLang="zh-CN" dirty="0" smtClean="0"/>
                <a:t>=&gt;r</a:t>
              </a:r>
              <a:endParaRPr lang="zh-CN" altLang="en-US" dirty="0"/>
            </a:p>
          </p:txBody>
        </p:sp>
        <p:sp>
          <p:nvSpPr>
            <p:cNvPr id="25" name="流程图: 可选过程 24"/>
            <p:cNvSpPr/>
            <p:nvPr/>
          </p:nvSpPr>
          <p:spPr>
            <a:xfrm>
              <a:off x="8751148" y="5821854"/>
              <a:ext cx="2417387" cy="399807"/>
            </a:xfrm>
            <a:prstGeom prst="flowChartAlternate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t>结束</a:t>
              </a:r>
              <a:endParaRPr lang="zh-CN" altLang="en-US" dirty="0"/>
            </a:p>
          </p:txBody>
        </p:sp>
        <p:sp>
          <p:nvSpPr>
            <p:cNvPr id="26" name="流程图: 数据 25"/>
            <p:cNvSpPr/>
            <p:nvPr/>
          </p:nvSpPr>
          <p:spPr>
            <a:xfrm>
              <a:off x="8733155" y="5166592"/>
              <a:ext cx="2704465" cy="389255"/>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zh-CN" altLang="en-US" dirty="0" smtClean="0">
                  <a:solidFill>
                    <a:schemeClr val="bg1"/>
                  </a:solidFill>
                </a:rPr>
                <a:t>输出</a:t>
              </a:r>
              <a:r>
                <a:rPr lang="en-US" altLang="zh-CN" dirty="0" smtClean="0">
                  <a:solidFill>
                    <a:schemeClr val="bg1"/>
                  </a:solidFill>
                </a:rPr>
                <a:t>n</a:t>
              </a:r>
              <a:r>
                <a:rPr lang="zh-CN" altLang="en-US" dirty="0" smtClean="0">
                  <a:solidFill>
                    <a:schemeClr val="bg1"/>
                  </a:solidFill>
                </a:rPr>
                <a:t>“是素数</a:t>
              </a:r>
              <a:r>
                <a:rPr lang="en-US" altLang="zh-CN" dirty="0" smtClean="0">
                  <a:solidFill>
                    <a:schemeClr val="bg1"/>
                  </a:solidFill>
                </a:rPr>
                <a:t>”</a:t>
              </a:r>
              <a:endParaRPr lang="zh-CN" altLang="en-US" baseline="-25000" dirty="0">
                <a:solidFill>
                  <a:schemeClr val="bg1"/>
                </a:solidFill>
              </a:endParaRPr>
            </a:p>
          </p:txBody>
        </p:sp>
        <p:cxnSp>
          <p:nvCxnSpPr>
            <p:cNvPr id="27" name="直接箭头连接符 26"/>
            <p:cNvCxnSpPr/>
            <p:nvPr/>
          </p:nvCxnSpPr>
          <p:spPr>
            <a:xfrm>
              <a:off x="9971325" y="1994249"/>
              <a:ext cx="0" cy="407258"/>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28" name="直接箭头连接符 27"/>
            <p:cNvCxnSpPr/>
            <p:nvPr/>
          </p:nvCxnSpPr>
          <p:spPr>
            <a:xfrm>
              <a:off x="9982882" y="2542873"/>
              <a:ext cx="0" cy="407258"/>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29" name="流程图: 决策 28"/>
                <p:cNvSpPr/>
                <p:nvPr/>
              </p:nvSpPr>
              <p:spPr>
                <a:xfrm>
                  <a:off x="8724582" y="4429582"/>
                  <a:ext cx="2444875" cy="49440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err="1" smtClean="0"/>
                    <a:t>i</a:t>
                  </a:r>
                  <a:r>
                    <a:rPr lang="en-US" altLang="zh-CN" dirty="0" smtClean="0"/>
                    <a:t>&gt;</a:t>
                  </a:r>
                  <a14:m>
                    <m:oMath xmlns:m="http://schemas.openxmlformats.org/officeDocument/2006/math">
                      <m:rad>
                        <m:radPr>
                          <m:degHide m:val="on"/>
                          <m:ctrlPr>
                            <a:rPr lang="zh-CN" altLang="zh-CN" i="1" smtClean="0">
                              <a:solidFill>
                                <a:schemeClr val="bg1"/>
                              </a:solidFill>
                              <a:latin typeface="Cambria Math" panose="02040503050406030204" pitchFamily="18" charset="0"/>
                            </a:rPr>
                          </m:ctrlPr>
                        </m:radPr>
                        <m:deg/>
                        <m:e>
                          <m:r>
                            <a:rPr lang="en-US" altLang="zh-CN">
                              <a:solidFill>
                                <a:schemeClr val="bg1"/>
                              </a:solidFill>
                              <a:latin typeface="Cambria Math" panose="02040503050406030204" pitchFamily="18" charset="0"/>
                            </a:rPr>
                            <m:t>𝑛</m:t>
                          </m:r>
                        </m:e>
                      </m:rad>
                    </m:oMath>
                  </a14:m>
                  <a:endParaRPr lang="zh-CN" altLang="en-US" dirty="0"/>
                </a:p>
              </p:txBody>
            </p:sp>
          </mc:Choice>
          <mc:Fallback>
            <p:sp>
              <p:nvSpPr>
                <p:cNvPr id="29" name="流程图: 决策 28"/>
                <p:cNvSpPr>
                  <a:spLocks noRot="1" noChangeAspect="1" noMove="1" noResize="1" noEditPoints="1" noAdjustHandles="1" noChangeArrowheads="1" noChangeShapeType="1" noTextEdit="1"/>
                </p:cNvSpPr>
                <p:nvPr/>
              </p:nvSpPr>
              <p:spPr>
                <a:xfrm>
                  <a:off x="8724582" y="4429582"/>
                  <a:ext cx="2444875" cy="494404"/>
                </a:xfrm>
                <a:prstGeom prst="flowChartDecision">
                  <a:avLst/>
                </a:prstGeom>
                <a:blipFill rotWithShape="1">
                  <a:blip r:embed="rId7"/>
                  <a:stretch>
                    <a:fillRect b="-4706"/>
                  </a:stretch>
                </a:blipFill>
              </p:spPr>
              <p:txBody>
                <a:bodyPr/>
                <a:lstStyle/>
                <a:p>
                  <a:r>
                    <a:rPr lang="zh-CN" altLang="en-US">
                      <a:noFill/>
                    </a:rPr>
                    <a:t> </a:t>
                  </a:r>
                  <a:endParaRPr lang="zh-CN" altLang="en-US">
                    <a:noFill/>
                  </a:endParaRPr>
                </a:p>
              </p:txBody>
            </p:sp>
          </mc:Fallback>
        </mc:AlternateContent>
        <p:sp>
          <p:nvSpPr>
            <p:cNvPr id="31" name="文本框 30"/>
            <p:cNvSpPr txBox="1"/>
            <p:nvPr/>
          </p:nvSpPr>
          <p:spPr>
            <a:xfrm>
              <a:off x="10075461" y="4833921"/>
              <a:ext cx="409357" cy="369332"/>
            </a:xfrm>
            <a:prstGeom prst="rect">
              <a:avLst/>
            </a:prstGeom>
            <a:noFill/>
          </p:spPr>
          <p:txBody>
            <a:bodyPr wrap="square" rtlCol="0">
              <a:spAutoFit/>
            </a:bodyPr>
            <a:lstStyle/>
            <a:p>
              <a:r>
                <a:rPr lang="en-US" altLang="zh-CN" dirty="0" smtClean="0">
                  <a:solidFill>
                    <a:schemeClr val="accent1"/>
                  </a:solidFill>
                </a:rPr>
                <a:t>Y</a:t>
              </a:r>
              <a:endParaRPr lang="zh-CN" altLang="en-US" dirty="0">
                <a:solidFill>
                  <a:schemeClr val="accent1"/>
                </a:solidFill>
              </a:endParaRPr>
            </a:p>
          </p:txBody>
        </p:sp>
        <p:sp>
          <p:nvSpPr>
            <p:cNvPr id="32" name="文本框 31"/>
            <p:cNvSpPr txBox="1"/>
            <p:nvPr/>
          </p:nvSpPr>
          <p:spPr>
            <a:xfrm>
              <a:off x="11170017" y="4336887"/>
              <a:ext cx="492042" cy="322198"/>
            </a:xfrm>
            <a:prstGeom prst="rect">
              <a:avLst/>
            </a:prstGeom>
            <a:noFill/>
          </p:spPr>
          <p:txBody>
            <a:bodyPr wrap="square" rtlCol="0">
              <a:spAutoFit/>
            </a:bodyPr>
            <a:lstStyle/>
            <a:p>
              <a:r>
                <a:rPr lang="en-US" altLang="zh-CN" dirty="0" smtClean="0">
                  <a:solidFill>
                    <a:schemeClr val="accent1"/>
                  </a:solidFill>
                </a:rPr>
                <a:t>N</a:t>
              </a:r>
              <a:endParaRPr lang="zh-CN" altLang="en-US" dirty="0">
                <a:solidFill>
                  <a:schemeClr val="accent1"/>
                </a:solidFill>
              </a:endParaRPr>
            </a:p>
          </p:txBody>
        </p:sp>
        <p:sp>
          <p:nvSpPr>
            <p:cNvPr id="33" name="流程图: 过程 32"/>
            <p:cNvSpPr/>
            <p:nvPr/>
          </p:nvSpPr>
          <p:spPr>
            <a:xfrm>
              <a:off x="8732955" y="1791587"/>
              <a:ext cx="2444876" cy="346399"/>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a:t>2</a:t>
              </a:r>
              <a:r>
                <a:rPr lang="en-US" altLang="zh-CN" dirty="0" smtClean="0"/>
                <a:t>=&gt;</a:t>
              </a:r>
              <a:r>
                <a:rPr lang="en-US" altLang="zh-CN" dirty="0" err="1" smtClean="0"/>
                <a:t>i</a:t>
              </a:r>
              <a:endParaRPr lang="en-US" altLang="zh-CN" dirty="0" smtClean="0"/>
            </a:p>
          </p:txBody>
        </p:sp>
        <p:cxnSp>
          <p:nvCxnSpPr>
            <p:cNvPr id="36" name="直接箭头连接符 35"/>
            <p:cNvCxnSpPr/>
            <p:nvPr/>
          </p:nvCxnSpPr>
          <p:spPr>
            <a:xfrm>
              <a:off x="9973586" y="3337731"/>
              <a:ext cx="0" cy="407258"/>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37" name="流程图: 过程 36"/>
            <p:cNvSpPr/>
            <p:nvPr/>
          </p:nvSpPr>
          <p:spPr>
            <a:xfrm>
              <a:off x="8732955" y="3744989"/>
              <a:ext cx="2444876" cy="346399"/>
            </a:xfrm>
            <a:prstGeom prst="flowChartProcess">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i+1=&gt;</a:t>
              </a:r>
              <a:r>
                <a:rPr lang="en-US" altLang="zh-CN" dirty="0" err="1" smtClean="0"/>
                <a:t>i</a:t>
              </a:r>
              <a:endParaRPr lang="zh-CN" altLang="en-US" dirty="0"/>
            </a:p>
          </p:txBody>
        </p:sp>
        <p:cxnSp>
          <p:nvCxnSpPr>
            <p:cNvPr id="40" name="直接箭头连接符 39"/>
            <p:cNvCxnSpPr/>
            <p:nvPr/>
          </p:nvCxnSpPr>
          <p:spPr>
            <a:xfrm>
              <a:off x="9965213" y="4006733"/>
              <a:ext cx="0" cy="407258"/>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41" name="直接箭头连接符 40"/>
            <p:cNvCxnSpPr/>
            <p:nvPr/>
          </p:nvCxnSpPr>
          <p:spPr>
            <a:xfrm>
              <a:off x="9973585" y="4765802"/>
              <a:ext cx="0" cy="407258"/>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cxnSp>
          <p:nvCxnSpPr>
            <p:cNvPr id="42" name="直接箭头连接符 41"/>
            <p:cNvCxnSpPr/>
            <p:nvPr/>
          </p:nvCxnSpPr>
          <p:spPr>
            <a:xfrm>
              <a:off x="9991779" y="5414596"/>
              <a:ext cx="0" cy="407258"/>
            </a:xfrm>
            <a:prstGeom prst="straightConnector1">
              <a:avLst/>
            </a:prstGeom>
            <a:ln>
              <a:tailEnd type="triangle" w="lg" len="lg"/>
            </a:ln>
          </p:spPr>
          <p:style>
            <a:lnRef idx="1">
              <a:schemeClr val="accent1"/>
            </a:lnRef>
            <a:fillRef idx="0">
              <a:schemeClr val="accent1"/>
            </a:fillRef>
            <a:effectRef idx="0">
              <a:schemeClr val="accent1"/>
            </a:effectRef>
            <a:fontRef idx="minor">
              <a:schemeClr val="tx1"/>
            </a:fontRef>
          </p:style>
        </p:cxnSp>
        <p:sp>
          <p:nvSpPr>
            <p:cNvPr id="43" name="流程图: 数据 42"/>
            <p:cNvSpPr/>
            <p:nvPr/>
          </p:nvSpPr>
          <p:spPr>
            <a:xfrm>
              <a:off x="8706389" y="1190686"/>
              <a:ext cx="2463068" cy="361037"/>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CN" altLang="en-US" dirty="0" smtClean="0">
                  <a:solidFill>
                    <a:schemeClr val="bg1"/>
                  </a:solidFill>
                </a:rPr>
                <a:t>输入</a:t>
              </a:r>
              <a:r>
                <a:rPr lang="en-US" altLang="zh-CN" dirty="0">
                  <a:solidFill>
                    <a:schemeClr val="bg1"/>
                  </a:solidFill>
                </a:rPr>
                <a:t>n</a:t>
              </a:r>
              <a:endParaRPr lang="zh-CN" altLang="en-US" baseline="-25000" dirty="0">
                <a:solidFill>
                  <a:schemeClr val="bg1"/>
                </a:solidFill>
              </a:endParaRPr>
            </a:p>
          </p:txBody>
        </p:sp>
        <p:sp>
          <p:nvSpPr>
            <p:cNvPr id="44" name="流程图: 决策 43"/>
            <p:cNvSpPr/>
            <p:nvPr/>
          </p:nvSpPr>
          <p:spPr>
            <a:xfrm>
              <a:off x="8746699" y="2981124"/>
              <a:ext cx="2444875" cy="494404"/>
            </a:xfrm>
            <a:prstGeom prst="flowChartDecision">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dirty="0" smtClean="0"/>
                <a:t>r=0</a:t>
              </a:r>
              <a:endParaRPr lang="zh-CN" altLang="en-US" dirty="0"/>
            </a:p>
          </p:txBody>
        </p:sp>
        <p:sp>
          <p:nvSpPr>
            <p:cNvPr id="45" name="任意多边形 44"/>
            <p:cNvSpPr/>
            <p:nvPr/>
          </p:nvSpPr>
          <p:spPr>
            <a:xfrm>
              <a:off x="7053943" y="3232703"/>
              <a:ext cx="1729501" cy="768877"/>
            </a:xfrm>
            <a:custGeom>
              <a:avLst/>
              <a:gdLst>
                <a:gd name="connsiteX0" fmla="*/ 787941 w 787941"/>
                <a:gd name="connsiteY0" fmla="*/ 0 h 398834"/>
                <a:gd name="connsiteX1" fmla="*/ 0 w 787941"/>
                <a:gd name="connsiteY1" fmla="*/ 0 h 398834"/>
                <a:gd name="connsiteX2" fmla="*/ 0 w 787941"/>
                <a:gd name="connsiteY2" fmla="*/ 398834 h 398834"/>
              </a:gdLst>
              <a:ahLst/>
              <a:cxnLst>
                <a:cxn ang="0">
                  <a:pos x="connsiteX0" y="connsiteY0"/>
                </a:cxn>
                <a:cxn ang="0">
                  <a:pos x="connsiteX1" y="connsiteY1"/>
                </a:cxn>
                <a:cxn ang="0">
                  <a:pos x="connsiteX2" y="connsiteY2"/>
                </a:cxn>
              </a:cxnLst>
              <a:rect l="l" t="t" r="r" b="b"/>
              <a:pathLst>
                <a:path w="787941" h="398834">
                  <a:moveTo>
                    <a:pt x="787941" y="0"/>
                  </a:moveTo>
                  <a:lnTo>
                    <a:pt x="0" y="0"/>
                  </a:lnTo>
                  <a:lnTo>
                    <a:pt x="0" y="398834"/>
                  </a:lnTo>
                </a:path>
              </a:pathLst>
            </a:custGeom>
            <a:ln>
              <a:tailEnd type="triangle" w="lg" len="lg"/>
            </a:ln>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noAutofit/>
            </a:bodyPr>
            <a:lstStyle/>
            <a:p>
              <a:endParaRPr lang="zh-CN" altLang="en-US">
                <a:solidFill>
                  <a:schemeClr val="tx1"/>
                </a:solidFill>
              </a:endParaRPr>
            </a:p>
          </p:txBody>
        </p:sp>
        <p:sp>
          <p:nvSpPr>
            <p:cNvPr id="46" name="流程图: 数据 45"/>
            <p:cNvSpPr/>
            <p:nvPr/>
          </p:nvSpPr>
          <p:spPr>
            <a:xfrm>
              <a:off x="5695950" y="4007082"/>
              <a:ext cx="2769870" cy="659130"/>
            </a:xfrm>
            <a:prstGeom prst="flowChartInputOutput">
              <a:avLst/>
            </a:prstGeom>
          </p:spPr>
          <p:style>
            <a:lnRef idx="2">
              <a:schemeClr val="accent1">
                <a:shade val="50000"/>
              </a:schemeClr>
            </a:lnRef>
            <a:fillRef idx="1">
              <a:schemeClr val="accent1"/>
            </a:fillRef>
            <a:effectRef idx="0">
              <a:schemeClr val="accent1"/>
            </a:effectRef>
            <a:fontRef idx="minor">
              <a:schemeClr val="lt1"/>
            </a:fontRef>
          </p:style>
          <p:txBody>
            <a:bodyPr lIns="36000" rIns="36000" rtlCol="0" anchor="ctr"/>
            <a:lstStyle/>
            <a:p>
              <a:pPr algn="ctr"/>
              <a:r>
                <a:rPr lang="zh-CN" altLang="en-US" dirty="0" smtClean="0">
                  <a:solidFill>
                    <a:schemeClr val="bg1"/>
                  </a:solidFill>
                </a:rPr>
                <a:t>输出</a:t>
              </a:r>
              <a:r>
                <a:rPr lang="en-US" altLang="zh-CN" dirty="0" smtClean="0">
                  <a:solidFill>
                    <a:schemeClr val="bg1"/>
                  </a:solidFill>
                </a:rPr>
                <a:t>n</a:t>
              </a:r>
              <a:r>
                <a:rPr lang="zh-CN" altLang="en-US" dirty="0" smtClean="0">
                  <a:solidFill>
                    <a:schemeClr val="bg1"/>
                  </a:solidFill>
                </a:rPr>
                <a:t>“不是素数</a:t>
              </a:r>
              <a:r>
                <a:rPr lang="en-US" altLang="zh-CN" dirty="0" smtClean="0">
                  <a:solidFill>
                    <a:schemeClr val="bg1"/>
                  </a:solidFill>
                </a:rPr>
                <a:t>”</a:t>
              </a:r>
              <a:endParaRPr lang="zh-CN" altLang="en-US" baseline="-25000" dirty="0">
                <a:solidFill>
                  <a:schemeClr val="bg1"/>
                </a:solidFill>
              </a:endParaRPr>
            </a:p>
          </p:txBody>
        </p:sp>
        <p:sp>
          <p:nvSpPr>
            <p:cNvPr id="47" name="任意多边形 46"/>
            <p:cNvSpPr/>
            <p:nvPr/>
          </p:nvSpPr>
          <p:spPr>
            <a:xfrm flipV="1">
              <a:off x="7017198" y="4429582"/>
              <a:ext cx="2956387" cy="1260018"/>
            </a:xfrm>
            <a:custGeom>
              <a:avLst/>
              <a:gdLst>
                <a:gd name="connsiteX0" fmla="*/ 787941 w 787941"/>
                <a:gd name="connsiteY0" fmla="*/ 0 h 398834"/>
                <a:gd name="connsiteX1" fmla="*/ 0 w 787941"/>
                <a:gd name="connsiteY1" fmla="*/ 0 h 398834"/>
                <a:gd name="connsiteX2" fmla="*/ 0 w 787941"/>
                <a:gd name="connsiteY2" fmla="*/ 398834 h 398834"/>
              </a:gdLst>
              <a:ahLst/>
              <a:cxnLst>
                <a:cxn ang="0">
                  <a:pos x="connsiteX0" y="connsiteY0"/>
                </a:cxn>
                <a:cxn ang="0">
                  <a:pos x="connsiteX1" y="connsiteY1"/>
                </a:cxn>
                <a:cxn ang="0">
                  <a:pos x="connsiteX2" y="connsiteY2"/>
                </a:cxn>
              </a:cxnLst>
              <a:rect l="l" t="t" r="r" b="b"/>
              <a:pathLst>
                <a:path w="787941" h="398834">
                  <a:moveTo>
                    <a:pt x="787941" y="0"/>
                  </a:moveTo>
                  <a:lnTo>
                    <a:pt x="0" y="0"/>
                  </a:lnTo>
                  <a:lnTo>
                    <a:pt x="0" y="398834"/>
                  </a:lnTo>
                </a:path>
              </a:pathLst>
            </a:custGeom>
            <a:ln>
              <a:headEnd type="triangle" w="lg" len="lg"/>
              <a:tailEnd type="none" w="lg" len="lg"/>
            </a:ln>
          </p:spPr>
          <p:style>
            <a:lnRef idx="1">
              <a:schemeClr val="accent1"/>
            </a:lnRef>
            <a:fillRef idx="0">
              <a:schemeClr val="accent1"/>
            </a:fillRef>
            <a:effectRef idx="0">
              <a:schemeClr val="accent1"/>
            </a:effectRef>
            <a:fontRef idx="minor">
              <a:schemeClr val="tx1"/>
            </a:fontRef>
          </p:style>
          <p:txBody>
            <a:bodyPr rot="0" spcFirstLastPara="0" vert="horz" wrap="square" lIns="91440" tIns="45720" rIns="91440" bIns="45720" numCol="1" spcCol="0" rtlCol="0" fromWordArt="0" anchor="ctr" anchorCtr="0" forceAA="0" compatLnSpc="1">
              <a:noAutofit/>
            </a:bodyPr>
            <a:lstStyle/>
            <a:p>
              <a:endParaRPr lang="zh-CN" altLang="en-US">
                <a:solidFill>
                  <a:schemeClr val="tx1"/>
                </a:solidFill>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传统流程图的弊端</a:t>
            </a:r>
            <a:endParaRPr lang="zh-CN" altLang="en-US" dirty="0"/>
          </a:p>
        </p:txBody>
      </p:sp>
      <p:sp>
        <p:nvSpPr>
          <p:cNvPr id="3" name="内容占位符 2"/>
          <p:cNvSpPr>
            <a:spLocks noGrp="1"/>
          </p:cNvSpPr>
          <p:nvPr>
            <p:ph idx="1"/>
          </p:nvPr>
        </p:nvSpPr>
        <p:spPr>
          <a:xfrm>
            <a:off x="5704115" y="2026671"/>
            <a:ext cx="5649685" cy="2804432"/>
          </a:xfrm>
        </p:spPr>
        <p:txBody>
          <a:bodyPr>
            <a:noAutofit/>
          </a:bodyPr>
          <a:lstStyle/>
          <a:p>
            <a:pPr marL="0" indent="0">
              <a:lnSpc>
                <a:spcPct val="150000"/>
              </a:lnSpc>
              <a:buNone/>
            </a:pPr>
            <a:r>
              <a:rPr lang="zh-CN" altLang="en-US" sz="2400" b="1" dirty="0">
                <a:solidFill>
                  <a:schemeClr val="tx1">
                    <a:lumMod val="65000"/>
                    <a:lumOff val="35000"/>
                  </a:schemeClr>
                </a:solidFill>
                <a:latin typeface="+mn-ea"/>
                <a:ea typeface="+mn-ea"/>
              </a:rPr>
              <a:t>传统的流程图用流程线指出各框的执行顺序，对流程线的使用没有严格限制。因此，使用者可以不受限制地使流程随意地转来转去，使流程图变得毫无规律，阅读时要花很大精力去追踪流程，使人难以理解算法的逻辑。</a:t>
            </a:r>
            <a:endParaRPr lang="zh-CN" altLang="en-US" sz="2400" b="1" dirty="0">
              <a:solidFill>
                <a:schemeClr val="tx1">
                  <a:lumMod val="65000"/>
                  <a:lumOff val="35000"/>
                </a:schemeClr>
              </a:solidFill>
              <a:latin typeface="+mn-ea"/>
              <a:ea typeface="+mn-ea"/>
            </a:endParaRPr>
          </a:p>
        </p:txBody>
      </p:sp>
      <p:pic>
        <p:nvPicPr>
          <p:cNvPr id="4" name="图片 3"/>
          <p:cNvPicPr>
            <a:picLocks noChangeAspect="1"/>
          </p:cNvPicPr>
          <p:nvPr/>
        </p:nvPicPr>
        <p:blipFill>
          <a:blip r:embed="rId1">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838200" y="2416402"/>
            <a:ext cx="4629452" cy="2024969"/>
          </a:xfrm>
          <a:prstGeom prst="rect">
            <a:avLst/>
          </a:prstGeom>
        </p:spPr>
      </p:pic>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三</a:t>
            </a:r>
            <a:r>
              <a:rPr lang="zh-CN" altLang="en-US" dirty="0" smtClean="0"/>
              <a:t>种基本结构</a:t>
            </a:r>
            <a:endParaRPr lang="zh-CN" altLang="en-US" dirty="0"/>
          </a:p>
        </p:txBody>
      </p:sp>
      <p:sp>
        <p:nvSpPr>
          <p:cNvPr id="6" name="Rectangle 4"/>
          <p:cNvSpPr>
            <a:spLocks noChangeArrowheads="1"/>
          </p:cNvSpPr>
          <p:nvPr/>
        </p:nvSpPr>
        <p:spPr bwMode="auto">
          <a:xfrm>
            <a:off x="2295072" y="2528888"/>
            <a:ext cx="762000" cy="609600"/>
          </a:xfrm>
          <a:prstGeom prst="rect">
            <a:avLst/>
          </a:prstGeom>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defPPr>
              <a:defRPr lang="zh-CN"/>
            </a:defPPr>
            <a:lvl1pPr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9pPr>
          </a:lstStyle>
          <a:p>
            <a:pPr algn="ctr" eaLnBrk="0" fontAlgn="t" hangingPunct="0">
              <a:defRPr/>
            </a:pPr>
            <a:r>
              <a:rPr lang="en-US" altLang="zh-CN" sz="1800" dirty="0">
                <a:solidFill>
                  <a:schemeClr val="bg1"/>
                </a:solidFill>
              </a:rPr>
              <a:t>A</a:t>
            </a:r>
            <a:endParaRPr lang="en-US" altLang="zh-CN" sz="1800" dirty="0">
              <a:solidFill>
                <a:schemeClr val="bg1"/>
              </a:solidFill>
            </a:endParaRPr>
          </a:p>
        </p:txBody>
      </p:sp>
      <p:sp>
        <p:nvSpPr>
          <p:cNvPr id="7" name="Rectangle 5"/>
          <p:cNvSpPr>
            <a:spLocks noChangeArrowheads="1"/>
          </p:cNvSpPr>
          <p:nvPr/>
        </p:nvSpPr>
        <p:spPr bwMode="auto">
          <a:xfrm>
            <a:off x="2295072" y="3595688"/>
            <a:ext cx="762000" cy="609600"/>
          </a:xfrm>
          <a:prstGeom prst="rect">
            <a:avLst/>
          </a:prstGeom>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p>
            <a:pPr algn="ctr" eaLnBrk="0" fontAlgn="t" hangingPunct="0">
              <a:spcBef>
                <a:spcPct val="0"/>
              </a:spcBef>
              <a:spcAft>
                <a:spcPct val="0"/>
              </a:spcAft>
            </a:pPr>
            <a:r>
              <a:rPr kumimoji="1" lang="en-US" altLang="zh-CN">
                <a:solidFill>
                  <a:schemeClr val="bg1"/>
                </a:solidFill>
                <a:latin typeface="Times New Roman" panose="02020603050405020304" pitchFamily="18" charset="0"/>
                <a:ea typeface="宋体" panose="02010600030101010101" pitchFamily="2" charset="-122"/>
              </a:rPr>
              <a:t>B</a:t>
            </a:r>
            <a:endParaRPr kumimoji="1" lang="en-US" altLang="zh-CN">
              <a:solidFill>
                <a:schemeClr val="bg1"/>
              </a:solidFill>
              <a:latin typeface="Times New Roman" panose="02020603050405020304" pitchFamily="18" charset="0"/>
              <a:ea typeface="宋体" panose="02010600030101010101" pitchFamily="2" charset="-122"/>
            </a:endParaRPr>
          </a:p>
        </p:txBody>
      </p:sp>
      <p:sp>
        <p:nvSpPr>
          <p:cNvPr id="8" name="Line 6"/>
          <p:cNvSpPr>
            <a:spLocks noChangeShapeType="1"/>
          </p:cNvSpPr>
          <p:nvPr/>
        </p:nvSpPr>
        <p:spPr bwMode="auto">
          <a:xfrm>
            <a:off x="2676072" y="1690688"/>
            <a:ext cx="0" cy="838200"/>
          </a:xfrm>
          <a:prstGeom prst="line">
            <a:avLst/>
          </a:prstGeom>
          <a:noFill/>
          <a:ln w="12700">
            <a:solidFill>
              <a:schemeClr val="tx1"/>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9" name="Line 7"/>
          <p:cNvSpPr>
            <a:spLocks noChangeShapeType="1"/>
          </p:cNvSpPr>
          <p:nvPr/>
        </p:nvSpPr>
        <p:spPr bwMode="auto">
          <a:xfrm>
            <a:off x="2676072" y="3138488"/>
            <a:ext cx="0" cy="457200"/>
          </a:xfrm>
          <a:prstGeom prst="line">
            <a:avLst/>
          </a:prstGeom>
          <a:noFill/>
          <a:ln w="12700">
            <a:solidFill>
              <a:schemeClr val="tx1"/>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10" name="Line 8"/>
          <p:cNvSpPr>
            <a:spLocks noChangeShapeType="1"/>
          </p:cNvSpPr>
          <p:nvPr/>
        </p:nvSpPr>
        <p:spPr bwMode="auto">
          <a:xfrm>
            <a:off x="2676072" y="4205288"/>
            <a:ext cx="0" cy="838200"/>
          </a:xfrm>
          <a:prstGeom prst="line">
            <a:avLst/>
          </a:prstGeom>
          <a:noFill/>
          <a:ln w="12700">
            <a:solidFill>
              <a:schemeClr val="tx1"/>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11" name="Rectangle 9"/>
          <p:cNvSpPr>
            <a:spLocks noChangeArrowheads="1"/>
          </p:cNvSpPr>
          <p:nvPr/>
        </p:nvSpPr>
        <p:spPr bwMode="auto">
          <a:xfrm>
            <a:off x="1990272" y="1839233"/>
            <a:ext cx="1371600" cy="2975653"/>
          </a:xfrm>
          <a:prstGeom prst="rect">
            <a:avLst/>
          </a:prstGeom>
          <a:noFill/>
          <a:ln w="12700">
            <a:solidFill>
              <a:schemeClr val="tx1"/>
            </a:solidFill>
            <a:prstDash val="lg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9pPr>
          </a:lstStyle>
          <a:p>
            <a:pPr eaLnBrk="1" hangingPunct="1"/>
            <a:endParaRPr lang="zh-CN" altLang="en-US"/>
          </a:p>
        </p:txBody>
      </p:sp>
      <p:sp>
        <p:nvSpPr>
          <p:cNvPr id="5" name="Rectangle 11"/>
          <p:cNvSpPr>
            <a:spLocks noChangeArrowheads="1"/>
          </p:cNvSpPr>
          <p:nvPr/>
        </p:nvSpPr>
        <p:spPr bwMode="auto">
          <a:xfrm>
            <a:off x="1837872" y="5192034"/>
            <a:ext cx="1752600"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defPPr>
              <a:defRPr lang="zh-CN"/>
            </a:defPPr>
            <a:lvl1pPr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9pPr>
          </a:lstStyle>
          <a:p>
            <a:pPr algn="ctr" eaLnBrk="0" fontAlgn="t" hangingPunct="0">
              <a:spcBef>
                <a:spcPct val="50000"/>
              </a:spcBef>
              <a:defRPr/>
            </a:pPr>
            <a:r>
              <a:rPr lang="zh-CN" altLang="en-US" sz="2400" b="1" dirty="0" smtClean="0">
                <a:solidFill>
                  <a:schemeClr val="accent1"/>
                </a:solidFill>
                <a:latin typeface="+mn-ea"/>
                <a:ea typeface="+mn-ea"/>
              </a:rPr>
              <a:t>顺序结构</a:t>
            </a:r>
            <a:endParaRPr lang="zh-CN" altLang="en-US" sz="2400" b="1" dirty="0">
              <a:solidFill>
                <a:schemeClr val="accent1"/>
              </a:solidFill>
              <a:latin typeface="+mn-ea"/>
              <a:ea typeface="+mn-ea"/>
            </a:endParaRPr>
          </a:p>
        </p:txBody>
      </p:sp>
      <p:sp>
        <p:nvSpPr>
          <p:cNvPr id="14" name="Rectangle 5"/>
          <p:cNvSpPr>
            <a:spLocks noChangeArrowheads="1"/>
          </p:cNvSpPr>
          <p:nvPr/>
        </p:nvSpPr>
        <p:spPr bwMode="auto">
          <a:xfrm>
            <a:off x="4881335" y="3214687"/>
            <a:ext cx="762000" cy="609600"/>
          </a:xfrm>
          <a:prstGeom prst="rect">
            <a:avLst/>
          </a:prstGeom>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p>
            <a:pPr algn="ctr" eaLnBrk="0" fontAlgn="t" hangingPunct="0">
              <a:spcBef>
                <a:spcPct val="0"/>
              </a:spcBef>
              <a:spcAft>
                <a:spcPct val="0"/>
              </a:spcAft>
            </a:pPr>
            <a:r>
              <a:rPr kumimoji="1" lang="en-US" altLang="zh-CN">
                <a:solidFill>
                  <a:schemeClr val="bg1"/>
                </a:solidFill>
                <a:latin typeface="Times New Roman" panose="02020603050405020304" pitchFamily="18" charset="0"/>
                <a:ea typeface="宋体" panose="02010600030101010101" pitchFamily="2" charset="-122"/>
              </a:rPr>
              <a:t>A</a:t>
            </a:r>
            <a:endParaRPr kumimoji="1" lang="en-US" altLang="zh-CN">
              <a:solidFill>
                <a:schemeClr val="bg1"/>
              </a:solidFill>
              <a:latin typeface="Times New Roman" panose="02020603050405020304" pitchFamily="18" charset="0"/>
              <a:ea typeface="宋体" panose="02010600030101010101" pitchFamily="2" charset="-122"/>
            </a:endParaRPr>
          </a:p>
        </p:txBody>
      </p:sp>
      <p:sp>
        <p:nvSpPr>
          <p:cNvPr id="15" name="Rectangle 6"/>
          <p:cNvSpPr>
            <a:spLocks noChangeArrowheads="1"/>
          </p:cNvSpPr>
          <p:nvPr/>
        </p:nvSpPr>
        <p:spPr bwMode="auto">
          <a:xfrm>
            <a:off x="6633935" y="3214687"/>
            <a:ext cx="762000" cy="609600"/>
          </a:xfrm>
          <a:prstGeom prst="rect">
            <a:avLst/>
          </a:prstGeom>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p>
            <a:pPr algn="ctr" eaLnBrk="0" fontAlgn="t" hangingPunct="0">
              <a:spcBef>
                <a:spcPct val="0"/>
              </a:spcBef>
              <a:spcAft>
                <a:spcPct val="0"/>
              </a:spcAft>
            </a:pPr>
            <a:r>
              <a:rPr kumimoji="1" lang="en-US" altLang="zh-CN">
                <a:solidFill>
                  <a:schemeClr val="bg1"/>
                </a:solidFill>
                <a:latin typeface="Times New Roman" panose="02020603050405020304" pitchFamily="18" charset="0"/>
                <a:ea typeface="宋体" panose="02010600030101010101" pitchFamily="2" charset="-122"/>
              </a:rPr>
              <a:t>B</a:t>
            </a:r>
            <a:endParaRPr kumimoji="1" lang="en-US" altLang="zh-CN">
              <a:solidFill>
                <a:schemeClr val="bg1"/>
              </a:solidFill>
              <a:latin typeface="Times New Roman" panose="02020603050405020304" pitchFamily="18" charset="0"/>
              <a:ea typeface="宋体" panose="02010600030101010101" pitchFamily="2" charset="-122"/>
            </a:endParaRPr>
          </a:p>
        </p:txBody>
      </p:sp>
      <p:sp>
        <p:nvSpPr>
          <p:cNvPr id="16" name="AutoShape 7"/>
          <p:cNvSpPr>
            <a:spLocks noChangeArrowheads="1"/>
          </p:cNvSpPr>
          <p:nvPr/>
        </p:nvSpPr>
        <p:spPr bwMode="auto">
          <a:xfrm>
            <a:off x="5871935" y="1995487"/>
            <a:ext cx="609600" cy="914400"/>
          </a:xfrm>
          <a:prstGeom prst="diamond">
            <a:avLst/>
          </a:prstGeom>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p>
            <a:pPr algn="ctr" eaLnBrk="0" fontAlgn="t" hangingPunct="0">
              <a:spcBef>
                <a:spcPct val="0"/>
              </a:spcBef>
              <a:spcAft>
                <a:spcPct val="0"/>
              </a:spcAft>
            </a:pPr>
            <a:r>
              <a:rPr kumimoji="1" lang="en-US" altLang="zh-CN">
                <a:solidFill>
                  <a:schemeClr val="bg1"/>
                </a:solidFill>
                <a:latin typeface="Times New Roman" panose="02020603050405020304" pitchFamily="18" charset="0"/>
                <a:ea typeface="宋体" panose="02010600030101010101" pitchFamily="2" charset="-122"/>
              </a:rPr>
              <a:t>P</a:t>
            </a:r>
            <a:endParaRPr kumimoji="1" lang="en-US" altLang="zh-CN">
              <a:solidFill>
                <a:schemeClr val="bg1"/>
              </a:solidFill>
              <a:latin typeface="Times New Roman" panose="02020603050405020304" pitchFamily="18" charset="0"/>
              <a:ea typeface="宋体" panose="02010600030101010101" pitchFamily="2" charset="-122"/>
            </a:endParaRPr>
          </a:p>
        </p:txBody>
      </p:sp>
      <p:sp>
        <p:nvSpPr>
          <p:cNvPr id="17" name="Freeform 8"/>
          <p:cNvSpPr/>
          <p:nvPr/>
        </p:nvSpPr>
        <p:spPr bwMode="auto">
          <a:xfrm>
            <a:off x="5262335" y="2452687"/>
            <a:ext cx="611188" cy="763588"/>
          </a:xfrm>
          <a:custGeom>
            <a:avLst/>
            <a:gdLst>
              <a:gd name="T0" fmla="*/ 384 w 385"/>
              <a:gd name="T1" fmla="*/ 0 h 481"/>
              <a:gd name="T2" fmla="*/ 0 w 385"/>
              <a:gd name="T3" fmla="*/ 0 h 481"/>
              <a:gd name="T4" fmla="*/ 0 w 385"/>
              <a:gd name="T5" fmla="*/ 480 h 481"/>
              <a:gd name="T6" fmla="*/ 0 60000 65536"/>
              <a:gd name="T7" fmla="*/ 0 60000 65536"/>
              <a:gd name="T8" fmla="*/ 0 60000 65536"/>
            </a:gdLst>
            <a:ahLst/>
            <a:cxnLst>
              <a:cxn ang="T6">
                <a:pos x="T0" y="T1"/>
              </a:cxn>
              <a:cxn ang="T7">
                <a:pos x="T2" y="T3"/>
              </a:cxn>
              <a:cxn ang="T8">
                <a:pos x="T4" y="T5"/>
              </a:cxn>
            </a:cxnLst>
            <a:rect l="0" t="0" r="r" b="b"/>
            <a:pathLst>
              <a:path w="385" h="481">
                <a:moveTo>
                  <a:pt x="384" y="0"/>
                </a:moveTo>
                <a:lnTo>
                  <a:pt x="0" y="0"/>
                </a:lnTo>
                <a:lnTo>
                  <a:pt x="0" y="480"/>
                </a:lnTo>
              </a:path>
            </a:pathLst>
          </a:custGeom>
          <a:noFill/>
          <a:ln w="12700" cap="rnd" cmpd="sng">
            <a:solidFill>
              <a:schemeClr val="tx1"/>
            </a:solidFill>
            <a:prstDash val="solid"/>
            <a:round/>
            <a:headEnd type="none" w="sm" len="sm"/>
            <a:tail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18" name="Freeform 9"/>
          <p:cNvSpPr/>
          <p:nvPr/>
        </p:nvSpPr>
        <p:spPr bwMode="auto">
          <a:xfrm>
            <a:off x="6481535" y="2452687"/>
            <a:ext cx="534988" cy="763588"/>
          </a:xfrm>
          <a:custGeom>
            <a:avLst/>
            <a:gdLst>
              <a:gd name="T0" fmla="*/ 0 w 337"/>
              <a:gd name="T1" fmla="*/ 0 h 481"/>
              <a:gd name="T2" fmla="*/ 336 w 337"/>
              <a:gd name="T3" fmla="*/ 0 h 481"/>
              <a:gd name="T4" fmla="*/ 336 w 337"/>
              <a:gd name="T5" fmla="*/ 480 h 481"/>
              <a:gd name="T6" fmla="*/ 0 60000 65536"/>
              <a:gd name="T7" fmla="*/ 0 60000 65536"/>
              <a:gd name="T8" fmla="*/ 0 60000 65536"/>
            </a:gdLst>
            <a:ahLst/>
            <a:cxnLst>
              <a:cxn ang="T6">
                <a:pos x="T0" y="T1"/>
              </a:cxn>
              <a:cxn ang="T7">
                <a:pos x="T2" y="T3"/>
              </a:cxn>
              <a:cxn ang="T8">
                <a:pos x="T4" y="T5"/>
              </a:cxn>
            </a:cxnLst>
            <a:rect l="0" t="0" r="r" b="b"/>
            <a:pathLst>
              <a:path w="337" h="481">
                <a:moveTo>
                  <a:pt x="0" y="0"/>
                </a:moveTo>
                <a:lnTo>
                  <a:pt x="336" y="0"/>
                </a:lnTo>
                <a:lnTo>
                  <a:pt x="336" y="480"/>
                </a:lnTo>
              </a:path>
            </a:pathLst>
          </a:custGeom>
          <a:noFill/>
          <a:ln w="12700" cap="rnd" cmpd="sng">
            <a:solidFill>
              <a:schemeClr val="tx1"/>
            </a:solidFill>
            <a:prstDash val="solid"/>
            <a:round/>
            <a:headEnd type="none" w="sm" len="sm"/>
            <a:tail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19" name="Line 10"/>
          <p:cNvSpPr>
            <a:spLocks noChangeShapeType="1"/>
          </p:cNvSpPr>
          <p:nvPr/>
        </p:nvSpPr>
        <p:spPr bwMode="auto">
          <a:xfrm>
            <a:off x="6176735" y="1690687"/>
            <a:ext cx="0" cy="304800"/>
          </a:xfrm>
          <a:prstGeom prst="line">
            <a:avLst/>
          </a:prstGeom>
          <a:noFill/>
          <a:ln w="12700">
            <a:solidFill>
              <a:schemeClr val="tx1"/>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20" name="Rectangle 11"/>
          <p:cNvSpPr>
            <a:spLocks noChangeArrowheads="1"/>
          </p:cNvSpPr>
          <p:nvPr/>
        </p:nvSpPr>
        <p:spPr bwMode="auto">
          <a:xfrm>
            <a:off x="5186135" y="1995487"/>
            <a:ext cx="457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defPPr>
              <a:defRPr lang="zh-CN"/>
            </a:defPPr>
            <a:lvl1pPr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9pPr>
          </a:lstStyle>
          <a:p>
            <a:pPr algn="ctr" eaLnBrk="0" fontAlgn="t" hangingPunct="0">
              <a:spcBef>
                <a:spcPct val="50000"/>
              </a:spcBef>
              <a:defRPr/>
            </a:pPr>
            <a:r>
              <a:rPr lang="zh-CN" altLang="en-US" sz="1800">
                <a:effectLst>
                  <a:outerShdw blurRad="38100" dist="38100" dir="2700000" algn="tl">
                    <a:srgbClr val="C0C0C0"/>
                  </a:outerShdw>
                </a:effectLst>
              </a:rPr>
              <a:t>真</a:t>
            </a:r>
            <a:endParaRPr lang="zh-CN" altLang="en-US" sz="1800">
              <a:effectLst>
                <a:outerShdw blurRad="38100" dist="38100" dir="2700000" algn="tl">
                  <a:srgbClr val="C0C0C0"/>
                </a:outerShdw>
              </a:effectLst>
            </a:endParaRPr>
          </a:p>
        </p:txBody>
      </p:sp>
      <p:sp>
        <p:nvSpPr>
          <p:cNvPr id="21" name="Rectangle 12"/>
          <p:cNvSpPr>
            <a:spLocks noChangeArrowheads="1"/>
          </p:cNvSpPr>
          <p:nvPr/>
        </p:nvSpPr>
        <p:spPr bwMode="auto">
          <a:xfrm>
            <a:off x="6633935" y="1995487"/>
            <a:ext cx="457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defPPr>
              <a:defRPr lang="zh-CN"/>
            </a:defPPr>
            <a:lvl1pPr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9pPr>
          </a:lstStyle>
          <a:p>
            <a:pPr algn="ctr" eaLnBrk="0" fontAlgn="t" hangingPunct="0">
              <a:spcBef>
                <a:spcPct val="50000"/>
              </a:spcBef>
              <a:defRPr/>
            </a:pPr>
            <a:r>
              <a:rPr lang="zh-CN" altLang="en-US" sz="1800">
                <a:effectLst>
                  <a:outerShdw blurRad="38100" dist="38100" dir="2700000" algn="tl">
                    <a:srgbClr val="C0C0C0"/>
                  </a:outerShdw>
                </a:effectLst>
              </a:rPr>
              <a:t>假</a:t>
            </a:r>
            <a:endParaRPr lang="zh-CN" altLang="en-US" sz="1800">
              <a:effectLst>
                <a:outerShdw blurRad="38100" dist="38100" dir="2700000" algn="tl">
                  <a:srgbClr val="C0C0C0"/>
                </a:outerShdw>
              </a:effectLst>
            </a:endParaRPr>
          </a:p>
        </p:txBody>
      </p:sp>
      <p:sp>
        <p:nvSpPr>
          <p:cNvPr id="22" name="Freeform 13"/>
          <p:cNvSpPr/>
          <p:nvPr/>
        </p:nvSpPr>
        <p:spPr bwMode="auto">
          <a:xfrm>
            <a:off x="5262335" y="3824288"/>
            <a:ext cx="1754188" cy="687388"/>
          </a:xfrm>
          <a:custGeom>
            <a:avLst/>
            <a:gdLst>
              <a:gd name="T0" fmla="*/ 0 w 1105"/>
              <a:gd name="T1" fmla="*/ 0 h 433"/>
              <a:gd name="T2" fmla="*/ 0 w 1105"/>
              <a:gd name="T3" fmla="*/ 432 h 433"/>
              <a:gd name="T4" fmla="*/ 1104 w 1105"/>
              <a:gd name="T5" fmla="*/ 432 h 433"/>
              <a:gd name="T6" fmla="*/ 1104 w 1105"/>
              <a:gd name="T7" fmla="*/ 0 h 433"/>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1105" h="433">
                <a:moveTo>
                  <a:pt x="0" y="0"/>
                </a:moveTo>
                <a:lnTo>
                  <a:pt x="0" y="432"/>
                </a:lnTo>
                <a:lnTo>
                  <a:pt x="1104" y="432"/>
                </a:lnTo>
                <a:lnTo>
                  <a:pt x="1104" y="0"/>
                </a:lnTo>
              </a:path>
            </a:pathLst>
          </a:custGeom>
          <a:noFill/>
          <a:ln w="12700" cap="rnd" cmpd="sng">
            <a:solidFill>
              <a:schemeClr val="tx1"/>
            </a:solidFill>
            <a:prstDash val="solid"/>
            <a:round/>
            <a:headEnd type="none" w="sm" len="sm"/>
            <a:tailEnd type="none" w="sm" len="sm"/>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23" name="Line 14"/>
          <p:cNvSpPr>
            <a:spLocks noChangeShapeType="1"/>
          </p:cNvSpPr>
          <p:nvPr/>
        </p:nvSpPr>
        <p:spPr bwMode="auto">
          <a:xfrm>
            <a:off x="6100535" y="4510088"/>
            <a:ext cx="0" cy="533400"/>
          </a:xfrm>
          <a:prstGeom prst="line">
            <a:avLst/>
          </a:prstGeom>
          <a:noFill/>
          <a:ln w="12700">
            <a:solidFill>
              <a:schemeClr val="tx1"/>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13" name="Rectangle 16"/>
          <p:cNvSpPr>
            <a:spLocks noChangeArrowheads="1"/>
          </p:cNvSpPr>
          <p:nvPr/>
        </p:nvSpPr>
        <p:spPr bwMode="auto">
          <a:xfrm>
            <a:off x="5262335" y="5192034"/>
            <a:ext cx="1752600"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eaLnBrk="0" fontAlgn="t" hangingPunct="0">
              <a:spcBef>
                <a:spcPct val="50000"/>
              </a:spcBef>
              <a:spcAft>
                <a:spcPct val="0"/>
              </a:spcAft>
            </a:pPr>
            <a:r>
              <a:rPr kumimoji="1" lang="zh-CN" altLang="en-US" sz="2400" b="1" dirty="0" smtClean="0">
                <a:solidFill>
                  <a:schemeClr val="accent1"/>
                </a:solidFill>
                <a:latin typeface="+mn-ea"/>
              </a:rPr>
              <a:t>选择</a:t>
            </a:r>
            <a:r>
              <a:rPr kumimoji="1" lang="zh-CN" altLang="en-US" sz="2400" b="1" dirty="0">
                <a:solidFill>
                  <a:schemeClr val="accent1"/>
                </a:solidFill>
                <a:latin typeface="+mn-ea"/>
              </a:rPr>
              <a:t>结构</a:t>
            </a:r>
            <a:endParaRPr kumimoji="1" lang="zh-CN" altLang="en-US" sz="2400" b="1" dirty="0">
              <a:solidFill>
                <a:schemeClr val="accent1"/>
              </a:solidFill>
              <a:latin typeface="+mn-ea"/>
            </a:endParaRPr>
          </a:p>
        </p:txBody>
      </p:sp>
      <p:sp>
        <p:nvSpPr>
          <p:cNvPr id="26" name="AutoShape 6"/>
          <p:cNvSpPr>
            <a:spLocks noChangeArrowheads="1"/>
          </p:cNvSpPr>
          <p:nvPr/>
        </p:nvSpPr>
        <p:spPr bwMode="auto">
          <a:xfrm>
            <a:off x="9744414" y="2374900"/>
            <a:ext cx="609600" cy="914400"/>
          </a:xfrm>
          <a:prstGeom prst="diamond">
            <a:avLst/>
          </a:prstGeom>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p>
            <a:pPr algn="ctr" eaLnBrk="0" fontAlgn="t" hangingPunct="0">
              <a:spcBef>
                <a:spcPct val="0"/>
              </a:spcBef>
              <a:spcAft>
                <a:spcPct val="0"/>
              </a:spcAft>
            </a:pPr>
            <a:r>
              <a:rPr kumimoji="1" lang="en-US" altLang="zh-CN">
                <a:solidFill>
                  <a:schemeClr val="bg1"/>
                </a:solidFill>
                <a:latin typeface="Times New Roman" panose="02020603050405020304" pitchFamily="18" charset="0"/>
                <a:ea typeface="宋体" panose="02010600030101010101" pitchFamily="2" charset="-122"/>
              </a:rPr>
              <a:t>P</a:t>
            </a:r>
            <a:endParaRPr kumimoji="1" lang="en-US" altLang="zh-CN">
              <a:solidFill>
                <a:schemeClr val="bg1"/>
              </a:solidFill>
              <a:latin typeface="Times New Roman" panose="02020603050405020304" pitchFamily="18" charset="0"/>
              <a:ea typeface="宋体" panose="02010600030101010101" pitchFamily="2" charset="-122"/>
            </a:endParaRPr>
          </a:p>
        </p:txBody>
      </p:sp>
      <p:sp>
        <p:nvSpPr>
          <p:cNvPr id="27" name="Line 7"/>
          <p:cNvSpPr>
            <a:spLocks noChangeShapeType="1"/>
          </p:cNvSpPr>
          <p:nvPr/>
        </p:nvSpPr>
        <p:spPr bwMode="auto">
          <a:xfrm>
            <a:off x="10049215" y="3289300"/>
            <a:ext cx="0" cy="533400"/>
          </a:xfrm>
          <a:prstGeom prst="line">
            <a:avLst/>
          </a:prstGeom>
          <a:noFill/>
          <a:ln w="12700">
            <a:solidFill>
              <a:schemeClr val="tx1"/>
            </a:solidFill>
            <a:round/>
            <a:headEnd type="none" w="sm" len="sm"/>
            <a:tailEnd type="none" w="sm" len="sm"/>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28" name="Freeform 8"/>
          <p:cNvSpPr/>
          <p:nvPr/>
        </p:nvSpPr>
        <p:spPr bwMode="auto">
          <a:xfrm>
            <a:off x="10354015" y="2832100"/>
            <a:ext cx="382588" cy="2211388"/>
          </a:xfrm>
          <a:custGeom>
            <a:avLst/>
            <a:gdLst>
              <a:gd name="T0" fmla="*/ 0 w 241"/>
              <a:gd name="T1" fmla="*/ 0 h 1393"/>
              <a:gd name="T2" fmla="*/ 240 w 241"/>
              <a:gd name="T3" fmla="*/ 0 h 1393"/>
              <a:gd name="T4" fmla="*/ 240 w 241"/>
              <a:gd name="T5" fmla="*/ 1392 h 1393"/>
              <a:gd name="T6" fmla="*/ 0 60000 65536"/>
              <a:gd name="T7" fmla="*/ 0 60000 65536"/>
              <a:gd name="T8" fmla="*/ 0 60000 65536"/>
            </a:gdLst>
            <a:ahLst/>
            <a:cxnLst>
              <a:cxn ang="T6">
                <a:pos x="T0" y="T1"/>
              </a:cxn>
              <a:cxn ang="T7">
                <a:pos x="T2" y="T3"/>
              </a:cxn>
              <a:cxn ang="T8">
                <a:pos x="T4" y="T5"/>
              </a:cxn>
            </a:cxnLst>
            <a:rect l="0" t="0" r="r" b="b"/>
            <a:pathLst>
              <a:path w="241" h="1393">
                <a:moveTo>
                  <a:pt x="0" y="0"/>
                </a:moveTo>
                <a:lnTo>
                  <a:pt x="240" y="0"/>
                </a:lnTo>
                <a:lnTo>
                  <a:pt x="240" y="1392"/>
                </a:lnTo>
              </a:path>
            </a:pathLst>
          </a:custGeom>
          <a:noFill/>
          <a:ln w="12700" cap="rnd" cmpd="sng">
            <a:solidFill>
              <a:schemeClr val="tx1"/>
            </a:solidFill>
            <a:prstDash val="solid"/>
            <a:round/>
            <a:headEnd type="none" w="sm" len="sm"/>
            <a:tail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29" name="Rectangle 9"/>
          <p:cNvSpPr>
            <a:spLocks noChangeArrowheads="1"/>
          </p:cNvSpPr>
          <p:nvPr/>
        </p:nvSpPr>
        <p:spPr bwMode="auto">
          <a:xfrm>
            <a:off x="10354015" y="2374900"/>
            <a:ext cx="457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defPPr>
              <a:defRPr lang="zh-CN"/>
            </a:defPPr>
            <a:lvl1pPr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9pPr>
          </a:lstStyle>
          <a:p>
            <a:pPr algn="ctr" eaLnBrk="0" fontAlgn="t" hangingPunct="0">
              <a:spcBef>
                <a:spcPct val="50000"/>
              </a:spcBef>
              <a:defRPr/>
            </a:pPr>
            <a:r>
              <a:rPr lang="zh-CN" altLang="en-US" sz="1800"/>
              <a:t>假</a:t>
            </a:r>
            <a:endParaRPr lang="zh-CN" altLang="en-US" sz="1800"/>
          </a:p>
        </p:txBody>
      </p:sp>
      <p:sp>
        <p:nvSpPr>
          <p:cNvPr id="30" name="Freeform 10"/>
          <p:cNvSpPr/>
          <p:nvPr/>
        </p:nvSpPr>
        <p:spPr bwMode="auto">
          <a:xfrm>
            <a:off x="9211014" y="1993900"/>
            <a:ext cx="839788" cy="2576288"/>
          </a:xfrm>
          <a:custGeom>
            <a:avLst/>
            <a:gdLst>
              <a:gd name="T0" fmla="*/ 528 w 529"/>
              <a:gd name="T1" fmla="*/ 1567 h 1777"/>
              <a:gd name="T2" fmla="*/ 528 w 529"/>
              <a:gd name="T3" fmla="*/ 1776 h 1777"/>
              <a:gd name="T4" fmla="*/ 0 w 529"/>
              <a:gd name="T5" fmla="*/ 1776 h 1777"/>
              <a:gd name="T6" fmla="*/ 0 w 529"/>
              <a:gd name="T7" fmla="*/ 0 h 1777"/>
              <a:gd name="T8" fmla="*/ 480 w 529"/>
              <a:gd name="T9" fmla="*/ 0 h 1777"/>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529" h="1777">
                <a:moveTo>
                  <a:pt x="528" y="1567"/>
                </a:moveTo>
                <a:lnTo>
                  <a:pt x="528" y="1776"/>
                </a:lnTo>
                <a:lnTo>
                  <a:pt x="0" y="1776"/>
                </a:lnTo>
                <a:lnTo>
                  <a:pt x="0" y="0"/>
                </a:lnTo>
                <a:lnTo>
                  <a:pt x="480" y="0"/>
                </a:lnTo>
              </a:path>
            </a:pathLst>
          </a:custGeom>
          <a:noFill/>
          <a:ln w="12700" cap="rnd" cmpd="sng">
            <a:solidFill>
              <a:schemeClr val="tx1"/>
            </a:solidFill>
            <a:prstDash val="solid"/>
            <a:round/>
            <a:headEnd type="none" w="sm" len="sm"/>
            <a:tailEnd type="stealth"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31" name="Line 11"/>
          <p:cNvSpPr>
            <a:spLocks noChangeShapeType="1"/>
          </p:cNvSpPr>
          <p:nvPr/>
        </p:nvSpPr>
        <p:spPr bwMode="auto">
          <a:xfrm>
            <a:off x="10049215" y="1689100"/>
            <a:ext cx="0" cy="685800"/>
          </a:xfrm>
          <a:prstGeom prst="line">
            <a:avLst/>
          </a:prstGeom>
          <a:noFill/>
          <a:ln w="12700">
            <a:solidFill>
              <a:schemeClr val="tx1"/>
            </a:solidFill>
            <a:round/>
            <a:headEnd type="none" w="sm" len="sm"/>
            <a:tailEnd type="stealth"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defPPr>
              <a:defRPr lang="zh-CN"/>
            </a:defPPr>
            <a:lvl1pPr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9pPr>
          </a:lstStyle>
          <a:p>
            <a:endParaRPr lang="zh-CN" altLang="en-US"/>
          </a:p>
        </p:txBody>
      </p:sp>
      <p:sp>
        <p:nvSpPr>
          <p:cNvPr id="32" name="Rectangle 12"/>
          <p:cNvSpPr>
            <a:spLocks noChangeArrowheads="1"/>
          </p:cNvSpPr>
          <p:nvPr/>
        </p:nvSpPr>
        <p:spPr bwMode="auto">
          <a:xfrm>
            <a:off x="9668214" y="3365500"/>
            <a:ext cx="457200" cy="366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defPPr>
              <a:defRPr lang="zh-CN"/>
            </a:defPPr>
            <a:lvl1pPr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9pPr>
          </a:lstStyle>
          <a:p>
            <a:pPr algn="ctr" eaLnBrk="0" fontAlgn="t" hangingPunct="0">
              <a:spcBef>
                <a:spcPct val="50000"/>
              </a:spcBef>
              <a:defRPr/>
            </a:pPr>
            <a:r>
              <a:rPr lang="zh-CN" altLang="en-US" sz="1800" dirty="0"/>
              <a:t>真</a:t>
            </a:r>
            <a:endParaRPr lang="zh-CN" altLang="en-US" sz="1800" dirty="0"/>
          </a:p>
        </p:txBody>
      </p:sp>
      <p:sp>
        <p:nvSpPr>
          <p:cNvPr id="33" name="Rectangle 16"/>
          <p:cNvSpPr>
            <a:spLocks noChangeArrowheads="1"/>
          </p:cNvSpPr>
          <p:nvPr/>
        </p:nvSpPr>
        <p:spPr bwMode="auto">
          <a:xfrm>
            <a:off x="9045007" y="5192034"/>
            <a:ext cx="1752600" cy="4623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spAutoFit/>
          </a:bodyPr>
          <a:lstStyle/>
          <a:p>
            <a:pPr algn="ctr" eaLnBrk="0" fontAlgn="t" hangingPunct="0">
              <a:spcBef>
                <a:spcPct val="50000"/>
              </a:spcBef>
              <a:spcAft>
                <a:spcPct val="0"/>
              </a:spcAft>
            </a:pPr>
            <a:r>
              <a:rPr kumimoji="1" lang="zh-CN" altLang="en-US" sz="2400" b="1" dirty="0">
                <a:solidFill>
                  <a:schemeClr val="accent1"/>
                </a:solidFill>
                <a:latin typeface="+mn-ea"/>
              </a:rPr>
              <a:t>循环</a:t>
            </a:r>
            <a:r>
              <a:rPr kumimoji="1" lang="zh-CN" altLang="en-US" sz="2400" b="1" dirty="0" smtClean="0">
                <a:solidFill>
                  <a:schemeClr val="accent1"/>
                </a:solidFill>
                <a:latin typeface="+mn-ea"/>
              </a:rPr>
              <a:t>结构</a:t>
            </a:r>
            <a:endParaRPr kumimoji="1" lang="zh-CN" altLang="en-US" sz="2400" b="1" dirty="0">
              <a:solidFill>
                <a:schemeClr val="accent1"/>
              </a:solidFill>
              <a:latin typeface="+mn-ea"/>
            </a:endParaRPr>
          </a:p>
        </p:txBody>
      </p:sp>
      <p:sp>
        <p:nvSpPr>
          <p:cNvPr id="34" name="Rectangle 9"/>
          <p:cNvSpPr>
            <a:spLocks noChangeArrowheads="1"/>
          </p:cNvSpPr>
          <p:nvPr/>
        </p:nvSpPr>
        <p:spPr bwMode="auto">
          <a:xfrm>
            <a:off x="4735795" y="1839234"/>
            <a:ext cx="2879555" cy="2975653"/>
          </a:xfrm>
          <a:prstGeom prst="rect">
            <a:avLst/>
          </a:prstGeom>
          <a:noFill/>
          <a:ln w="12700">
            <a:solidFill>
              <a:schemeClr val="tx1"/>
            </a:solidFill>
            <a:prstDash val="lg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9pPr>
          </a:lstStyle>
          <a:p>
            <a:pPr eaLnBrk="1" hangingPunct="1"/>
            <a:endParaRPr lang="zh-CN" altLang="en-US"/>
          </a:p>
        </p:txBody>
      </p:sp>
      <p:sp>
        <p:nvSpPr>
          <p:cNvPr id="35" name="Rectangle 9"/>
          <p:cNvSpPr>
            <a:spLocks noChangeArrowheads="1"/>
          </p:cNvSpPr>
          <p:nvPr/>
        </p:nvSpPr>
        <p:spPr bwMode="auto">
          <a:xfrm>
            <a:off x="8466219" y="1877673"/>
            <a:ext cx="2879555" cy="2937214"/>
          </a:xfrm>
          <a:prstGeom prst="rect">
            <a:avLst/>
          </a:prstGeom>
          <a:noFill/>
          <a:ln w="12700">
            <a:solidFill>
              <a:schemeClr val="tx1"/>
            </a:solidFill>
            <a:prstDash val="lgDash"/>
            <a:miter lim="800000"/>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defPPr>
              <a:defRPr lang="zh-CN"/>
            </a:defPPr>
            <a:lvl1pPr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1pPr>
            <a:lvl2pPr marL="4572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2pPr>
            <a:lvl3pPr marL="9144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3pPr>
            <a:lvl4pPr marL="13716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4pPr>
            <a:lvl5pPr marL="1828800" algn="l" rtl="0" fontAlgn="base">
              <a:spcBef>
                <a:spcPct val="0"/>
              </a:spcBef>
              <a:spcAft>
                <a:spcPct val="0"/>
              </a:spcAft>
              <a:defRPr kumimoji="1" sz="2800" kern="1200">
                <a:solidFill>
                  <a:schemeClr val="tx1"/>
                </a:solidFill>
                <a:latin typeface="Times New Roman" panose="02020603050405020304" pitchFamily="18" charset="0"/>
                <a:ea typeface="宋体" panose="02010600030101010101" pitchFamily="2" charset="-122"/>
                <a:cs typeface="+mn-cs"/>
              </a:defRPr>
            </a:lvl5pPr>
            <a:lvl6pPr marL="22860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6pPr>
            <a:lvl7pPr marL="27432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7pPr>
            <a:lvl8pPr marL="32004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8pPr>
            <a:lvl9pPr marL="3657600" algn="l" defTabSz="914400" rtl="0" eaLnBrk="1" latinLnBrk="0" hangingPunct="1">
              <a:defRPr kumimoji="1" sz="2800" kern="1200">
                <a:solidFill>
                  <a:schemeClr val="tx1"/>
                </a:solidFill>
                <a:latin typeface="Times New Roman" panose="02020603050405020304" pitchFamily="18" charset="0"/>
                <a:ea typeface="宋体" panose="02010600030101010101" pitchFamily="2" charset="-122"/>
                <a:cs typeface="+mn-cs"/>
              </a:defRPr>
            </a:lvl9pPr>
          </a:lstStyle>
          <a:p>
            <a:pPr eaLnBrk="1" hangingPunct="1"/>
            <a:endParaRPr lang="zh-CN" altLang="en-US"/>
          </a:p>
        </p:txBody>
      </p:sp>
      <p:sp>
        <p:nvSpPr>
          <p:cNvPr id="36" name="流程图: 接点 35"/>
          <p:cNvSpPr/>
          <p:nvPr/>
        </p:nvSpPr>
        <p:spPr>
          <a:xfrm>
            <a:off x="2617958" y="1788094"/>
            <a:ext cx="116227" cy="116227"/>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流程图: 接点 36"/>
          <p:cNvSpPr/>
          <p:nvPr/>
        </p:nvSpPr>
        <p:spPr>
          <a:xfrm>
            <a:off x="2605261" y="4756833"/>
            <a:ext cx="116227" cy="116227"/>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8" name="流程图: 接点 37"/>
          <p:cNvSpPr/>
          <p:nvPr/>
        </p:nvSpPr>
        <p:spPr>
          <a:xfrm>
            <a:off x="6117775" y="1783331"/>
            <a:ext cx="116227" cy="116227"/>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流程图: 接点 38"/>
          <p:cNvSpPr/>
          <p:nvPr/>
        </p:nvSpPr>
        <p:spPr>
          <a:xfrm>
            <a:off x="6044235" y="4763124"/>
            <a:ext cx="116227" cy="116227"/>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流程图: 接点 39"/>
          <p:cNvSpPr/>
          <p:nvPr/>
        </p:nvSpPr>
        <p:spPr>
          <a:xfrm>
            <a:off x="9981033" y="1825739"/>
            <a:ext cx="116227" cy="116227"/>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流程图: 接点 40"/>
          <p:cNvSpPr/>
          <p:nvPr/>
        </p:nvSpPr>
        <p:spPr>
          <a:xfrm>
            <a:off x="10680474" y="4756833"/>
            <a:ext cx="116227" cy="116227"/>
          </a:xfrm>
          <a:prstGeom prst="flowChartConnector">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Rectangle 5"/>
          <p:cNvSpPr>
            <a:spLocks noChangeArrowheads="1"/>
          </p:cNvSpPr>
          <p:nvPr/>
        </p:nvSpPr>
        <p:spPr bwMode="auto">
          <a:xfrm>
            <a:off x="9668214" y="3822700"/>
            <a:ext cx="762000" cy="609600"/>
          </a:xfrm>
          <a:prstGeom prst="rect">
            <a:avLst/>
          </a:prstGeom>
        </p:spPr>
        <p:style>
          <a:lnRef idx="3">
            <a:schemeClr val="lt1"/>
          </a:lnRef>
          <a:fillRef idx="1">
            <a:schemeClr val="accent1"/>
          </a:fillRef>
          <a:effectRef idx="1">
            <a:schemeClr val="accent1"/>
          </a:effectRef>
          <a:fontRef idx="minor">
            <a:schemeClr val="lt1"/>
          </a:fontRef>
        </p:style>
        <p:txBody>
          <a:bodyPr wrap="none" lIns="92075" tIns="46038" rIns="92075" bIns="46038" anchor="ctr"/>
          <a:lstStyle/>
          <a:p>
            <a:pPr algn="ctr" eaLnBrk="0" fontAlgn="t" hangingPunct="0">
              <a:spcBef>
                <a:spcPct val="0"/>
              </a:spcBef>
              <a:spcAft>
                <a:spcPct val="0"/>
              </a:spcAft>
            </a:pPr>
            <a:r>
              <a:rPr kumimoji="1" lang="en-US" altLang="zh-CN">
                <a:solidFill>
                  <a:schemeClr val="bg1"/>
                </a:solidFill>
                <a:latin typeface="Times New Roman" panose="02020603050405020304" pitchFamily="18" charset="0"/>
                <a:ea typeface="宋体" panose="02010600030101010101" pitchFamily="2" charset="-122"/>
              </a:rPr>
              <a:t>A</a:t>
            </a:r>
            <a:endParaRPr kumimoji="1" lang="en-US" altLang="zh-CN">
              <a:solidFill>
                <a:schemeClr val="bg1"/>
              </a:solidFill>
              <a:latin typeface="Times New Roman" panose="02020603050405020304" pitchFamily="18" charset="0"/>
              <a:ea typeface="宋体" panose="02010600030101010101" pitchFamily="2" charset="-122"/>
            </a:endParaRPr>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三种基本结构的特点</a:t>
            </a:r>
            <a:endParaRPr lang="zh-CN" altLang="en-US" dirty="0"/>
          </a:p>
        </p:txBody>
      </p:sp>
      <p:sp>
        <p:nvSpPr>
          <p:cNvPr id="4" name="MH_Other_1"/>
          <p:cNvSpPr/>
          <p:nvPr>
            <p:custDataLst>
              <p:tags r:id="rId1"/>
            </p:custDataLst>
          </p:nvPr>
        </p:nvSpPr>
        <p:spPr>
          <a:xfrm>
            <a:off x="3091544" y="1690688"/>
            <a:ext cx="809625" cy="993775"/>
          </a:xfrm>
          <a:custGeom>
            <a:avLst/>
            <a:gdLst>
              <a:gd name="connsiteX0" fmla="*/ 0 w 580293"/>
              <a:gd name="connsiteY0" fmla="*/ 0 h 712177"/>
              <a:gd name="connsiteX1" fmla="*/ 580293 w 580293"/>
              <a:gd name="connsiteY1" fmla="*/ 298119 h 712177"/>
              <a:gd name="connsiteX2" fmla="*/ 580293 w 580293"/>
              <a:gd name="connsiteY2" fmla="*/ 712177 h 712177"/>
              <a:gd name="connsiteX3" fmla="*/ 0 w 580293"/>
              <a:gd name="connsiteY3" fmla="*/ 414058 h 712177"/>
            </a:gdLst>
            <a:ahLst/>
            <a:cxnLst>
              <a:cxn ang="0">
                <a:pos x="connsiteX0" y="connsiteY0"/>
              </a:cxn>
              <a:cxn ang="0">
                <a:pos x="connsiteX1" y="connsiteY1"/>
              </a:cxn>
              <a:cxn ang="0">
                <a:pos x="connsiteX2" y="connsiteY2"/>
              </a:cxn>
              <a:cxn ang="0">
                <a:pos x="connsiteX3" y="connsiteY3"/>
              </a:cxn>
            </a:cxnLst>
            <a:rect l="l" t="t" r="r" b="b"/>
            <a:pathLst>
              <a:path w="580293" h="712177">
                <a:moveTo>
                  <a:pt x="0" y="0"/>
                </a:moveTo>
                <a:lnTo>
                  <a:pt x="580293" y="298119"/>
                </a:lnTo>
                <a:lnTo>
                  <a:pt x="580293" y="712177"/>
                </a:lnTo>
                <a:lnTo>
                  <a:pt x="0" y="414058"/>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5" name="MH_Other_2"/>
          <p:cNvSpPr/>
          <p:nvPr>
            <p:custDataLst>
              <p:tags r:id="rId2"/>
            </p:custDataLst>
          </p:nvPr>
        </p:nvSpPr>
        <p:spPr>
          <a:xfrm>
            <a:off x="3901169" y="2108200"/>
            <a:ext cx="550863" cy="576262"/>
          </a:xfrm>
          <a:custGeom>
            <a:avLst/>
            <a:gdLst>
              <a:gd name="connsiteX0" fmla="*/ 0 w 394921"/>
              <a:gd name="connsiteY0" fmla="*/ 0 h 413238"/>
              <a:gd name="connsiteX1" fmla="*/ 207744 w 394921"/>
              <a:gd name="connsiteY1" fmla="*/ 0 h 413238"/>
              <a:gd name="connsiteX2" fmla="*/ 394921 w 394921"/>
              <a:gd name="connsiteY2" fmla="*/ 206619 h 413238"/>
              <a:gd name="connsiteX3" fmla="*/ 207744 w 394921"/>
              <a:gd name="connsiteY3" fmla="*/ 413238 h 413238"/>
              <a:gd name="connsiteX4" fmla="*/ 0 w 394921"/>
              <a:gd name="connsiteY4" fmla="*/ 413238 h 413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4921" h="413238">
                <a:moveTo>
                  <a:pt x="0" y="0"/>
                </a:moveTo>
                <a:lnTo>
                  <a:pt x="207744" y="0"/>
                </a:lnTo>
                <a:cubicBezTo>
                  <a:pt x="311119" y="0"/>
                  <a:pt x="394921" y="92506"/>
                  <a:pt x="394921" y="206619"/>
                </a:cubicBezTo>
                <a:cubicBezTo>
                  <a:pt x="394921" y="320731"/>
                  <a:pt x="311119" y="413238"/>
                  <a:pt x="207744" y="413238"/>
                </a:cubicBezTo>
                <a:lnTo>
                  <a:pt x="0" y="413238"/>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800" dirty="0" smtClean="0">
                <a:solidFill>
                  <a:srgbClr val="FEFFFF"/>
                </a:solidFill>
                <a:latin typeface="Bodoni MT Black" panose="02070A03080606020203" pitchFamily="18" charset="0"/>
                <a:ea typeface="微软雅黑" panose="020B0503020204020204" pitchFamily="34" charset="-122"/>
              </a:rPr>
              <a:t>1</a:t>
            </a:r>
            <a:endParaRPr lang="zh-CN" altLang="en-US" sz="2800" dirty="0">
              <a:solidFill>
                <a:srgbClr val="FEFFFF"/>
              </a:solidFill>
              <a:latin typeface="Bodoni MT Black" panose="02070A03080606020203" pitchFamily="18" charset="0"/>
              <a:ea typeface="微软雅黑" panose="020B0503020204020204" pitchFamily="34" charset="-122"/>
            </a:endParaRPr>
          </a:p>
        </p:txBody>
      </p:sp>
      <p:sp>
        <p:nvSpPr>
          <p:cNvPr id="6" name="MH_SubTitle_1"/>
          <p:cNvSpPr txBox="1">
            <a:spLocks noChangeArrowheads="1"/>
          </p:cNvSpPr>
          <p:nvPr>
            <p:custDataLst>
              <p:tags r:id="rId3"/>
            </p:custDataLst>
          </p:nvPr>
        </p:nvSpPr>
        <p:spPr bwMode="auto">
          <a:xfrm>
            <a:off x="4710794" y="2068513"/>
            <a:ext cx="4360863"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等线" panose="02010600030101010101" charset="-122"/>
                <a:ea typeface="等线" panose="02010600030101010101" charset="-122"/>
              </a:defRPr>
            </a:lvl1pPr>
            <a:lvl2pPr marL="742950" indent="-285750">
              <a:defRPr>
                <a:solidFill>
                  <a:schemeClr val="tx1"/>
                </a:solidFill>
                <a:latin typeface="等线" panose="02010600030101010101" charset="-122"/>
                <a:ea typeface="等线" panose="02010600030101010101" charset="-122"/>
              </a:defRPr>
            </a:lvl2pPr>
            <a:lvl3pPr marL="1143000" indent="-228600">
              <a:defRPr>
                <a:solidFill>
                  <a:schemeClr val="tx1"/>
                </a:solidFill>
                <a:latin typeface="等线" panose="02010600030101010101" charset="-122"/>
                <a:ea typeface="等线" panose="02010600030101010101" charset="-122"/>
              </a:defRPr>
            </a:lvl3pPr>
            <a:lvl4pPr marL="1600200" indent="-228600">
              <a:defRPr>
                <a:solidFill>
                  <a:schemeClr val="tx1"/>
                </a:solidFill>
                <a:latin typeface="等线" panose="02010600030101010101" charset="-122"/>
                <a:ea typeface="等线" panose="02010600030101010101" charset="-122"/>
              </a:defRPr>
            </a:lvl4pPr>
            <a:lvl5pPr marL="2057400" indent="-228600">
              <a:defRPr>
                <a:solidFill>
                  <a:schemeClr val="tx1"/>
                </a:solidFill>
                <a:latin typeface="等线" panose="02010600030101010101" charset="-122"/>
                <a:ea typeface="等线" panose="02010600030101010101" charset="-122"/>
              </a:defRPr>
            </a:lvl5pPr>
            <a:lvl6pPr marL="2514600" indent="-228600" fontAlgn="base">
              <a:spcBef>
                <a:spcPct val="0"/>
              </a:spcBef>
              <a:spcAft>
                <a:spcPct val="0"/>
              </a:spcAft>
              <a:defRPr>
                <a:solidFill>
                  <a:schemeClr val="tx1"/>
                </a:solidFill>
                <a:latin typeface="等线" panose="02010600030101010101" charset="-122"/>
                <a:ea typeface="等线" panose="02010600030101010101" charset="-122"/>
              </a:defRPr>
            </a:lvl6pPr>
            <a:lvl7pPr marL="2971800" indent="-228600" fontAlgn="base">
              <a:spcBef>
                <a:spcPct val="0"/>
              </a:spcBef>
              <a:spcAft>
                <a:spcPct val="0"/>
              </a:spcAft>
              <a:defRPr>
                <a:solidFill>
                  <a:schemeClr val="tx1"/>
                </a:solidFill>
                <a:latin typeface="等线" panose="02010600030101010101" charset="-122"/>
                <a:ea typeface="等线" panose="02010600030101010101" charset="-122"/>
              </a:defRPr>
            </a:lvl7pPr>
            <a:lvl8pPr marL="3429000" indent="-228600" fontAlgn="base">
              <a:spcBef>
                <a:spcPct val="0"/>
              </a:spcBef>
              <a:spcAft>
                <a:spcPct val="0"/>
              </a:spcAft>
              <a:defRPr>
                <a:solidFill>
                  <a:schemeClr val="tx1"/>
                </a:solidFill>
                <a:latin typeface="等线" panose="02010600030101010101" charset="-122"/>
                <a:ea typeface="等线" panose="02010600030101010101" charset="-122"/>
              </a:defRPr>
            </a:lvl8pPr>
            <a:lvl9pPr marL="3886200" indent="-228600" fontAlgn="base">
              <a:spcBef>
                <a:spcPct val="0"/>
              </a:spcBef>
              <a:spcAft>
                <a:spcPct val="0"/>
              </a:spcAft>
              <a:defRPr>
                <a:solidFill>
                  <a:schemeClr val="tx1"/>
                </a:solidFill>
                <a:latin typeface="等线" panose="02010600030101010101" charset="-122"/>
                <a:ea typeface="等线" panose="02010600030101010101" charset="-122"/>
              </a:defRPr>
            </a:lvl9pPr>
          </a:lstStyle>
          <a:p>
            <a:pPr>
              <a:lnSpc>
                <a:spcPct val="150000"/>
              </a:lnSpc>
              <a:defRPr/>
            </a:pPr>
            <a:r>
              <a:rPr lang="zh-CN" altLang="en-US" sz="2400" b="1" dirty="0" smtClean="0">
                <a:solidFill>
                  <a:schemeClr val="tx1">
                    <a:lumMod val="65000"/>
                    <a:lumOff val="35000"/>
                  </a:schemeClr>
                </a:solidFill>
                <a:latin typeface="+mn-lt"/>
                <a:ea typeface="+mn-ea"/>
              </a:rPr>
              <a:t>只有一个入口</a:t>
            </a:r>
            <a:endParaRPr lang="zh-CN" altLang="en-US" sz="2400" b="1" dirty="0" smtClean="0">
              <a:solidFill>
                <a:schemeClr val="tx1">
                  <a:lumMod val="65000"/>
                  <a:lumOff val="35000"/>
                </a:schemeClr>
              </a:solidFill>
              <a:latin typeface="+mn-lt"/>
              <a:ea typeface="+mn-ea"/>
            </a:endParaRPr>
          </a:p>
        </p:txBody>
      </p:sp>
      <p:sp>
        <p:nvSpPr>
          <p:cNvPr id="7" name="MH_Other_3"/>
          <p:cNvSpPr/>
          <p:nvPr>
            <p:custDataLst>
              <p:tags r:id="rId4"/>
            </p:custDataLst>
          </p:nvPr>
        </p:nvSpPr>
        <p:spPr>
          <a:xfrm>
            <a:off x="3091544" y="2598737"/>
            <a:ext cx="809625" cy="992188"/>
          </a:xfrm>
          <a:custGeom>
            <a:avLst/>
            <a:gdLst>
              <a:gd name="connsiteX0" fmla="*/ 0 w 580293"/>
              <a:gd name="connsiteY0" fmla="*/ 0 h 712177"/>
              <a:gd name="connsiteX1" fmla="*/ 580293 w 580293"/>
              <a:gd name="connsiteY1" fmla="*/ 298119 h 712177"/>
              <a:gd name="connsiteX2" fmla="*/ 580293 w 580293"/>
              <a:gd name="connsiteY2" fmla="*/ 712177 h 712177"/>
              <a:gd name="connsiteX3" fmla="*/ 0 w 580293"/>
              <a:gd name="connsiteY3" fmla="*/ 414058 h 712177"/>
            </a:gdLst>
            <a:ahLst/>
            <a:cxnLst>
              <a:cxn ang="0">
                <a:pos x="connsiteX0" y="connsiteY0"/>
              </a:cxn>
              <a:cxn ang="0">
                <a:pos x="connsiteX1" y="connsiteY1"/>
              </a:cxn>
              <a:cxn ang="0">
                <a:pos x="connsiteX2" y="connsiteY2"/>
              </a:cxn>
              <a:cxn ang="0">
                <a:pos x="connsiteX3" y="connsiteY3"/>
              </a:cxn>
            </a:cxnLst>
            <a:rect l="l" t="t" r="r" b="b"/>
            <a:pathLst>
              <a:path w="580293" h="712177">
                <a:moveTo>
                  <a:pt x="0" y="0"/>
                </a:moveTo>
                <a:lnTo>
                  <a:pt x="580293" y="298119"/>
                </a:lnTo>
                <a:lnTo>
                  <a:pt x="580293" y="712177"/>
                </a:lnTo>
                <a:lnTo>
                  <a:pt x="0" y="414058"/>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8" name="MH_Other_4"/>
          <p:cNvSpPr/>
          <p:nvPr>
            <p:custDataLst>
              <p:tags r:id="rId5"/>
            </p:custDataLst>
          </p:nvPr>
        </p:nvSpPr>
        <p:spPr>
          <a:xfrm>
            <a:off x="3901169" y="3014663"/>
            <a:ext cx="550863" cy="576263"/>
          </a:xfrm>
          <a:custGeom>
            <a:avLst/>
            <a:gdLst>
              <a:gd name="connsiteX0" fmla="*/ 0 w 394921"/>
              <a:gd name="connsiteY0" fmla="*/ 0 h 413238"/>
              <a:gd name="connsiteX1" fmla="*/ 207744 w 394921"/>
              <a:gd name="connsiteY1" fmla="*/ 0 h 413238"/>
              <a:gd name="connsiteX2" fmla="*/ 394921 w 394921"/>
              <a:gd name="connsiteY2" fmla="*/ 206619 h 413238"/>
              <a:gd name="connsiteX3" fmla="*/ 207744 w 394921"/>
              <a:gd name="connsiteY3" fmla="*/ 413238 h 413238"/>
              <a:gd name="connsiteX4" fmla="*/ 0 w 394921"/>
              <a:gd name="connsiteY4" fmla="*/ 413238 h 413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4921" h="413238">
                <a:moveTo>
                  <a:pt x="0" y="0"/>
                </a:moveTo>
                <a:lnTo>
                  <a:pt x="207744" y="0"/>
                </a:lnTo>
                <a:cubicBezTo>
                  <a:pt x="311119" y="0"/>
                  <a:pt x="394921" y="92506"/>
                  <a:pt x="394921" y="206619"/>
                </a:cubicBezTo>
                <a:cubicBezTo>
                  <a:pt x="394921" y="320731"/>
                  <a:pt x="311119" y="413238"/>
                  <a:pt x="207744" y="413238"/>
                </a:cubicBezTo>
                <a:lnTo>
                  <a:pt x="0" y="413238"/>
                </a:lnTo>
                <a:close/>
              </a:path>
            </a:pathLst>
          </a:custGeom>
          <a:solidFill>
            <a:schemeClr val="accent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800" dirty="0" smtClean="0">
                <a:solidFill>
                  <a:srgbClr val="FEFFFF"/>
                </a:solidFill>
                <a:latin typeface="Bodoni MT Black" panose="02070A03080606020203" pitchFamily="18" charset="0"/>
                <a:ea typeface="微软雅黑" panose="020B0503020204020204" pitchFamily="34" charset="-122"/>
              </a:rPr>
              <a:t>2</a:t>
            </a:r>
            <a:endParaRPr lang="zh-CN" altLang="en-US" sz="2800" dirty="0">
              <a:solidFill>
                <a:srgbClr val="FEFFFF"/>
              </a:solidFill>
              <a:latin typeface="Bodoni MT Black" panose="02070A03080606020203" pitchFamily="18" charset="0"/>
              <a:ea typeface="微软雅黑" panose="020B0503020204020204" pitchFamily="34" charset="-122"/>
            </a:endParaRPr>
          </a:p>
        </p:txBody>
      </p:sp>
      <p:sp>
        <p:nvSpPr>
          <p:cNvPr id="9" name="MH_SubTitle_2"/>
          <p:cNvSpPr txBox="1">
            <a:spLocks noChangeArrowheads="1"/>
          </p:cNvSpPr>
          <p:nvPr>
            <p:custDataLst>
              <p:tags r:id="rId6"/>
            </p:custDataLst>
          </p:nvPr>
        </p:nvSpPr>
        <p:spPr bwMode="auto">
          <a:xfrm>
            <a:off x="4710794" y="2978150"/>
            <a:ext cx="4360863" cy="50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等线" panose="02010600030101010101" charset="-122"/>
                <a:ea typeface="等线" panose="02010600030101010101" charset="-122"/>
              </a:defRPr>
            </a:lvl1pPr>
            <a:lvl2pPr marL="742950" indent="-285750">
              <a:defRPr>
                <a:solidFill>
                  <a:schemeClr val="tx1"/>
                </a:solidFill>
                <a:latin typeface="等线" panose="02010600030101010101" charset="-122"/>
                <a:ea typeface="等线" panose="02010600030101010101" charset="-122"/>
              </a:defRPr>
            </a:lvl2pPr>
            <a:lvl3pPr marL="1143000" indent="-228600">
              <a:defRPr>
                <a:solidFill>
                  <a:schemeClr val="tx1"/>
                </a:solidFill>
                <a:latin typeface="等线" panose="02010600030101010101" charset="-122"/>
                <a:ea typeface="等线" panose="02010600030101010101" charset="-122"/>
              </a:defRPr>
            </a:lvl3pPr>
            <a:lvl4pPr marL="1600200" indent="-228600">
              <a:defRPr>
                <a:solidFill>
                  <a:schemeClr val="tx1"/>
                </a:solidFill>
                <a:latin typeface="等线" panose="02010600030101010101" charset="-122"/>
                <a:ea typeface="等线" panose="02010600030101010101" charset="-122"/>
              </a:defRPr>
            </a:lvl4pPr>
            <a:lvl5pPr marL="2057400" indent="-228600">
              <a:defRPr>
                <a:solidFill>
                  <a:schemeClr val="tx1"/>
                </a:solidFill>
                <a:latin typeface="等线" panose="02010600030101010101" charset="-122"/>
                <a:ea typeface="等线" panose="02010600030101010101" charset="-122"/>
              </a:defRPr>
            </a:lvl5pPr>
            <a:lvl6pPr marL="2514600" indent="-228600" fontAlgn="base">
              <a:spcBef>
                <a:spcPct val="0"/>
              </a:spcBef>
              <a:spcAft>
                <a:spcPct val="0"/>
              </a:spcAft>
              <a:defRPr>
                <a:solidFill>
                  <a:schemeClr val="tx1"/>
                </a:solidFill>
                <a:latin typeface="等线" panose="02010600030101010101" charset="-122"/>
                <a:ea typeface="等线" panose="02010600030101010101" charset="-122"/>
              </a:defRPr>
            </a:lvl6pPr>
            <a:lvl7pPr marL="2971800" indent="-228600" fontAlgn="base">
              <a:spcBef>
                <a:spcPct val="0"/>
              </a:spcBef>
              <a:spcAft>
                <a:spcPct val="0"/>
              </a:spcAft>
              <a:defRPr>
                <a:solidFill>
                  <a:schemeClr val="tx1"/>
                </a:solidFill>
                <a:latin typeface="等线" panose="02010600030101010101" charset="-122"/>
                <a:ea typeface="等线" panose="02010600030101010101" charset="-122"/>
              </a:defRPr>
            </a:lvl7pPr>
            <a:lvl8pPr marL="3429000" indent="-228600" fontAlgn="base">
              <a:spcBef>
                <a:spcPct val="0"/>
              </a:spcBef>
              <a:spcAft>
                <a:spcPct val="0"/>
              </a:spcAft>
              <a:defRPr>
                <a:solidFill>
                  <a:schemeClr val="tx1"/>
                </a:solidFill>
                <a:latin typeface="等线" panose="02010600030101010101" charset="-122"/>
                <a:ea typeface="等线" panose="02010600030101010101" charset="-122"/>
              </a:defRPr>
            </a:lvl8pPr>
            <a:lvl9pPr marL="3886200" indent="-228600" fontAlgn="base">
              <a:spcBef>
                <a:spcPct val="0"/>
              </a:spcBef>
              <a:spcAft>
                <a:spcPct val="0"/>
              </a:spcAft>
              <a:defRPr>
                <a:solidFill>
                  <a:schemeClr val="tx1"/>
                </a:solidFill>
                <a:latin typeface="等线" panose="02010600030101010101" charset="-122"/>
                <a:ea typeface="等线" panose="02010600030101010101" charset="-122"/>
              </a:defRPr>
            </a:lvl9pPr>
          </a:lstStyle>
          <a:p>
            <a:pPr>
              <a:lnSpc>
                <a:spcPct val="150000"/>
              </a:lnSpc>
              <a:defRPr/>
            </a:pPr>
            <a:r>
              <a:rPr lang="zh-CN" altLang="en-US" sz="2400" b="1" dirty="0" smtClean="0">
                <a:solidFill>
                  <a:schemeClr val="tx1">
                    <a:lumMod val="65000"/>
                    <a:lumOff val="35000"/>
                  </a:schemeClr>
                </a:solidFill>
                <a:latin typeface="+mn-lt"/>
                <a:ea typeface="+mn-ea"/>
              </a:rPr>
              <a:t>只有一个出口</a:t>
            </a:r>
            <a:endParaRPr lang="zh-CN" altLang="en-US" sz="2400" b="1" dirty="0" smtClean="0">
              <a:solidFill>
                <a:schemeClr val="tx1">
                  <a:lumMod val="65000"/>
                  <a:lumOff val="35000"/>
                </a:schemeClr>
              </a:solidFill>
              <a:latin typeface="+mn-lt"/>
              <a:ea typeface="+mn-ea"/>
            </a:endParaRPr>
          </a:p>
        </p:txBody>
      </p:sp>
      <p:sp>
        <p:nvSpPr>
          <p:cNvPr id="10" name="MH_Other_5"/>
          <p:cNvSpPr/>
          <p:nvPr>
            <p:custDataLst>
              <p:tags r:id="rId7"/>
            </p:custDataLst>
          </p:nvPr>
        </p:nvSpPr>
        <p:spPr>
          <a:xfrm>
            <a:off x="3091544" y="3509963"/>
            <a:ext cx="809625" cy="993775"/>
          </a:xfrm>
          <a:custGeom>
            <a:avLst/>
            <a:gdLst>
              <a:gd name="connsiteX0" fmla="*/ 0 w 580293"/>
              <a:gd name="connsiteY0" fmla="*/ 0 h 712177"/>
              <a:gd name="connsiteX1" fmla="*/ 580293 w 580293"/>
              <a:gd name="connsiteY1" fmla="*/ 298119 h 712177"/>
              <a:gd name="connsiteX2" fmla="*/ 580293 w 580293"/>
              <a:gd name="connsiteY2" fmla="*/ 712177 h 712177"/>
              <a:gd name="connsiteX3" fmla="*/ 0 w 580293"/>
              <a:gd name="connsiteY3" fmla="*/ 414058 h 712177"/>
            </a:gdLst>
            <a:ahLst/>
            <a:cxnLst>
              <a:cxn ang="0">
                <a:pos x="connsiteX0" y="connsiteY0"/>
              </a:cxn>
              <a:cxn ang="0">
                <a:pos x="connsiteX1" y="connsiteY1"/>
              </a:cxn>
              <a:cxn ang="0">
                <a:pos x="connsiteX2" y="connsiteY2"/>
              </a:cxn>
              <a:cxn ang="0">
                <a:pos x="connsiteX3" y="connsiteY3"/>
              </a:cxn>
            </a:cxnLst>
            <a:rect l="l" t="t" r="r" b="b"/>
            <a:pathLst>
              <a:path w="580293" h="712177">
                <a:moveTo>
                  <a:pt x="0" y="0"/>
                </a:moveTo>
                <a:lnTo>
                  <a:pt x="580293" y="298119"/>
                </a:lnTo>
                <a:lnTo>
                  <a:pt x="580293" y="712177"/>
                </a:lnTo>
                <a:lnTo>
                  <a:pt x="0" y="414058"/>
                </a:ln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 name="MH_Other_6"/>
          <p:cNvSpPr/>
          <p:nvPr>
            <p:custDataLst>
              <p:tags r:id="rId8"/>
            </p:custDataLst>
          </p:nvPr>
        </p:nvSpPr>
        <p:spPr>
          <a:xfrm>
            <a:off x="3901169" y="3927475"/>
            <a:ext cx="550863" cy="576262"/>
          </a:xfrm>
          <a:custGeom>
            <a:avLst/>
            <a:gdLst>
              <a:gd name="connsiteX0" fmla="*/ 0 w 394921"/>
              <a:gd name="connsiteY0" fmla="*/ 0 h 413238"/>
              <a:gd name="connsiteX1" fmla="*/ 207744 w 394921"/>
              <a:gd name="connsiteY1" fmla="*/ 0 h 413238"/>
              <a:gd name="connsiteX2" fmla="*/ 394921 w 394921"/>
              <a:gd name="connsiteY2" fmla="*/ 206619 h 413238"/>
              <a:gd name="connsiteX3" fmla="*/ 207744 w 394921"/>
              <a:gd name="connsiteY3" fmla="*/ 413238 h 413238"/>
              <a:gd name="connsiteX4" fmla="*/ 0 w 394921"/>
              <a:gd name="connsiteY4" fmla="*/ 413238 h 413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4921" h="413238">
                <a:moveTo>
                  <a:pt x="0" y="0"/>
                </a:moveTo>
                <a:lnTo>
                  <a:pt x="207744" y="0"/>
                </a:lnTo>
                <a:cubicBezTo>
                  <a:pt x="311119" y="0"/>
                  <a:pt x="394921" y="92506"/>
                  <a:pt x="394921" y="206619"/>
                </a:cubicBezTo>
                <a:cubicBezTo>
                  <a:pt x="394921" y="320731"/>
                  <a:pt x="311119" y="413238"/>
                  <a:pt x="207744" y="413238"/>
                </a:cubicBezTo>
                <a:lnTo>
                  <a:pt x="0" y="413238"/>
                </a:lnTo>
                <a:close/>
              </a:path>
            </a:pathLst>
          </a:custGeom>
          <a:solidFill>
            <a:schemeClr val="accent3">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800" dirty="0" smtClean="0">
                <a:solidFill>
                  <a:srgbClr val="FEFFFF"/>
                </a:solidFill>
                <a:latin typeface="Bodoni MT Black" panose="02070A03080606020203" pitchFamily="18" charset="0"/>
                <a:ea typeface="微软雅黑" panose="020B0503020204020204" pitchFamily="34" charset="-122"/>
              </a:rPr>
              <a:t>3</a:t>
            </a:r>
            <a:endParaRPr lang="zh-CN" altLang="en-US" sz="2800" dirty="0">
              <a:solidFill>
                <a:srgbClr val="FEFFFF"/>
              </a:solidFill>
              <a:latin typeface="Bodoni MT Black" panose="02070A03080606020203" pitchFamily="18" charset="0"/>
              <a:ea typeface="微软雅黑" panose="020B0503020204020204" pitchFamily="34" charset="-122"/>
            </a:endParaRPr>
          </a:p>
        </p:txBody>
      </p:sp>
      <p:sp>
        <p:nvSpPr>
          <p:cNvPr id="12" name="MH_SubTitle_3"/>
          <p:cNvSpPr txBox="1">
            <a:spLocks noChangeArrowheads="1"/>
          </p:cNvSpPr>
          <p:nvPr>
            <p:custDataLst>
              <p:tags r:id="rId9"/>
            </p:custDataLst>
          </p:nvPr>
        </p:nvSpPr>
        <p:spPr bwMode="auto">
          <a:xfrm>
            <a:off x="4711065" y="3895725"/>
            <a:ext cx="5718810" cy="5060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等线" panose="02010600030101010101" charset="-122"/>
                <a:ea typeface="等线" panose="02010600030101010101" charset="-122"/>
              </a:defRPr>
            </a:lvl1pPr>
            <a:lvl2pPr marL="742950" indent="-285750">
              <a:defRPr>
                <a:solidFill>
                  <a:schemeClr val="tx1"/>
                </a:solidFill>
                <a:latin typeface="等线" panose="02010600030101010101" charset="-122"/>
                <a:ea typeface="等线" panose="02010600030101010101" charset="-122"/>
              </a:defRPr>
            </a:lvl2pPr>
            <a:lvl3pPr marL="1143000" indent="-228600">
              <a:defRPr>
                <a:solidFill>
                  <a:schemeClr val="tx1"/>
                </a:solidFill>
                <a:latin typeface="等线" panose="02010600030101010101" charset="-122"/>
                <a:ea typeface="等线" panose="02010600030101010101" charset="-122"/>
              </a:defRPr>
            </a:lvl3pPr>
            <a:lvl4pPr marL="1600200" indent="-228600">
              <a:defRPr>
                <a:solidFill>
                  <a:schemeClr val="tx1"/>
                </a:solidFill>
                <a:latin typeface="等线" panose="02010600030101010101" charset="-122"/>
                <a:ea typeface="等线" panose="02010600030101010101" charset="-122"/>
              </a:defRPr>
            </a:lvl4pPr>
            <a:lvl5pPr marL="2057400" indent="-228600">
              <a:defRPr>
                <a:solidFill>
                  <a:schemeClr val="tx1"/>
                </a:solidFill>
                <a:latin typeface="等线" panose="02010600030101010101" charset="-122"/>
                <a:ea typeface="等线" panose="02010600030101010101" charset="-122"/>
              </a:defRPr>
            </a:lvl5pPr>
            <a:lvl6pPr marL="2514600" indent="-228600" fontAlgn="base">
              <a:spcBef>
                <a:spcPct val="0"/>
              </a:spcBef>
              <a:spcAft>
                <a:spcPct val="0"/>
              </a:spcAft>
              <a:defRPr>
                <a:solidFill>
                  <a:schemeClr val="tx1"/>
                </a:solidFill>
                <a:latin typeface="等线" panose="02010600030101010101" charset="-122"/>
                <a:ea typeface="等线" panose="02010600030101010101" charset="-122"/>
              </a:defRPr>
            </a:lvl6pPr>
            <a:lvl7pPr marL="2971800" indent="-228600" fontAlgn="base">
              <a:spcBef>
                <a:spcPct val="0"/>
              </a:spcBef>
              <a:spcAft>
                <a:spcPct val="0"/>
              </a:spcAft>
              <a:defRPr>
                <a:solidFill>
                  <a:schemeClr val="tx1"/>
                </a:solidFill>
                <a:latin typeface="等线" panose="02010600030101010101" charset="-122"/>
                <a:ea typeface="等线" panose="02010600030101010101" charset="-122"/>
              </a:defRPr>
            </a:lvl7pPr>
            <a:lvl8pPr marL="3429000" indent="-228600" fontAlgn="base">
              <a:spcBef>
                <a:spcPct val="0"/>
              </a:spcBef>
              <a:spcAft>
                <a:spcPct val="0"/>
              </a:spcAft>
              <a:defRPr>
                <a:solidFill>
                  <a:schemeClr val="tx1"/>
                </a:solidFill>
                <a:latin typeface="等线" panose="02010600030101010101" charset="-122"/>
                <a:ea typeface="等线" panose="02010600030101010101" charset="-122"/>
              </a:defRPr>
            </a:lvl8pPr>
            <a:lvl9pPr marL="3886200" indent="-228600" fontAlgn="base">
              <a:spcBef>
                <a:spcPct val="0"/>
              </a:spcBef>
              <a:spcAft>
                <a:spcPct val="0"/>
              </a:spcAft>
              <a:defRPr>
                <a:solidFill>
                  <a:schemeClr val="tx1"/>
                </a:solidFill>
                <a:latin typeface="等线" panose="02010600030101010101" charset="-122"/>
                <a:ea typeface="等线" panose="02010600030101010101" charset="-122"/>
              </a:defRPr>
            </a:lvl9pPr>
          </a:lstStyle>
          <a:p>
            <a:pPr>
              <a:lnSpc>
                <a:spcPct val="150000"/>
              </a:lnSpc>
              <a:defRPr/>
            </a:pPr>
            <a:r>
              <a:rPr lang="zh-CN" altLang="en-US" sz="2400" b="1" dirty="0" smtClean="0">
                <a:solidFill>
                  <a:schemeClr val="tx1">
                    <a:lumMod val="65000"/>
                    <a:lumOff val="35000"/>
                  </a:schemeClr>
                </a:solidFill>
                <a:latin typeface="+mn-lt"/>
                <a:ea typeface="+mn-ea"/>
              </a:rPr>
              <a:t>结构内的每一部分都有机会被执行到</a:t>
            </a:r>
            <a:endParaRPr lang="zh-CN" altLang="en-US" sz="2400" b="1" dirty="0" smtClean="0">
              <a:solidFill>
                <a:schemeClr val="tx1">
                  <a:lumMod val="65000"/>
                  <a:lumOff val="35000"/>
                </a:schemeClr>
              </a:solidFill>
              <a:latin typeface="+mn-lt"/>
              <a:ea typeface="+mn-ea"/>
            </a:endParaRPr>
          </a:p>
        </p:txBody>
      </p:sp>
      <p:sp>
        <p:nvSpPr>
          <p:cNvPr id="13" name="MH_Other_7"/>
          <p:cNvSpPr/>
          <p:nvPr>
            <p:custDataLst>
              <p:tags r:id="rId10"/>
            </p:custDataLst>
          </p:nvPr>
        </p:nvSpPr>
        <p:spPr>
          <a:xfrm>
            <a:off x="3091544" y="4425951"/>
            <a:ext cx="809625" cy="993775"/>
          </a:xfrm>
          <a:custGeom>
            <a:avLst/>
            <a:gdLst>
              <a:gd name="connsiteX0" fmla="*/ 0 w 580293"/>
              <a:gd name="connsiteY0" fmla="*/ 0 h 712177"/>
              <a:gd name="connsiteX1" fmla="*/ 580293 w 580293"/>
              <a:gd name="connsiteY1" fmla="*/ 298119 h 712177"/>
              <a:gd name="connsiteX2" fmla="*/ 580293 w 580293"/>
              <a:gd name="connsiteY2" fmla="*/ 712177 h 712177"/>
              <a:gd name="connsiteX3" fmla="*/ 0 w 580293"/>
              <a:gd name="connsiteY3" fmla="*/ 414058 h 712177"/>
            </a:gdLst>
            <a:ahLst/>
            <a:cxnLst>
              <a:cxn ang="0">
                <a:pos x="connsiteX0" y="connsiteY0"/>
              </a:cxn>
              <a:cxn ang="0">
                <a:pos x="connsiteX1" y="connsiteY1"/>
              </a:cxn>
              <a:cxn ang="0">
                <a:pos x="connsiteX2" y="connsiteY2"/>
              </a:cxn>
              <a:cxn ang="0">
                <a:pos x="connsiteX3" y="connsiteY3"/>
              </a:cxn>
            </a:cxnLst>
            <a:rect l="l" t="t" r="r" b="b"/>
            <a:pathLst>
              <a:path w="580293" h="712177">
                <a:moveTo>
                  <a:pt x="0" y="0"/>
                </a:moveTo>
                <a:lnTo>
                  <a:pt x="580293" y="298119"/>
                </a:lnTo>
                <a:lnTo>
                  <a:pt x="580293" y="712177"/>
                </a:lnTo>
                <a:lnTo>
                  <a:pt x="0" y="414058"/>
                </a:ln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4" name="MH_Other_8"/>
          <p:cNvSpPr/>
          <p:nvPr>
            <p:custDataLst>
              <p:tags r:id="rId11"/>
            </p:custDataLst>
          </p:nvPr>
        </p:nvSpPr>
        <p:spPr>
          <a:xfrm>
            <a:off x="3901169" y="4843463"/>
            <a:ext cx="550863" cy="576263"/>
          </a:xfrm>
          <a:custGeom>
            <a:avLst/>
            <a:gdLst>
              <a:gd name="connsiteX0" fmla="*/ 0 w 394921"/>
              <a:gd name="connsiteY0" fmla="*/ 0 h 413238"/>
              <a:gd name="connsiteX1" fmla="*/ 207744 w 394921"/>
              <a:gd name="connsiteY1" fmla="*/ 0 h 413238"/>
              <a:gd name="connsiteX2" fmla="*/ 394921 w 394921"/>
              <a:gd name="connsiteY2" fmla="*/ 206619 h 413238"/>
              <a:gd name="connsiteX3" fmla="*/ 207744 w 394921"/>
              <a:gd name="connsiteY3" fmla="*/ 413238 h 413238"/>
              <a:gd name="connsiteX4" fmla="*/ 0 w 394921"/>
              <a:gd name="connsiteY4" fmla="*/ 413238 h 41323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94921" h="413238">
                <a:moveTo>
                  <a:pt x="0" y="0"/>
                </a:moveTo>
                <a:lnTo>
                  <a:pt x="207744" y="0"/>
                </a:lnTo>
                <a:cubicBezTo>
                  <a:pt x="311119" y="0"/>
                  <a:pt x="394921" y="92506"/>
                  <a:pt x="394921" y="206619"/>
                </a:cubicBezTo>
                <a:cubicBezTo>
                  <a:pt x="394921" y="320731"/>
                  <a:pt x="311119" y="413238"/>
                  <a:pt x="207744" y="413238"/>
                </a:cubicBezTo>
                <a:lnTo>
                  <a:pt x="0" y="413238"/>
                </a:lnTo>
                <a:close/>
              </a:path>
            </a:pathLst>
          </a:cu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r>
              <a:rPr lang="en-US" altLang="zh-CN" sz="2800" dirty="0" smtClean="0">
                <a:solidFill>
                  <a:srgbClr val="FEFFFF"/>
                </a:solidFill>
                <a:latin typeface="Bodoni MT Black" panose="02070A03080606020203" pitchFamily="18" charset="0"/>
                <a:ea typeface="微软雅黑" panose="020B0503020204020204" pitchFamily="34" charset="-122"/>
              </a:rPr>
              <a:t>4</a:t>
            </a:r>
            <a:endParaRPr lang="zh-CN" altLang="en-US" sz="2800" dirty="0">
              <a:solidFill>
                <a:srgbClr val="FEFFFF"/>
              </a:solidFill>
              <a:latin typeface="Bodoni MT Black" panose="02070A03080606020203" pitchFamily="18" charset="0"/>
              <a:ea typeface="微软雅黑" panose="020B0503020204020204" pitchFamily="34" charset="-122"/>
            </a:endParaRPr>
          </a:p>
        </p:txBody>
      </p:sp>
      <p:sp>
        <p:nvSpPr>
          <p:cNvPr id="15" name="MH_SubTitle_4"/>
          <p:cNvSpPr txBox="1">
            <a:spLocks noChangeArrowheads="1"/>
          </p:cNvSpPr>
          <p:nvPr>
            <p:custDataLst>
              <p:tags r:id="rId12"/>
            </p:custDataLst>
          </p:nvPr>
        </p:nvSpPr>
        <p:spPr bwMode="auto">
          <a:xfrm>
            <a:off x="4710794" y="4811713"/>
            <a:ext cx="4360863" cy="50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defRPr>
                <a:solidFill>
                  <a:schemeClr val="tx1"/>
                </a:solidFill>
                <a:latin typeface="等线" panose="02010600030101010101" charset="-122"/>
                <a:ea typeface="等线" panose="02010600030101010101" charset="-122"/>
              </a:defRPr>
            </a:lvl1pPr>
            <a:lvl2pPr marL="742950" indent="-285750">
              <a:defRPr>
                <a:solidFill>
                  <a:schemeClr val="tx1"/>
                </a:solidFill>
                <a:latin typeface="等线" panose="02010600030101010101" charset="-122"/>
                <a:ea typeface="等线" panose="02010600030101010101" charset="-122"/>
              </a:defRPr>
            </a:lvl2pPr>
            <a:lvl3pPr marL="1143000" indent="-228600">
              <a:defRPr>
                <a:solidFill>
                  <a:schemeClr val="tx1"/>
                </a:solidFill>
                <a:latin typeface="等线" panose="02010600030101010101" charset="-122"/>
                <a:ea typeface="等线" panose="02010600030101010101" charset="-122"/>
              </a:defRPr>
            </a:lvl3pPr>
            <a:lvl4pPr marL="1600200" indent="-228600">
              <a:defRPr>
                <a:solidFill>
                  <a:schemeClr val="tx1"/>
                </a:solidFill>
                <a:latin typeface="等线" panose="02010600030101010101" charset="-122"/>
                <a:ea typeface="等线" panose="02010600030101010101" charset="-122"/>
              </a:defRPr>
            </a:lvl4pPr>
            <a:lvl5pPr marL="2057400" indent="-228600">
              <a:defRPr>
                <a:solidFill>
                  <a:schemeClr val="tx1"/>
                </a:solidFill>
                <a:latin typeface="等线" panose="02010600030101010101" charset="-122"/>
                <a:ea typeface="等线" panose="02010600030101010101" charset="-122"/>
              </a:defRPr>
            </a:lvl5pPr>
            <a:lvl6pPr marL="2514600" indent="-228600" fontAlgn="base">
              <a:spcBef>
                <a:spcPct val="0"/>
              </a:spcBef>
              <a:spcAft>
                <a:spcPct val="0"/>
              </a:spcAft>
              <a:defRPr>
                <a:solidFill>
                  <a:schemeClr val="tx1"/>
                </a:solidFill>
                <a:latin typeface="等线" panose="02010600030101010101" charset="-122"/>
                <a:ea typeface="等线" panose="02010600030101010101" charset="-122"/>
              </a:defRPr>
            </a:lvl6pPr>
            <a:lvl7pPr marL="2971800" indent="-228600" fontAlgn="base">
              <a:spcBef>
                <a:spcPct val="0"/>
              </a:spcBef>
              <a:spcAft>
                <a:spcPct val="0"/>
              </a:spcAft>
              <a:defRPr>
                <a:solidFill>
                  <a:schemeClr val="tx1"/>
                </a:solidFill>
                <a:latin typeface="等线" panose="02010600030101010101" charset="-122"/>
                <a:ea typeface="等线" panose="02010600030101010101" charset="-122"/>
              </a:defRPr>
            </a:lvl7pPr>
            <a:lvl8pPr marL="3429000" indent="-228600" fontAlgn="base">
              <a:spcBef>
                <a:spcPct val="0"/>
              </a:spcBef>
              <a:spcAft>
                <a:spcPct val="0"/>
              </a:spcAft>
              <a:defRPr>
                <a:solidFill>
                  <a:schemeClr val="tx1"/>
                </a:solidFill>
                <a:latin typeface="等线" panose="02010600030101010101" charset="-122"/>
                <a:ea typeface="等线" panose="02010600030101010101" charset="-122"/>
              </a:defRPr>
            </a:lvl8pPr>
            <a:lvl9pPr marL="3886200" indent="-228600" fontAlgn="base">
              <a:spcBef>
                <a:spcPct val="0"/>
              </a:spcBef>
              <a:spcAft>
                <a:spcPct val="0"/>
              </a:spcAft>
              <a:defRPr>
                <a:solidFill>
                  <a:schemeClr val="tx1"/>
                </a:solidFill>
                <a:latin typeface="等线" panose="02010600030101010101" charset="-122"/>
                <a:ea typeface="等线" panose="02010600030101010101" charset="-122"/>
              </a:defRPr>
            </a:lvl9pPr>
          </a:lstStyle>
          <a:p>
            <a:pPr>
              <a:lnSpc>
                <a:spcPct val="150000"/>
              </a:lnSpc>
              <a:defRPr/>
            </a:pPr>
            <a:r>
              <a:rPr lang="zh-CN" altLang="en-US" sz="2400" b="1" dirty="0" smtClean="0">
                <a:solidFill>
                  <a:schemeClr val="tx1">
                    <a:lumMod val="65000"/>
                    <a:lumOff val="35000"/>
                  </a:schemeClr>
                </a:solidFill>
                <a:latin typeface="+mn-lt"/>
                <a:ea typeface="+mn-ea"/>
              </a:rPr>
              <a:t>结构内不存在“死循环”</a:t>
            </a:r>
            <a:endParaRPr lang="zh-CN" altLang="en-US" sz="2400" b="1" dirty="0" smtClean="0">
              <a:solidFill>
                <a:schemeClr val="tx1">
                  <a:lumMod val="65000"/>
                  <a:lumOff val="35000"/>
                </a:schemeClr>
              </a:solidFill>
              <a:latin typeface="+mn-lt"/>
              <a:ea typeface="+mn-ea"/>
            </a:endParaRPr>
          </a:p>
        </p:txBody>
      </p:sp>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用</a:t>
            </a:r>
            <a:r>
              <a:rPr lang="en-US" altLang="zh-CN" dirty="0" smtClean="0"/>
              <a:t>N-S</a:t>
            </a:r>
            <a:r>
              <a:rPr lang="zh-CN" altLang="en-US" dirty="0"/>
              <a:t>流程图表示算法</a:t>
            </a:r>
            <a:endParaRPr lang="zh-CN" altLang="en-US" dirty="0"/>
          </a:p>
        </p:txBody>
      </p:sp>
      <p:pic>
        <p:nvPicPr>
          <p:cNvPr id="4" name="图片 3"/>
          <p:cNvPicPr>
            <a:picLocks noChangeAspect="1"/>
          </p:cNvPicPr>
          <p:nvPr/>
        </p:nvPicPr>
        <p:blipFill>
          <a:blip r:embed="rId1">
            <a:duotone>
              <a:schemeClr val="accent1">
                <a:shade val="45000"/>
                <a:satMod val="135000"/>
              </a:schemeClr>
              <a:prstClr val="white"/>
            </a:duotone>
            <a:extLst>
              <a:ext uri="{28A0092B-C50C-407E-A947-70E740481C1C}">
                <a14:useLocalDpi xmlns:a14="http://schemas.microsoft.com/office/drawing/2010/main" val="0"/>
              </a:ext>
            </a:extLst>
          </a:blip>
          <a:stretch>
            <a:fillRect/>
          </a:stretch>
        </p:blipFill>
        <p:spPr>
          <a:xfrm>
            <a:off x="1979930" y="1253490"/>
            <a:ext cx="8489315" cy="5598160"/>
          </a:xfrm>
          <a:prstGeom prst="rect">
            <a:avLst/>
          </a:prstGeom>
        </p:spPr>
      </p:pic>
    </p:spTree>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2453367" y="1214438"/>
            <a:ext cx="3934734" cy="712788"/>
          </a:xfrm>
        </p:spPr>
        <p:txBody>
          <a:bodyPr/>
          <a:lstStyle/>
          <a:p>
            <a:r>
              <a:rPr lang="zh-CN" altLang="en-US" dirty="0" smtClean="0"/>
              <a:t>用伪代码表示算法</a:t>
            </a:r>
            <a:endParaRPr lang="zh-CN" altLang="en-US" dirty="0"/>
          </a:p>
        </p:txBody>
      </p:sp>
      <p:sp>
        <p:nvSpPr>
          <p:cNvPr id="3" name="内容占位符 2"/>
          <p:cNvSpPr>
            <a:spLocks noGrp="1"/>
          </p:cNvSpPr>
          <p:nvPr>
            <p:ph idx="1"/>
          </p:nvPr>
        </p:nvSpPr>
        <p:spPr>
          <a:xfrm>
            <a:off x="838200" y="2399189"/>
            <a:ext cx="10515600" cy="2631396"/>
          </a:xfrm>
        </p:spPr>
        <p:txBody>
          <a:bodyPr anchor="ctr">
            <a:noAutofit/>
          </a:bodyPr>
          <a:lstStyle/>
          <a:p>
            <a:pPr marL="0" indent="0">
              <a:lnSpc>
                <a:spcPct val="150000"/>
              </a:lnSpc>
              <a:buNone/>
            </a:pPr>
            <a:r>
              <a:rPr lang="zh-CN" altLang="en-US" b="1" dirty="0">
                <a:solidFill>
                  <a:schemeClr val="tx1">
                    <a:lumMod val="65000"/>
                    <a:lumOff val="35000"/>
                  </a:schemeClr>
                </a:solidFill>
                <a:latin typeface="+mn-ea"/>
                <a:ea typeface="+mn-ea"/>
              </a:rPr>
              <a:t>伪代码是用介于自然语言和计算机语言之间的文字和符号来描述算法。</a:t>
            </a:r>
            <a:endParaRPr lang="zh-CN" altLang="en-US" b="1" dirty="0">
              <a:solidFill>
                <a:schemeClr val="tx1">
                  <a:lumMod val="65000"/>
                  <a:lumOff val="35000"/>
                </a:schemeClr>
              </a:solidFill>
              <a:latin typeface="+mn-ea"/>
              <a:ea typeface="+mn-ea"/>
            </a:endParaRPr>
          </a:p>
          <a:p>
            <a:pPr marL="0" indent="0">
              <a:lnSpc>
                <a:spcPct val="150000"/>
              </a:lnSpc>
              <a:buNone/>
            </a:pPr>
            <a:r>
              <a:rPr lang="zh-CN" altLang="en-US" b="1" dirty="0">
                <a:solidFill>
                  <a:schemeClr val="tx1">
                    <a:lumMod val="65000"/>
                    <a:lumOff val="35000"/>
                  </a:schemeClr>
                </a:solidFill>
                <a:latin typeface="+mn-ea"/>
                <a:ea typeface="+mn-ea"/>
              </a:rPr>
              <a:t>每一行</a:t>
            </a:r>
            <a:r>
              <a:rPr lang="en-US" altLang="zh-CN" b="1" dirty="0">
                <a:solidFill>
                  <a:schemeClr val="tx1">
                    <a:lumMod val="65000"/>
                    <a:lumOff val="35000"/>
                  </a:schemeClr>
                </a:solidFill>
                <a:latin typeface="+mn-ea"/>
                <a:ea typeface="+mn-ea"/>
              </a:rPr>
              <a:t>(</a:t>
            </a:r>
            <a:r>
              <a:rPr lang="zh-CN" altLang="en-US" b="1" dirty="0">
                <a:solidFill>
                  <a:schemeClr val="tx1">
                    <a:lumMod val="65000"/>
                    <a:lumOff val="35000"/>
                  </a:schemeClr>
                </a:solidFill>
                <a:latin typeface="+mn-ea"/>
                <a:ea typeface="+mn-ea"/>
              </a:rPr>
              <a:t>或几行</a:t>
            </a:r>
            <a:r>
              <a:rPr lang="en-US" altLang="zh-CN" b="1" dirty="0">
                <a:solidFill>
                  <a:schemeClr val="tx1">
                    <a:lumMod val="65000"/>
                    <a:lumOff val="35000"/>
                  </a:schemeClr>
                </a:solidFill>
                <a:latin typeface="+mn-ea"/>
                <a:ea typeface="+mn-ea"/>
              </a:rPr>
              <a:t>)</a:t>
            </a:r>
            <a:r>
              <a:rPr lang="zh-CN" altLang="en-US" b="1" dirty="0">
                <a:solidFill>
                  <a:schemeClr val="tx1">
                    <a:lumMod val="65000"/>
                    <a:lumOff val="35000"/>
                  </a:schemeClr>
                </a:solidFill>
                <a:latin typeface="+mn-ea"/>
                <a:ea typeface="+mn-ea"/>
              </a:rPr>
              <a:t>表示一个基本操作。</a:t>
            </a:r>
            <a:endParaRPr lang="zh-CN" altLang="en-US" b="1" dirty="0">
              <a:solidFill>
                <a:schemeClr val="tx1">
                  <a:lumMod val="65000"/>
                  <a:lumOff val="35000"/>
                </a:schemeClr>
              </a:solidFill>
              <a:latin typeface="+mn-ea"/>
              <a:ea typeface="+mn-ea"/>
            </a:endParaRPr>
          </a:p>
          <a:p>
            <a:pPr marL="0" indent="0">
              <a:lnSpc>
                <a:spcPct val="150000"/>
              </a:lnSpc>
              <a:buNone/>
            </a:pPr>
            <a:r>
              <a:rPr lang="zh-CN" altLang="en-US" b="1" dirty="0">
                <a:solidFill>
                  <a:schemeClr val="tx1">
                    <a:lumMod val="65000"/>
                    <a:lumOff val="35000"/>
                  </a:schemeClr>
                </a:solidFill>
                <a:latin typeface="+mn-ea"/>
                <a:ea typeface="+mn-ea"/>
              </a:rPr>
              <a:t>它书写方便，格式紧凑，修改方便，容易看懂，也便于向计算机语言算法</a:t>
            </a:r>
            <a:r>
              <a:rPr lang="en-US" altLang="zh-CN" b="1" dirty="0">
                <a:solidFill>
                  <a:schemeClr val="tx1">
                    <a:lumMod val="65000"/>
                    <a:lumOff val="35000"/>
                  </a:schemeClr>
                </a:solidFill>
                <a:latin typeface="+mn-ea"/>
                <a:ea typeface="+mn-ea"/>
              </a:rPr>
              <a:t>(</a:t>
            </a:r>
            <a:r>
              <a:rPr lang="zh-CN" altLang="en-US" b="1" dirty="0">
                <a:solidFill>
                  <a:schemeClr val="tx1">
                    <a:lumMod val="65000"/>
                    <a:lumOff val="35000"/>
                  </a:schemeClr>
                </a:solidFill>
                <a:latin typeface="+mn-ea"/>
                <a:ea typeface="+mn-ea"/>
              </a:rPr>
              <a:t>即程序</a:t>
            </a:r>
            <a:r>
              <a:rPr lang="en-US" altLang="zh-CN" b="1" dirty="0">
                <a:solidFill>
                  <a:schemeClr val="tx1">
                    <a:lumMod val="65000"/>
                    <a:lumOff val="35000"/>
                  </a:schemeClr>
                </a:solidFill>
                <a:latin typeface="+mn-ea"/>
                <a:ea typeface="+mn-ea"/>
              </a:rPr>
              <a:t>)</a:t>
            </a:r>
            <a:r>
              <a:rPr lang="zh-CN" altLang="en-US" b="1" dirty="0">
                <a:solidFill>
                  <a:schemeClr val="tx1">
                    <a:lumMod val="65000"/>
                    <a:lumOff val="35000"/>
                  </a:schemeClr>
                </a:solidFill>
                <a:latin typeface="+mn-ea"/>
                <a:ea typeface="+mn-ea"/>
              </a:rPr>
              <a:t>过渡</a:t>
            </a:r>
            <a:r>
              <a:rPr lang="zh-CN" altLang="en-US" b="1" dirty="0" smtClean="0">
                <a:solidFill>
                  <a:schemeClr val="tx1">
                    <a:lumMod val="65000"/>
                    <a:lumOff val="35000"/>
                  </a:schemeClr>
                </a:solidFill>
                <a:latin typeface="+mn-ea"/>
                <a:ea typeface="+mn-ea"/>
              </a:rPr>
              <a:t>。</a:t>
            </a:r>
            <a:endParaRPr lang="zh-CN" altLang="en-US" b="1" dirty="0" smtClean="0">
              <a:solidFill>
                <a:schemeClr val="tx1">
                  <a:lumMod val="65000"/>
                  <a:lumOff val="35000"/>
                </a:schemeClr>
              </a:solidFill>
              <a:latin typeface="+mn-ea"/>
              <a:ea typeface="+mn-ea"/>
            </a:endParaRPr>
          </a:p>
        </p:txBody>
      </p:sp>
      <p:grpSp>
        <p:nvGrpSpPr>
          <p:cNvPr id="4" name="组合 3"/>
          <p:cNvGrpSpPr/>
          <p:nvPr/>
        </p:nvGrpSpPr>
        <p:grpSpPr>
          <a:xfrm>
            <a:off x="838200" y="1316037"/>
            <a:ext cx="5549900" cy="657226"/>
            <a:chOff x="3275013" y="1898650"/>
            <a:chExt cx="5549900" cy="657226"/>
          </a:xfrm>
        </p:grpSpPr>
        <p:sp>
          <p:nvSpPr>
            <p:cNvPr id="5" name="MH_Other_1"/>
            <p:cNvSpPr/>
            <p:nvPr>
              <p:custDataLst>
                <p:tags r:id="rId1"/>
              </p:custDataLst>
            </p:nvPr>
          </p:nvSpPr>
          <p:spPr>
            <a:xfrm>
              <a:off x="3275013" y="1898650"/>
              <a:ext cx="709612" cy="611188"/>
            </a:xfrm>
            <a:prstGeom prst="triangl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6" name="MH_Other_2"/>
            <p:cNvSpPr/>
            <p:nvPr>
              <p:custDataLst>
                <p:tags r:id="rId2"/>
              </p:custDataLst>
            </p:nvPr>
          </p:nvSpPr>
          <p:spPr>
            <a:xfrm>
              <a:off x="3629026" y="1898650"/>
              <a:ext cx="709613" cy="611188"/>
            </a:xfrm>
            <a:prstGeom prst="triangl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7" name="MH_Other_5"/>
            <p:cNvSpPr/>
            <p:nvPr>
              <p:custDataLst>
                <p:tags r:id="rId3"/>
              </p:custDataLst>
            </p:nvPr>
          </p:nvSpPr>
          <p:spPr>
            <a:xfrm>
              <a:off x="3275013" y="2509839"/>
              <a:ext cx="5549900" cy="460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grpSp>
        <p:nvGrpSpPr>
          <p:cNvPr id="8" name="组合 7"/>
          <p:cNvGrpSpPr/>
          <p:nvPr/>
        </p:nvGrpSpPr>
        <p:grpSpPr>
          <a:xfrm>
            <a:off x="5803899" y="5502390"/>
            <a:ext cx="5568951" cy="611187"/>
            <a:chOff x="3275013" y="5414964"/>
            <a:chExt cx="5568951" cy="611187"/>
          </a:xfrm>
        </p:grpSpPr>
        <p:sp>
          <p:nvSpPr>
            <p:cNvPr id="9" name="MH_Other_3"/>
            <p:cNvSpPr/>
            <p:nvPr>
              <p:custDataLst>
                <p:tags r:id="rId4"/>
              </p:custDataLst>
            </p:nvPr>
          </p:nvSpPr>
          <p:spPr>
            <a:xfrm flipV="1">
              <a:off x="7780338" y="5414964"/>
              <a:ext cx="709612" cy="611187"/>
            </a:xfrm>
            <a:prstGeom prst="triangl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0" name="MH_Other_4"/>
            <p:cNvSpPr/>
            <p:nvPr>
              <p:custDataLst>
                <p:tags r:id="rId5"/>
              </p:custDataLst>
            </p:nvPr>
          </p:nvSpPr>
          <p:spPr>
            <a:xfrm flipV="1">
              <a:off x="8134351" y="5414964"/>
              <a:ext cx="709613" cy="611187"/>
            </a:xfrm>
            <a:prstGeom prst="triangle">
              <a:avLst/>
            </a:prstGeom>
            <a:solidFill>
              <a:schemeClr val="accent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sp>
          <p:nvSpPr>
            <p:cNvPr id="11" name="MH_Other_6"/>
            <p:cNvSpPr/>
            <p:nvPr>
              <p:custDataLst>
                <p:tags r:id="rId6"/>
              </p:custDataLst>
            </p:nvPr>
          </p:nvSpPr>
          <p:spPr>
            <a:xfrm>
              <a:off x="3275013" y="5414964"/>
              <a:ext cx="5549900" cy="4603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a:p>
          </p:txBody>
        </p:sp>
      </p:grpSp>
    </p:spTree>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算法的流程图表示举例</a:t>
            </a:r>
            <a:endParaRPr lang="zh-CN" altLang="en-US" dirty="0"/>
          </a:p>
        </p:txBody>
      </p:sp>
      <p:sp>
        <p:nvSpPr>
          <p:cNvPr id="3" name="内容占位符 2"/>
          <p:cNvSpPr>
            <a:spLocks noGrp="1"/>
          </p:cNvSpPr>
          <p:nvPr>
            <p:ph idx="1"/>
          </p:nvPr>
        </p:nvSpPr>
        <p:spPr>
          <a:xfrm>
            <a:off x="838200" y="1562211"/>
            <a:ext cx="8316153" cy="589584"/>
          </a:xfrm>
        </p:spPr>
        <p:txBody>
          <a:bodyPr>
            <a:noAutofit/>
          </a:bodyPr>
          <a:lstStyle/>
          <a:p>
            <a:pPr marL="0" indent="0">
              <a:lnSpc>
                <a:spcPct val="120000"/>
              </a:lnSpc>
              <a:buNone/>
            </a:pPr>
            <a:r>
              <a:rPr lang="en-US" altLang="zh-CN" sz="2400" dirty="0" smtClean="0">
                <a:solidFill>
                  <a:schemeClr val="accent1"/>
                </a:solidFill>
              </a:rPr>
              <a:t>【</a:t>
            </a:r>
            <a:r>
              <a:rPr lang="zh-CN" altLang="en-US" sz="2400" dirty="0" smtClean="0">
                <a:solidFill>
                  <a:schemeClr val="accent1"/>
                </a:solidFill>
              </a:rPr>
              <a:t>例</a:t>
            </a:r>
            <a:r>
              <a:rPr lang="en-US" altLang="zh-CN" sz="2400" dirty="0" smtClean="0">
                <a:solidFill>
                  <a:schemeClr val="accent1"/>
                </a:solidFill>
              </a:rPr>
              <a:t>2.16】</a:t>
            </a:r>
            <a:r>
              <a:rPr lang="zh-CN" altLang="en-US" sz="2400" dirty="0">
                <a:solidFill>
                  <a:schemeClr val="accent1"/>
                </a:solidFill>
              </a:rPr>
              <a:t>求</a:t>
            </a:r>
            <a:r>
              <a:rPr lang="en-US" altLang="zh-CN" sz="2400" dirty="0">
                <a:solidFill>
                  <a:schemeClr val="accent1"/>
                </a:solidFill>
              </a:rPr>
              <a:t>5!</a:t>
            </a:r>
            <a:r>
              <a:rPr lang="zh-CN" altLang="en-US" sz="2400" dirty="0">
                <a:solidFill>
                  <a:schemeClr val="accent1"/>
                </a:solidFill>
              </a:rPr>
              <a:t>，用伪代码表示</a:t>
            </a:r>
            <a:r>
              <a:rPr lang="zh-CN" altLang="en-US" sz="2400" dirty="0" smtClean="0">
                <a:solidFill>
                  <a:schemeClr val="accent1"/>
                </a:solidFill>
              </a:rPr>
              <a:t>。</a:t>
            </a:r>
            <a:endParaRPr lang="en-US" altLang="zh-CN" sz="2400" dirty="0" smtClean="0">
              <a:solidFill>
                <a:schemeClr val="accent1"/>
              </a:solidFill>
            </a:endParaRPr>
          </a:p>
        </p:txBody>
      </p:sp>
      <p:grpSp>
        <p:nvGrpSpPr>
          <p:cNvPr id="10" name="组合 9"/>
          <p:cNvGrpSpPr/>
          <p:nvPr/>
        </p:nvGrpSpPr>
        <p:grpSpPr>
          <a:xfrm>
            <a:off x="2591346" y="2427414"/>
            <a:ext cx="4771391" cy="3061335"/>
            <a:chOff x="3715100" y="1795463"/>
            <a:chExt cx="4311188" cy="4121238"/>
          </a:xfrm>
        </p:grpSpPr>
        <p:sp>
          <p:nvSpPr>
            <p:cNvPr id="11" name="MH_Text_1"/>
            <p:cNvSpPr>
              <a:spLocks noChangeAspect="1"/>
            </p:cNvSpPr>
            <p:nvPr>
              <p:custDataLst>
                <p:tags r:id="rId1"/>
              </p:custDataLst>
            </p:nvPr>
          </p:nvSpPr>
          <p:spPr>
            <a:xfrm>
              <a:off x="3715100" y="1915997"/>
              <a:ext cx="4311188" cy="4000704"/>
            </a:xfrm>
            <a:prstGeom prst="roundRect">
              <a:avLst>
                <a:gd name="adj" fmla="val 1429"/>
              </a:avLst>
            </a:prstGeom>
            <a:solidFill>
              <a:srgbClr val="F2F2F2"/>
            </a:solidFill>
            <a:ln w="3175">
              <a:solidFill>
                <a:srgbClr val="D5D5D5"/>
              </a:solidFill>
              <a:prstDash val="solid"/>
            </a:ln>
          </p:spPr>
          <p:style>
            <a:lnRef idx="1">
              <a:schemeClr val="accent6"/>
            </a:lnRef>
            <a:fillRef idx="0">
              <a:schemeClr val="accent6"/>
            </a:fillRef>
            <a:effectRef idx="0">
              <a:schemeClr val="accent6"/>
            </a:effectRef>
            <a:fontRef idx="minor">
              <a:schemeClr val="tx1"/>
            </a:fontRef>
          </p:style>
          <p:txBody>
            <a:bodyPr lIns="288000" tIns="720000" rIns="288000" bIns="360000" anchor="ctr">
              <a:noAutofit/>
            </a:bodyPr>
            <a:lstStyle/>
            <a:p>
              <a:pPr algn="just">
                <a:spcBef>
                  <a:spcPts val="600"/>
                </a:spcBef>
                <a:spcAft>
                  <a:spcPts val="600"/>
                </a:spcAft>
                <a:defRPr/>
              </a:pPr>
              <a:r>
                <a:rPr lang="en-US" altLang="zh-CN" sz="2000" b="1" dirty="0" smtClean="0">
                  <a:solidFill>
                    <a:srgbClr val="454545"/>
                  </a:solidFill>
                </a:rPr>
                <a:t>S1</a:t>
              </a:r>
              <a:r>
                <a:rPr lang="en-US" altLang="zh-CN" sz="2000" b="1" dirty="0">
                  <a:solidFill>
                    <a:srgbClr val="454545"/>
                  </a:solidFill>
                </a:rPr>
                <a:t>: </a:t>
              </a:r>
              <a:r>
                <a:rPr lang="en-US" altLang="zh-CN" sz="2000" b="1" dirty="0" smtClean="0">
                  <a:solidFill>
                    <a:srgbClr val="454545"/>
                  </a:solidFill>
                </a:rPr>
                <a:t>1=&gt;p</a:t>
              </a:r>
              <a:endParaRPr lang="en-US" altLang="zh-CN" sz="2000" b="1" dirty="0" smtClean="0">
                <a:solidFill>
                  <a:srgbClr val="454545"/>
                </a:solidFill>
              </a:endParaRPr>
            </a:p>
            <a:p>
              <a:pPr algn="just">
                <a:spcBef>
                  <a:spcPts val="600"/>
                </a:spcBef>
                <a:spcAft>
                  <a:spcPts val="600"/>
                </a:spcAft>
                <a:defRPr/>
              </a:pPr>
              <a:r>
                <a:rPr lang="en-US" altLang="zh-CN" sz="2000" b="1" dirty="0" smtClean="0">
                  <a:solidFill>
                    <a:srgbClr val="454545"/>
                  </a:solidFill>
                </a:rPr>
                <a:t>S2</a:t>
              </a:r>
              <a:r>
                <a:rPr lang="en-US" altLang="zh-CN" sz="2000" b="1" dirty="0">
                  <a:solidFill>
                    <a:srgbClr val="454545"/>
                  </a:solidFill>
                </a:rPr>
                <a:t>: </a:t>
              </a:r>
              <a:r>
                <a:rPr lang="en-US" altLang="zh-CN" sz="2000" b="1" dirty="0" smtClean="0">
                  <a:solidFill>
                    <a:srgbClr val="454545"/>
                  </a:solidFill>
                </a:rPr>
                <a:t>2=&gt;</a:t>
              </a:r>
              <a:r>
                <a:rPr lang="en-US" altLang="zh-CN" sz="2000" b="1" dirty="0" err="1" smtClean="0">
                  <a:solidFill>
                    <a:srgbClr val="454545"/>
                  </a:solidFill>
                </a:rPr>
                <a:t>i</a:t>
              </a:r>
              <a:endParaRPr lang="zh-CN" altLang="en-US" sz="2000" b="1" dirty="0">
                <a:solidFill>
                  <a:srgbClr val="454545"/>
                </a:solidFill>
              </a:endParaRPr>
            </a:p>
            <a:p>
              <a:pPr algn="just">
                <a:spcBef>
                  <a:spcPts val="600"/>
                </a:spcBef>
                <a:spcAft>
                  <a:spcPts val="600"/>
                </a:spcAft>
                <a:defRPr/>
              </a:pPr>
              <a:r>
                <a:rPr lang="en-US" altLang="zh-CN" sz="2000" b="1" dirty="0" smtClean="0">
                  <a:solidFill>
                    <a:srgbClr val="454545"/>
                  </a:solidFill>
                </a:rPr>
                <a:t>S3</a:t>
              </a:r>
              <a:r>
                <a:rPr lang="en-US" altLang="zh-CN" sz="2000" b="1" dirty="0">
                  <a:solidFill>
                    <a:srgbClr val="454545"/>
                  </a:solidFill>
                </a:rPr>
                <a:t>: </a:t>
              </a:r>
              <a:r>
                <a:rPr lang="en-US" altLang="zh-CN" sz="2000" b="1" dirty="0" smtClean="0">
                  <a:solidFill>
                    <a:srgbClr val="454545"/>
                  </a:solidFill>
                </a:rPr>
                <a:t>p*</a:t>
              </a:r>
              <a:r>
                <a:rPr lang="en-US" altLang="zh-CN" sz="2000" b="1" dirty="0" err="1" smtClean="0">
                  <a:solidFill>
                    <a:srgbClr val="454545"/>
                  </a:solidFill>
                </a:rPr>
                <a:t>i</a:t>
              </a:r>
              <a:r>
                <a:rPr lang="en-US" altLang="zh-CN" sz="2000" b="1" dirty="0" smtClean="0">
                  <a:solidFill>
                    <a:srgbClr val="454545"/>
                  </a:solidFill>
                </a:rPr>
                <a:t>=&gt;p</a:t>
              </a:r>
              <a:endParaRPr lang="zh-CN" altLang="en-US" sz="2000" b="1" dirty="0">
                <a:solidFill>
                  <a:srgbClr val="454545"/>
                </a:solidFill>
              </a:endParaRPr>
            </a:p>
            <a:p>
              <a:pPr algn="just">
                <a:spcBef>
                  <a:spcPts val="600"/>
                </a:spcBef>
                <a:spcAft>
                  <a:spcPts val="600"/>
                </a:spcAft>
                <a:defRPr/>
              </a:pPr>
              <a:r>
                <a:rPr lang="en-US" altLang="zh-CN" sz="2000" b="1" dirty="0" smtClean="0">
                  <a:solidFill>
                    <a:srgbClr val="454545"/>
                  </a:solidFill>
                </a:rPr>
                <a:t>S4</a:t>
              </a:r>
              <a:r>
                <a:rPr lang="en-US" altLang="zh-CN" sz="2000" b="1" dirty="0">
                  <a:solidFill>
                    <a:srgbClr val="454545"/>
                  </a:solidFill>
                </a:rPr>
                <a:t>: </a:t>
              </a:r>
              <a:r>
                <a:rPr lang="en-US" altLang="zh-CN" sz="2000" b="1" dirty="0" smtClean="0">
                  <a:solidFill>
                    <a:srgbClr val="454545"/>
                  </a:solidFill>
                </a:rPr>
                <a:t>i+1=&gt;</a:t>
              </a:r>
              <a:r>
                <a:rPr lang="en-US" altLang="zh-CN" sz="2000" b="1" dirty="0" err="1" smtClean="0">
                  <a:solidFill>
                    <a:srgbClr val="454545"/>
                  </a:solidFill>
                </a:rPr>
                <a:t>i</a:t>
              </a:r>
              <a:endParaRPr lang="en-US" altLang="zh-CN" sz="2000" b="1" dirty="0" smtClean="0">
                <a:solidFill>
                  <a:srgbClr val="454545"/>
                </a:solidFill>
              </a:endParaRPr>
            </a:p>
            <a:p>
              <a:pPr algn="just">
                <a:spcBef>
                  <a:spcPts val="600"/>
                </a:spcBef>
                <a:spcAft>
                  <a:spcPts val="600"/>
                </a:spcAft>
                <a:defRPr/>
              </a:pPr>
              <a:r>
                <a:rPr lang="en-US" altLang="zh-CN" sz="2000" b="1" dirty="0" smtClean="0">
                  <a:solidFill>
                    <a:srgbClr val="454545"/>
                  </a:solidFill>
                </a:rPr>
                <a:t>S5: </a:t>
              </a:r>
              <a:r>
                <a:rPr lang="zh-CN" altLang="en-US" sz="2000" b="1" dirty="0" smtClean="0">
                  <a:solidFill>
                    <a:srgbClr val="454545"/>
                  </a:solidFill>
                </a:rPr>
                <a:t>如果</a:t>
              </a:r>
              <a:r>
                <a:rPr lang="en-US" altLang="zh-CN" sz="2000" b="1" dirty="0" err="1" smtClean="0">
                  <a:solidFill>
                    <a:srgbClr val="454545"/>
                  </a:solidFill>
                </a:rPr>
                <a:t>i</a:t>
              </a:r>
              <a:r>
                <a:rPr lang="zh-CN" altLang="en-US" sz="2000" b="1" dirty="0" smtClean="0">
                  <a:solidFill>
                    <a:srgbClr val="454545"/>
                  </a:solidFill>
                </a:rPr>
                <a:t>≤</a:t>
              </a:r>
              <a:r>
                <a:rPr lang="en-US" altLang="zh-CN" sz="2000" b="1" dirty="0" smtClean="0">
                  <a:solidFill>
                    <a:srgbClr val="454545"/>
                  </a:solidFill>
                </a:rPr>
                <a:t>5</a:t>
              </a:r>
              <a:r>
                <a:rPr lang="zh-CN" altLang="en-US" sz="2000" b="1" dirty="0" smtClean="0">
                  <a:solidFill>
                    <a:srgbClr val="454545"/>
                  </a:solidFill>
                </a:rPr>
                <a:t>，则返回</a:t>
              </a:r>
              <a:r>
                <a:rPr lang="en-US" altLang="zh-CN" sz="2000" b="1" dirty="0" smtClean="0">
                  <a:solidFill>
                    <a:srgbClr val="454545"/>
                  </a:solidFill>
                </a:rPr>
                <a:t>S3</a:t>
              </a:r>
              <a:r>
                <a:rPr lang="zh-CN" altLang="en-US" sz="2000" b="1" dirty="0" smtClean="0">
                  <a:solidFill>
                    <a:srgbClr val="454545"/>
                  </a:solidFill>
                </a:rPr>
                <a:t>；否则结束</a:t>
              </a:r>
              <a:endParaRPr lang="zh-CN" altLang="en-US" sz="2000" b="1" dirty="0" smtClean="0">
                <a:solidFill>
                  <a:srgbClr val="454545"/>
                </a:solidFill>
              </a:endParaRPr>
            </a:p>
          </p:txBody>
        </p:sp>
        <p:sp>
          <p:nvSpPr>
            <p:cNvPr id="12" name="MH_Other_1"/>
            <p:cNvSpPr/>
            <p:nvPr>
              <p:custDataLst>
                <p:tags r:id="rId2"/>
              </p:custDataLst>
            </p:nvPr>
          </p:nvSpPr>
          <p:spPr>
            <a:xfrm>
              <a:off x="4621214" y="1795463"/>
              <a:ext cx="276225" cy="120650"/>
            </a:xfrm>
            <a:custGeom>
              <a:avLst/>
              <a:gdLst>
                <a:gd name="connsiteX0" fmla="*/ 131005 w 311731"/>
                <a:gd name="connsiteY0" fmla="*/ 0 h 121823"/>
                <a:gd name="connsiteX1" fmla="*/ 180725 w 311731"/>
                <a:gd name="connsiteY1" fmla="*/ 0 h 121823"/>
                <a:gd name="connsiteX2" fmla="*/ 205433 w 311731"/>
                <a:gd name="connsiteY2" fmla="*/ 4162 h 121823"/>
                <a:gd name="connsiteX3" fmla="*/ 309453 w 311731"/>
                <a:gd name="connsiteY3" fmla="*/ 109253 h 121823"/>
                <a:gd name="connsiteX4" fmla="*/ 311731 w 311731"/>
                <a:gd name="connsiteY4" fmla="*/ 121823 h 121823"/>
                <a:gd name="connsiteX5" fmla="*/ 0 w 311731"/>
                <a:gd name="connsiteY5" fmla="*/ 121823 h 121823"/>
                <a:gd name="connsiteX6" fmla="*/ 2277 w 311731"/>
                <a:gd name="connsiteY6" fmla="*/ 109253 h 121823"/>
                <a:gd name="connsiteX7" fmla="*/ 106298 w 311731"/>
                <a:gd name="connsiteY7" fmla="*/ 4162 h 121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1731" h="121823">
                  <a:moveTo>
                    <a:pt x="131005" y="0"/>
                  </a:moveTo>
                  <a:lnTo>
                    <a:pt x="180725" y="0"/>
                  </a:lnTo>
                  <a:lnTo>
                    <a:pt x="205433" y="4162"/>
                  </a:lnTo>
                  <a:cubicBezTo>
                    <a:pt x="252408" y="20443"/>
                    <a:pt x="290475" y="59254"/>
                    <a:pt x="309453" y="109253"/>
                  </a:cubicBezTo>
                  <a:lnTo>
                    <a:pt x="311731" y="121823"/>
                  </a:lnTo>
                  <a:lnTo>
                    <a:pt x="0" y="121823"/>
                  </a:lnTo>
                  <a:lnTo>
                    <a:pt x="2277" y="109253"/>
                  </a:lnTo>
                  <a:cubicBezTo>
                    <a:pt x="21256" y="59254"/>
                    <a:pt x="59323" y="20443"/>
                    <a:pt x="106298" y="4162"/>
                  </a:cubicBezTo>
                  <a:close/>
                </a:path>
              </a:pathLst>
            </a:custGeom>
            <a:gradFill>
              <a:gsLst>
                <a:gs pos="0">
                  <a:schemeClr val="accent1">
                    <a:lumMod val="50000"/>
                  </a:schemeClr>
                </a:gs>
                <a:gs pos="49000">
                  <a:schemeClr val="accent1"/>
                </a:gs>
                <a:gs pos="100000">
                  <a:schemeClr val="accent1">
                    <a:lumMod val="5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dirty="0"/>
            </a:p>
          </p:txBody>
        </p:sp>
        <p:sp>
          <p:nvSpPr>
            <p:cNvPr id="13" name="MH_Other_2"/>
            <p:cNvSpPr/>
            <p:nvPr>
              <p:custDataLst>
                <p:tags r:id="rId3"/>
              </p:custDataLst>
            </p:nvPr>
          </p:nvSpPr>
          <p:spPr>
            <a:xfrm>
              <a:off x="6948489" y="1795463"/>
              <a:ext cx="261937" cy="120650"/>
            </a:xfrm>
            <a:custGeom>
              <a:avLst/>
              <a:gdLst>
                <a:gd name="connsiteX0" fmla="*/ 145370 w 318081"/>
                <a:gd name="connsiteY0" fmla="*/ 0 h 130555"/>
                <a:gd name="connsiteX1" fmla="*/ 172710 w 318081"/>
                <a:gd name="connsiteY1" fmla="*/ 0 h 130555"/>
                <a:gd name="connsiteX2" fmla="*/ 209618 w 318081"/>
                <a:gd name="connsiteY2" fmla="*/ 6428 h 130555"/>
                <a:gd name="connsiteX3" fmla="*/ 315757 w 318081"/>
                <a:gd name="connsiteY3" fmla="*/ 117294 h 130555"/>
                <a:gd name="connsiteX4" fmla="*/ 318081 w 318081"/>
                <a:gd name="connsiteY4" fmla="*/ 130555 h 130555"/>
                <a:gd name="connsiteX5" fmla="*/ 0 w 318081"/>
                <a:gd name="connsiteY5" fmla="*/ 130555 h 130555"/>
                <a:gd name="connsiteX6" fmla="*/ 2324 w 318081"/>
                <a:gd name="connsiteY6" fmla="*/ 117294 h 130555"/>
                <a:gd name="connsiteX7" fmla="*/ 108463 w 318081"/>
                <a:gd name="connsiteY7" fmla="*/ 6428 h 130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8081" h="130555">
                  <a:moveTo>
                    <a:pt x="145370" y="0"/>
                  </a:moveTo>
                  <a:lnTo>
                    <a:pt x="172710" y="0"/>
                  </a:lnTo>
                  <a:lnTo>
                    <a:pt x="209618" y="6428"/>
                  </a:lnTo>
                  <a:cubicBezTo>
                    <a:pt x="257550" y="23604"/>
                    <a:pt x="296392" y="64548"/>
                    <a:pt x="315757" y="117294"/>
                  </a:cubicBezTo>
                  <a:lnTo>
                    <a:pt x="318081" y="130555"/>
                  </a:lnTo>
                  <a:lnTo>
                    <a:pt x="0" y="130555"/>
                  </a:lnTo>
                  <a:lnTo>
                    <a:pt x="2324" y="117294"/>
                  </a:lnTo>
                  <a:cubicBezTo>
                    <a:pt x="21689" y="64548"/>
                    <a:pt x="60531" y="23604"/>
                    <a:pt x="108463" y="6428"/>
                  </a:cubicBezTo>
                  <a:close/>
                </a:path>
              </a:pathLst>
            </a:custGeom>
            <a:gradFill>
              <a:gsLst>
                <a:gs pos="0">
                  <a:schemeClr val="accent1">
                    <a:lumMod val="50000"/>
                  </a:schemeClr>
                </a:gs>
                <a:gs pos="49000">
                  <a:schemeClr val="accent1"/>
                </a:gs>
                <a:gs pos="100000">
                  <a:schemeClr val="accent1">
                    <a:lumMod val="5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dirty="0"/>
            </a:p>
          </p:txBody>
        </p:sp>
        <p:sp>
          <p:nvSpPr>
            <p:cNvPr id="15" name="MH_SubTitle_1"/>
            <p:cNvSpPr/>
            <p:nvPr>
              <p:custDataLst>
                <p:tags r:id="rId4"/>
              </p:custDataLst>
            </p:nvPr>
          </p:nvSpPr>
          <p:spPr>
            <a:xfrm>
              <a:off x="4902057" y="1795464"/>
              <a:ext cx="2308225" cy="649287"/>
            </a:xfrm>
            <a:custGeom>
              <a:avLst/>
              <a:gdLst>
                <a:gd name="connsiteX0" fmla="*/ 0 w 2600830"/>
                <a:gd name="connsiteY0" fmla="*/ 0 h 649288"/>
                <a:gd name="connsiteX1" fmla="*/ 2600830 w 2600830"/>
                <a:gd name="connsiteY1" fmla="*/ 0 h 649288"/>
                <a:gd name="connsiteX2" fmla="*/ 2520047 w 2600830"/>
                <a:gd name="connsiteY2" fmla="*/ 89402 h 649288"/>
                <a:gd name="connsiteX3" fmla="*/ 1945040 w 2600830"/>
                <a:gd name="connsiteY3" fmla="*/ 646112 h 649288"/>
                <a:gd name="connsiteX4" fmla="*/ 648052 w 2600830"/>
                <a:gd name="connsiteY4" fmla="*/ 649287 h 649288"/>
                <a:gd name="connsiteX5" fmla="*/ 77908 w 2600830"/>
                <a:gd name="connsiteY5" fmla="*/ 84156 h 649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0830" h="649288">
                  <a:moveTo>
                    <a:pt x="0" y="0"/>
                  </a:moveTo>
                  <a:lnTo>
                    <a:pt x="2600830" y="0"/>
                  </a:lnTo>
                  <a:lnTo>
                    <a:pt x="2520047" y="89402"/>
                  </a:lnTo>
                  <a:cubicBezTo>
                    <a:pt x="2351572" y="318525"/>
                    <a:pt x="2323328" y="645186"/>
                    <a:pt x="1945040" y="646112"/>
                  </a:cubicBezTo>
                  <a:lnTo>
                    <a:pt x="648052" y="649287"/>
                  </a:lnTo>
                  <a:cubicBezTo>
                    <a:pt x="269764" y="650213"/>
                    <a:pt x="245977" y="310819"/>
                    <a:pt x="77908" y="84156"/>
                  </a:cubicBezTo>
                  <a:close/>
                </a:path>
              </a:pathLst>
            </a:custGeom>
            <a:gradFill flip="none" rotWithShape="1">
              <a:gsLst>
                <a:gs pos="0">
                  <a:schemeClr val="accent1">
                    <a:lumMod val="60000"/>
                    <a:lumOff val="40000"/>
                  </a:schemeClr>
                </a:gs>
                <a:gs pos="26000">
                  <a:schemeClr val="accent1">
                    <a:lumMod val="40000"/>
                    <a:lumOff val="60000"/>
                  </a:schemeClr>
                </a:gs>
                <a:gs pos="100000">
                  <a:schemeClr val="accent1">
                    <a:lumMod val="60000"/>
                    <a:lumOff val="40000"/>
                  </a:schemeClr>
                </a:gs>
              </a:gsLst>
              <a:lin ang="5400000" scaled="0"/>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defRPr/>
              </a:pPr>
              <a:r>
                <a:rPr lang="zh-CN" altLang="en-US" sz="2400" b="1" dirty="0">
                  <a:solidFill>
                    <a:schemeClr val="accent1">
                      <a:lumMod val="50000"/>
                    </a:schemeClr>
                  </a:solidFill>
                  <a:latin typeface="黑体" panose="02010609060101010101" pitchFamily="49" charset="-122"/>
                  <a:ea typeface="黑体" panose="02010609060101010101" pitchFamily="49" charset="-122"/>
                </a:rPr>
                <a:t>算法</a:t>
              </a:r>
              <a:r>
                <a:rPr lang="zh-CN" altLang="en-US" sz="2400" b="1" dirty="0" smtClean="0">
                  <a:solidFill>
                    <a:schemeClr val="accent1">
                      <a:lumMod val="50000"/>
                    </a:schemeClr>
                  </a:solidFill>
                  <a:latin typeface="黑体" panose="02010609060101010101" pitchFamily="49" charset="-122"/>
                  <a:ea typeface="黑体" panose="02010609060101010101" pitchFamily="49" charset="-122"/>
                </a:rPr>
                <a:t>步骤</a:t>
              </a:r>
              <a:endParaRPr lang="zh-CN" altLang="en-US" sz="2400" b="1" dirty="0" smtClean="0">
                <a:solidFill>
                  <a:schemeClr val="accent1">
                    <a:lumMod val="50000"/>
                  </a:schemeClr>
                </a:solidFill>
                <a:latin typeface="黑体" panose="02010609060101010101" pitchFamily="49" charset="-122"/>
                <a:ea typeface="黑体" panose="02010609060101010101" pitchFamily="49" charset="-122"/>
              </a:endParaRPr>
            </a:p>
          </p:txBody>
        </p:sp>
      </p:grpSp>
      <p:sp>
        <p:nvSpPr>
          <p:cNvPr id="55" name="MH_Desc_1"/>
          <p:cNvSpPr/>
          <p:nvPr>
            <p:custDataLst>
              <p:tags r:id="rId5"/>
            </p:custDataLst>
          </p:nvPr>
        </p:nvSpPr>
        <p:spPr>
          <a:xfrm>
            <a:off x="257175" y="2577465"/>
            <a:ext cx="2175510" cy="2911475"/>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2520280" y="0"/>
                </a:lnTo>
                <a:lnTo>
                  <a:pt x="0" y="0"/>
                </a:lnTo>
                <a:close/>
              </a:path>
            </a:pathLst>
          </a:custGeom>
          <a:noFill/>
          <a:ln w="25400" cap="sq">
            <a:solidFill>
              <a:schemeClr val="accent1"/>
            </a:solidFill>
            <a:beve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anchor="ctr">
            <a:normAutofit/>
          </a:bodyPr>
          <a:lstStyle/>
          <a:p>
            <a:pPr algn="just">
              <a:spcBef>
                <a:spcPts val="600"/>
              </a:spcBef>
              <a:spcAft>
                <a:spcPts val="600"/>
              </a:spcAft>
              <a:defRPr/>
            </a:pPr>
            <a:r>
              <a:rPr lang="en-US" altLang="zh-CN" sz="2400" b="1" dirty="0" smtClean="0">
                <a:solidFill>
                  <a:schemeClr val="tx1"/>
                </a:solidFill>
              </a:rPr>
              <a:t>P: </a:t>
            </a:r>
            <a:r>
              <a:rPr lang="zh-CN" altLang="en-US" sz="2400" b="1" dirty="0" smtClean="0">
                <a:solidFill>
                  <a:schemeClr val="tx1"/>
                </a:solidFill>
              </a:rPr>
              <a:t>表示被乘数</a:t>
            </a:r>
            <a:endParaRPr lang="en-US" altLang="zh-CN" sz="2400" b="1" dirty="0" smtClean="0">
              <a:solidFill>
                <a:schemeClr val="tx1"/>
              </a:solidFill>
            </a:endParaRPr>
          </a:p>
          <a:p>
            <a:pPr algn="just">
              <a:spcBef>
                <a:spcPts val="600"/>
              </a:spcBef>
              <a:spcAft>
                <a:spcPts val="600"/>
              </a:spcAft>
              <a:defRPr/>
            </a:pPr>
            <a:r>
              <a:rPr lang="en-US" altLang="zh-CN" sz="2400" b="1" dirty="0" smtClean="0">
                <a:solidFill>
                  <a:schemeClr val="tx1"/>
                </a:solidFill>
              </a:rPr>
              <a:t>i: </a:t>
            </a:r>
            <a:r>
              <a:rPr lang="zh-CN" altLang="en-US" sz="2400" b="1" dirty="0" smtClean="0">
                <a:solidFill>
                  <a:schemeClr val="tx1"/>
                </a:solidFill>
              </a:rPr>
              <a:t>表示乘数</a:t>
            </a:r>
            <a:endParaRPr lang="zh-CN" altLang="en-US" sz="2400" b="1" dirty="0" smtClean="0">
              <a:solidFill>
                <a:schemeClr val="tx1"/>
              </a:solidFill>
            </a:endParaRPr>
          </a:p>
        </p:txBody>
      </p:sp>
      <p:grpSp>
        <p:nvGrpSpPr>
          <p:cNvPr id="7" name="组合 6"/>
          <p:cNvGrpSpPr/>
          <p:nvPr/>
        </p:nvGrpSpPr>
        <p:grpSpPr>
          <a:xfrm>
            <a:off x="7521396" y="783771"/>
            <a:ext cx="4114799" cy="4704913"/>
            <a:chOff x="7731903" y="783771"/>
            <a:chExt cx="4114799" cy="4704913"/>
          </a:xfrm>
        </p:grpSpPr>
        <p:sp>
          <p:nvSpPr>
            <p:cNvPr id="32" name="MH_Text_1"/>
            <p:cNvSpPr>
              <a:spLocks noChangeAspect="1"/>
            </p:cNvSpPr>
            <p:nvPr>
              <p:custDataLst>
                <p:tags r:id="rId6"/>
              </p:custDataLst>
            </p:nvPr>
          </p:nvSpPr>
          <p:spPr>
            <a:xfrm>
              <a:off x="7731903" y="783771"/>
              <a:ext cx="4114799" cy="4704913"/>
            </a:xfrm>
            <a:prstGeom prst="roundRect">
              <a:avLst>
                <a:gd name="adj" fmla="val 1429"/>
              </a:avLst>
            </a:prstGeom>
            <a:solidFill>
              <a:srgbClr val="F2F2F2"/>
            </a:solidFill>
            <a:ln w="3175">
              <a:solidFill>
                <a:srgbClr val="D5D5D5"/>
              </a:solidFill>
              <a:prstDash val="solid"/>
            </a:ln>
          </p:spPr>
          <p:style>
            <a:lnRef idx="1">
              <a:schemeClr val="accent6"/>
            </a:lnRef>
            <a:fillRef idx="0">
              <a:schemeClr val="accent6"/>
            </a:fillRef>
            <a:effectRef idx="0">
              <a:schemeClr val="accent6"/>
            </a:effectRef>
            <a:fontRef idx="minor">
              <a:schemeClr val="tx1"/>
            </a:fontRef>
          </p:style>
          <p:txBody>
            <a:bodyPr lIns="288000" tIns="720000" rIns="288000" bIns="360000" anchor="ctr">
              <a:noAutofit/>
            </a:bodyPr>
            <a:lstStyle/>
            <a:p>
              <a:pPr algn="just">
                <a:spcBef>
                  <a:spcPts val="600"/>
                </a:spcBef>
                <a:spcAft>
                  <a:spcPts val="600"/>
                </a:spcAft>
                <a:defRPr/>
              </a:pPr>
              <a:endParaRPr lang="zh-CN" altLang="en-US" sz="1400" dirty="0">
                <a:solidFill>
                  <a:srgbClr val="454545"/>
                </a:solidFill>
              </a:endParaRPr>
            </a:p>
          </p:txBody>
        </p:sp>
        <p:sp>
          <p:nvSpPr>
            <p:cNvPr id="33" name="MH_Text_1"/>
            <p:cNvSpPr>
              <a:spLocks noChangeAspect="1"/>
            </p:cNvSpPr>
            <p:nvPr>
              <p:custDataLst>
                <p:tags r:id="rId7"/>
              </p:custDataLst>
            </p:nvPr>
          </p:nvSpPr>
          <p:spPr>
            <a:xfrm>
              <a:off x="7906528" y="927916"/>
              <a:ext cx="3799840" cy="4284345"/>
            </a:xfrm>
            <a:prstGeom prst="roundRect">
              <a:avLst>
                <a:gd name="adj" fmla="val 1429"/>
              </a:avLst>
            </a:prstGeom>
          </p:spPr>
          <p:style>
            <a:lnRef idx="2">
              <a:schemeClr val="accent1">
                <a:shade val="50000"/>
              </a:schemeClr>
            </a:lnRef>
            <a:fillRef idx="1">
              <a:schemeClr val="accent1"/>
            </a:fillRef>
            <a:effectRef idx="0">
              <a:schemeClr val="accent1"/>
            </a:effectRef>
            <a:fontRef idx="minor">
              <a:schemeClr val="lt1"/>
            </a:fontRef>
          </p:style>
          <p:txBody>
            <a:bodyPr lIns="288000" tIns="180000" rIns="288000" bIns="180000" anchor="t">
              <a:noAutofit/>
            </a:bodyPr>
            <a:lstStyle/>
            <a:p>
              <a:pPr algn="just" fontAlgn="auto">
                <a:lnSpc>
                  <a:spcPts val="1960"/>
                </a:lnSpc>
                <a:spcBef>
                  <a:spcPts val="600"/>
                </a:spcBef>
                <a:spcAft>
                  <a:spcPts val="600"/>
                </a:spcAft>
                <a:defRPr/>
              </a:pPr>
              <a:r>
                <a:rPr lang="en-US" altLang="zh-CN" b="1" dirty="0" smtClean="0">
                  <a:solidFill>
                    <a:schemeClr val="bg1"/>
                  </a:solidFill>
                </a:rPr>
                <a:t>b</a:t>
              </a:r>
              <a:r>
                <a:rPr lang="en-US" altLang="zh-CN" sz="2400" b="1" dirty="0" smtClean="0">
                  <a:solidFill>
                    <a:schemeClr val="bg1"/>
                  </a:solidFill>
                </a:rPr>
                <a:t>egin	(</a:t>
              </a:r>
              <a:r>
                <a:rPr lang="zh-CN" altLang="en-US" sz="2400" b="1" dirty="0" smtClean="0">
                  <a:solidFill>
                    <a:schemeClr val="bg1"/>
                  </a:solidFill>
                </a:rPr>
                <a:t>算法开始</a:t>
              </a:r>
              <a:r>
                <a:rPr lang="en-US" altLang="zh-CN" sz="2400" b="1" dirty="0" smtClean="0">
                  <a:solidFill>
                    <a:schemeClr val="bg1"/>
                  </a:solidFill>
                </a:rPr>
                <a:t>)</a:t>
              </a:r>
              <a:endParaRPr lang="en-US" altLang="zh-CN" sz="2400" b="1" dirty="0" smtClean="0">
                <a:solidFill>
                  <a:schemeClr val="bg1"/>
                </a:solidFill>
              </a:endParaRPr>
            </a:p>
            <a:p>
              <a:pPr algn="just" fontAlgn="auto">
                <a:lnSpc>
                  <a:spcPts val="1960"/>
                </a:lnSpc>
                <a:spcBef>
                  <a:spcPts val="600"/>
                </a:spcBef>
                <a:spcAft>
                  <a:spcPts val="600"/>
                </a:spcAft>
                <a:defRPr/>
              </a:pPr>
              <a:r>
                <a:rPr lang="en-US" altLang="zh-CN" sz="2400" b="1" dirty="0" smtClean="0">
                  <a:solidFill>
                    <a:schemeClr val="bg1"/>
                  </a:solidFill>
                </a:rPr>
                <a:t>    1=&gt;p</a:t>
              </a:r>
              <a:endParaRPr lang="en-US" altLang="zh-CN" sz="2400" b="1" dirty="0" smtClean="0">
                <a:solidFill>
                  <a:schemeClr val="bg1"/>
                </a:solidFill>
              </a:endParaRPr>
            </a:p>
            <a:p>
              <a:pPr algn="just" fontAlgn="auto">
                <a:lnSpc>
                  <a:spcPts val="1960"/>
                </a:lnSpc>
                <a:spcBef>
                  <a:spcPts val="600"/>
                </a:spcBef>
                <a:spcAft>
                  <a:spcPts val="600"/>
                </a:spcAft>
                <a:defRPr/>
              </a:pPr>
              <a:r>
                <a:rPr lang="en-US" altLang="zh-CN" sz="2400" b="1" dirty="0">
                  <a:solidFill>
                    <a:schemeClr val="bg1"/>
                  </a:solidFill>
                </a:rPr>
                <a:t> </a:t>
              </a:r>
              <a:r>
                <a:rPr lang="en-US" altLang="zh-CN" sz="2400" b="1" dirty="0" smtClean="0">
                  <a:solidFill>
                    <a:schemeClr val="bg1"/>
                  </a:solidFill>
                </a:rPr>
                <a:t>   2=&gt;I</a:t>
              </a:r>
              <a:endParaRPr lang="en-US" altLang="zh-CN" sz="2400" b="1" dirty="0" smtClean="0">
                <a:solidFill>
                  <a:schemeClr val="bg1"/>
                </a:solidFill>
              </a:endParaRPr>
            </a:p>
            <a:p>
              <a:pPr algn="just" fontAlgn="auto">
                <a:lnSpc>
                  <a:spcPts val="1960"/>
                </a:lnSpc>
                <a:spcBef>
                  <a:spcPts val="600"/>
                </a:spcBef>
                <a:spcAft>
                  <a:spcPts val="600"/>
                </a:spcAft>
                <a:defRPr/>
              </a:pPr>
              <a:r>
                <a:rPr lang="en-US" altLang="zh-CN" sz="2400" b="1" dirty="0">
                  <a:solidFill>
                    <a:schemeClr val="bg1"/>
                  </a:solidFill>
                </a:rPr>
                <a:t> </a:t>
              </a:r>
              <a:r>
                <a:rPr lang="en-US" altLang="zh-CN" sz="2400" b="1" dirty="0" smtClean="0">
                  <a:solidFill>
                    <a:schemeClr val="bg1"/>
                  </a:solidFill>
                </a:rPr>
                <a:t>   while </a:t>
              </a:r>
              <a:r>
                <a:rPr lang="en-US" altLang="zh-CN" sz="2400" b="1" dirty="0" err="1" smtClean="0">
                  <a:solidFill>
                    <a:schemeClr val="bg1"/>
                  </a:solidFill>
                </a:rPr>
                <a:t>i</a:t>
              </a:r>
              <a:r>
                <a:rPr lang="zh-CN" altLang="en-US" sz="2400" b="1" dirty="0" smtClean="0">
                  <a:solidFill>
                    <a:schemeClr val="bg1"/>
                  </a:solidFill>
                </a:rPr>
                <a:t>≤</a:t>
              </a:r>
              <a:r>
                <a:rPr lang="en-US" altLang="zh-CN" sz="2400" b="1" dirty="0" smtClean="0">
                  <a:solidFill>
                    <a:schemeClr val="bg1"/>
                  </a:solidFill>
                </a:rPr>
                <a:t>5</a:t>
              </a:r>
              <a:endParaRPr lang="en-US" altLang="zh-CN" sz="2400" b="1" dirty="0" smtClean="0">
                <a:solidFill>
                  <a:schemeClr val="bg1"/>
                </a:solidFill>
              </a:endParaRPr>
            </a:p>
            <a:p>
              <a:pPr algn="just" fontAlgn="auto">
                <a:lnSpc>
                  <a:spcPts val="1960"/>
                </a:lnSpc>
                <a:spcBef>
                  <a:spcPts val="600"/>
                </a:spcBef>
                <a:spcAft>
                  <a:spcPts val="600"/>
                </a:spcAft>
                <a:defRPr/>
              </a:pPr>
              <a:r>
                <a:rPr lang="en-US" altLang="zh-CN" sz="2400" b="1" dirty="0">
                  <a:solidFill>
                    <a:schemeClr val="bg1"/>
                  </a:solidFill>
                </a:rPr>
                <a:t> </a:t>
              </a:r>
              <a:r>
                <a:rPr lang="en-US" altLang="zh-CN" sz="2400" b="1" dirty="0" smtClean="0">
                  <a:solidFill>
                    <a:schemeClr val="bg1"/>
                  </a:solidFill>
                </a:rPr>
                <a:t>   {    p*</a:t>
              </a:r>
              <a:r>
                <a:rPr lang="en-US" altLang="zh-CN" sz="2400" b="1" dirty="0" err="1" smtClean="0">
                  <a:solidFill>
                    <a:schemeClr val="bg1"/>
                  </a:solidFill>
                </a:rPr>
                <a:t>i</a:t>
              </a:r>
              <a:r>
                <a:rPr lang="en-US" altLang="zh-CN" sz="2400" b="1" dirty="0" smtClean="0">
                  <a:solidFill>
                    <a:schemeClr val="bg1"/>
                  </a:solidFill>
                </a:rPr>
                <a:t>=&gt;p</a:t>
              </a:r>
              <a:endParaRPr lang="en-US" altLang="zh-CN" sz="2400" b="1" dirty="0" smtClean="0">
                <a:solidFill>
                  <a:schemeClr val="bg1"/>
                </a:solidFill>
              </a:endParaRPr>
            </a:p>
            <a:p>
              <a:pPr algn="just" fontAlgn="auto">
                <a:lnSpc>
                  <a:spcPts val="1960"/>
                </a:lnSpc>
                <a:spcBef>
                  <a:spcPts val="600"/>
                </a:spcBef>
                <a:spcAft>
                  <a:spcPts val="600"/>
                </a:spcAft>
                <a:defRPr/>
              </a:pPr>
              <a:r>
                <a:rPr lang="en-US" altLang="zh-CN" sz="2400" b="1" dirty="0">
                  <a:solidFill>
                    <a:schemeClr val="bg1"/>
                  </a:solidFill>
                </a:rPr>
                <a:t> </a:t>
              </a:r>
              <a:r>
                <a:rPr lang="en-US" altLang="zh-CN" sz="2400" b="1" dirty="0" smtClean="0">
                  <a:solidFill>
                    <a:schemeClr val="bg1"/>
                  </a:solidFill>
                </a:rPr>
                <a:t>        i+1=&gt;I</a:t>
              </a:r>
              <a:endParaRPr lang="en-US" altLang="zh-CN" sz="2400" b="1" dirty="0" smtClean="0">
                <a:solidFill>
                  <a:schemeClr val="bg1"/>
                </a:solidFill>
              </a:endParaRPr>
            </a:p>
            <a:p>
              <a:pPr algn="just" fontAlgn="auto">
                <a:lnSpc>
                  <a:spcPts val="1960"/>
                </a:lnSpc>
                <a:spcBef>
                  <a:spcPts val="600"/>
                </a:spcBef>
                <a:spcAft>
                  <a:spcPts val="600"/>
                </a:spcAft>
                <a:defRPr/>
              </a:pPr>
              <a:r>
                <a:rPr lang="en-US" altLang="zh-CN" sz="2400" b="1" dirty="0">
                  <a:solidFill>
                    <a:schemeClr val="bg1"/>
                  </a:solidFill>
                </a:rPr>
                <a:t> </a:t>
              </a:r>
              <a:r>
                <a:rPr lang="en-US" altLang="zh-CN" sz="2400" b="1" dirty="0" smtClean="0">
                  <a:solidFill>
                    <a:schemeClr val="bg1"/>
                  </a:solidFill>
                </a:rPr>
                <a:t>   }</a:t>
              </a:r>
              <a:endParaRPr lang="en-US" altLang="zh-CN" sz="2400" b="1" dirty="0" smtClean="0">
                <a:solidFill>
                  <a:schemeClr val="bg1"/>
                </a:solidFill>
              </a:endParaRPr>
            </a:p>
            <a:p>
              <a:pPr algn="just" fontAlgn="auto">
                <a:lnSpc>
                  <a:spcPts val="1960"/>
                </a:lnSpc>
                <a:spcBef>
                  <a:spcPts val="600"/>
                </a:spcBef>
                <a:spcAft>
                  <a:spcPts val="600"/>
                </a:spcAft>
                <a:defRPr/>
              </a:pPr>
              <a:r>
                <a:rPr lang="en-US" altLang="zh-CN" sz="2400" b="1" dirty="0">
                  <a:solidFill>
                    <a:schemeClr val="bg1"/>
                  </a:solidFill>
                </a:rPr>
                <a:t> </a:t>
              </a:r>
              <a:r>
                <a:rPr lang="en-US" altLang="zh-CN" sz="2400" b="1" dirty="0" smtClean="0">
                  <a:solidFill>
                    <a:schemeClr val="bg1"/>
                  </a:solidFill>
                </a:rPr>
                <a:t>   print p</a:t>
              </a:r>
              <a:endParaRPr lang="en-US" altLang="zh-CN" sz="2400" b="1" dirty="0" smtClean="0">
                <a:solidFill>
                  <a:schemeClr val="bg1"/>
                </a:solidFill>
              </a:endParaRPr>
            </a:p>
            <a:p>
              <a:pPr algn="just" fontAlgn="auto">
                <a:lnSpc>
                  <a:spcPts val="1960"/>
                </a:lnSpc>
                <a:spcBef>
                  <a:spcPts val="600"/>
                </a:spcBef>
                <a:spcAft>
                  <a:spcPts val="600"/>
                </a:spcAft>
                <a:defRPr/>
              </a:pPr>
              <a:r>
                <a:rPr lang="en-US" altLang="zh-CN" sz="2400" b="1" dirty="0" smtClean="0">
                  <a:solidFill>
                    <a:schemeClr val="bg1"/>
                  </a:solidFill>
                </a:rPr>
                <a:t>end	(</a:t>
              </a:r>
              <a:r>
                <a:rPr lang="zh-CN" altLang="en-US" sz="2400" b="1" dirty="0" smtClean="0">
                  <a:solidFill>
                    <a:schemeClr val="bg1"/>
                  </a:solidFill>
                </a:rPr>
                <a:t>算法结束</a:t>
              </a:r>
              <a:r>
                <a:rPr lang="en-US" altLang="zh-CN" sz="2400" b="1" dirty="0" smtClean="0">
                  <a:solidFill>
                    <a:schemeClr val="bg1"/>
                  </a:solidFill>
                </a:rPr>
                <a:t>)</a:t>
              </a:r>
              <a:endParaRPr lang="en-US" altLang="zh-CN" sz="2400" b="1" dirty="0" smtClean="0">
                <a:solidFill>
                  <a:schemeClr val="bg1"/>
                </a:solidFill>
              </a:endParaRPr>
            </a:p>
          </p:txBody>
        </p:sp>
        <p:sp>
          <p:nvSpPr>
            <p:cNvPr id="5" name="文本框 4"/>
            <p:cNvSpPr txBox="1"/>
            <p:nvPr/>
          </p:nvSpPr>
          <p:spPr>
            <a:xfrm>
              <a:off x="10057908" y="4677591"/>
              <a:ext cx="1506220" cy="521970"/>
            </a:xfrm>
            <a:prstGeom prst="rect">
              <a:avLst/>
            </a:prstGeom>
            <a:noFill/>
          </p:spPr>
          <p:txBody>
            <a:bodyPr wrap="square" rtlCol="0">
              <a:spAutoFit/>
            </a:bodyPr>
            <a:lstStyle/>
            <a:p>
              <a:pPr algn="dist"/>
              <a:r>
                <a:rPr lang="zh-CN" altLang="en-US" sz="2800" b="1" dirty="0" smtClean="0">
                  <a:solidFill>
                    <a:schemeClr val="tx1"/>
                  </a:solidFill>
                  <a:latin typeface="幼圆" panose="02010509060101010101" charset="-122"/>
                  <a:ea typeface="幼圆" panose="02010509060101010101" charset="-122"/>
                </a:rPr>
                <a:t>伪代码</a:t>
              </a:r>
              <a:endParaRPr lang="zh-CN" altLang="en-US" sz="2800" b="1" dirty="0" smtClean="0">
                <a:solidFill>
                  <a:schemeClr val="tx1"/>
                </a:solidFill>
                <a:latin typeface="幼圆" panose="02010509060101010101" charset="-122"/>
                <a:ea typeface="幼圆" panose="02010509060101010101" charset="-122"/>
              </a:endParaRPr>
            </a:p>
          </p:txBody>
        </p:sp>
      </p:gr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算法的流程图表示举例</a:t>
            </a:r>
            <a:endParaRPr lang="zh-CN" altLang="en-US" dirty="0"/>
          </a:p>
        </p:txBody>
      </p:sp>
      <mc:AlternateContent xmlns:mc="http://schemas.openxmlformats.org/markup-compatibility/2006">
        <mc:Choice xmlns:a14="http://schemas.microsoft.com/office/drawing/2010/main" Requires="a14">
          <p:sp>
            <p:nvSpPr>
              <p:cNvPr id="3" name="内容占位符 2"/>
              <p:cNvSpPr>
                <a:spLocks noGrp="1"/>
              </p:cNvSpPr>
              <p:nvPr>
                <p:ph idx="1"/>
              </p:nvPr>
            </p:nvSpPr>
            <p:spPr>
              <a:xfrm>
                <a:off x="653651" y="1545182"/>
                <a:ext cx="8286750" cy="589584"/>
              </a:xfrm>
            </p:spPr>
            <p:txBody>
              <a:bodyPr>
                <a:noAutofit/>
              </a:bodyPr>
              <a:lstStyle/>
              <a:p>
                <a:pPr marL="0" indent="0">
                  <a:lnSpc>
                    <a:spcPct val="120000"/>
                  </a:lnSpc>
                  <a:buNone/>
                </a:pPr>
                <a:r>
                  <a:rPr lang="en-US" altLang="zh-CN" sz="2400" dirty="0" smtClean="0">
                    <a:solidFill>
                      <a:schemeClr val="accent1"/>
                    </a:solidFill>
                  </a:rPr>
                  <a:t>【</a:t>
                </a:r>
                <a:r>
                  <a:rPr lang="zh-CN" altLang="en-US" sz="2400" dirty="0" smtClean="0">
                    <a:solidFill>
                      <a:schemeClr val="accent1"/>
                    </a:solidFill>
                  </a:rPr>
                  <a:t>例</a:t>
                </a:r>
                <a:r>
                  <a:rPr lang="en-US" altLang="zh-CN" sz="2400" dirty="0" smtClean="0">
                    <a:solidFill>
                      <a:schemeClr val="accent1"/>
                    </a:solidFill>
                  </a:rPr>
                  <a:t>2.17】</a:t>
                </a:r>
                <a:r>
                  <a:rPr lang="zh-CN" altLang="en-US" sz="2400" dirty="0">
                    <a:solidFill>
                      <a:schemeClr val="accent1"/>
                    </a:solidFill>
                  </a:rPr>
                  <a:t>求 </a:t>
                </a:r>
                <a14:m>
                  <m:oMath xmlns:m="http://schemas.openxmlformats.org/officeDocument/2006/math">
                    <m:r>
                      <a:rPr lang="en-US" altLang="zh-CN" sz="2400">
                        <a:solidFill>
                          <a:schemeClr val="accent1"/>
                        </a:solidFill>
                        <a:latin typeface="Cambria Math" panose="02040503050406030204" pitchFamily="18" charset="0"/>
                      </a:rPr>
                      <m:t>1</m:t>
                    </m:r>
                    <m:r>
                      <a:rPr lang="zh-CN" altLang="en-US" sz="2400" i="1">
                        <a:solidFill>
                          <a:schemeClr val="accent1"/>
                        </a:solidFill>
                        <a:latin typeface="Cambria Math" panose="02040503050406030204" pitchFamily="18" charset="0"/>
                      </a:rPr>
                      <m:t>−</m:t>
                    </m:r>
                    <m:f>
                      <m:fPr>
                        <m:ctrlPr>
                          <a:rPr lang="zh-CN" altLang="zh-CN" sz="2400" i="1">
                            <a:solidFill>
                              <a:schemeClr val="accent1"/>
                            </a:solidFill>
                            <a:latin typeface="Cambria Math" panose="02040503050406030204" pitchFamily="18" charset="0"/>
                          </a:rPr>
                        </m:ctrlPr>
                      </m:fPr>
                      <m:num>
                        <m:r>
                          <a:rPr lang="en-US" altLang="zh-CN" sz="2400">
                            <a:solidFill>
                              <a:schemeClr val="accent1"/>
                            </a:solidFill>
                            <a:latin typeface="Cambria Math" panose="02040503050406030204" pitchFamily="18" charset="0"/>
                          </a:rPr>
                          <m:t>1</m:t>
                        </m:r>
                      </m:num>
                      <m:den>
                        <m:r>
                          <a:rPr lang="en-US" altLang="zh-CN" sz="2400">
                            <a:solidFill>
                              <a:schemeClr val="accent1"/>
                            </a:solidFill>
                            <a:latin typeface="Cambria Math" panose="02040503050406030204" pitchFamily="18" charset="0"/>
                          </a:rPr>
                          <m:t>2</m:t>
                        </m:r>
                      </m:den>
                    </m:f>
                    <m:r>
                      <a:rPr lang="en-US" altLang="zh-CN" sz="2400" i="1">
                        <a:solidFill>
                          <a:schemeClr val="accent1"/>
                        </a:solidFill>
                        <a:latin typeface="Cambria Math" panose="02040503050406030204" pitchFamily="18" charset="0"/>
                      </a:rPr>
                      <m:t>+</m:t>
                    </m:r>
                    <m:f>
                      <m:fPr>
                        <m:ctrlPr>
                          <a:rPr lang="zh-CN" altLang="zh-CN" sz="2400" i="1">
                            <a:solidFill>
                              <a:schemeClr val="accent1"/>
                            </a:solidFill>
                            <a:latin typeface="Cambria Math" panose="02040503050406030204" pitchFamily="18" charset="0"/>
                          </a:rPr>
                        </m:ctrlPr>
                      </m:fPr>
                      <m:num>
                        <m:r>
                          <a:rPr lang="en-US" altLang="zh-CN" sz="2400" i="1">
                            <a:solidFill>
                              <a:schemeClr val="accent1"/>
                            </a:solidFill>
                            <a:latin typeface="Cambria Math" panose="02040503050406030204" pitchFamily="18" charset="0"/>
                          </a:rPr>
                          <m:t>1</m:t>
                        </m:r>
                      </m:num>
                      <m:den>
                        <m:r>
                          <a:rPr lang="en-US" altLang="zh-CN" sz="2400" i="1">
                            <a:solidFill>
                              <a:schemeClr val="accent1"/>
                            </a:solidFill>
                            <a:latin typeface="Cambria Math" panose="02040503050406030204" pitchFamily="18" charset="0"/>
                          </a:rPr>
                          <m:t>3</m:t>
                        </m:r>
                      </m:den>
                    </m:f>
                    <m:r>
                      <a:rPr lang="zh-CN" altLang="en-US" sz="2400" i="1">
                        <a:solidFill>
                          <a:schemeClr val="accent1"/>
                        </a:solidFill>
                        <a:latin typeface="Cambria Math" panose="02040503050406030204" pitchFamily="18" charset="0"/>
                      </a:rPr>
                      <m:t>−</m:t>
                    </m:r>
                    <m:f>
                      <m:fPr>
                        <m:ctrlPr>
                          <a:rPr lang="zh-CN" altLang="zh-CN" sz="2400" i="1">
                            <a:solidFill>
                              <a:schemeClr val="accent1"/>
                            </a:solidFill>
                            <a:latin typeface="Cambria Math" panose="02040503050406030204" pitchFamily="18" charset="0"/>
                          </a:rPr>
                        </m:ctrlPr>
                      </m:fPr>
                      <m:num>
                        <m:r>
                          <a:rPr lang="en-US" altLang="zh-CN" sz="2400" i="1">
                            <a:solidFill>
                              <a:schemeClr val="accent1"/>
                            </a:solidFill>
                            <a:latin typeface="Cambria Math" panose="02040503050406030204" pitchFamily="18" charset="0"/>
                          </a:rPr>
                          <m:t>1</m:t>
                        </m:r>
                      </m:num>
                      <m:den>
                        <m:r>
                          <a:rPr lang="en-US" altLang="zh-CN" sz="2400" i="1">
                            <a:solidFill>
                              <a:schemeClr val="accent1"/>
                            </a:solidFill>
                            <a:latin typeface="Cambria Math" panose="02040503050406030204" pitchFamily="18" charset="0"/>
                          </a:rPr>
                          <m:t>4</m:t>
                        </m:r>
                      </m:den>
                    </m:f>
                    <m:r>
                      <a:rPr lang="en-US" altLang="zh-CN" sz="2400" i="1">
                        <a:solidFill>
                          <a:schemeClr val="accent1"/>
                        </a:solidFill>
                        <a:latin typeface="Cambria Math" panose="02040503050406030204" pitchFamily="18" charset="0"/>
                      </a:rPr>
                      <m:t>+⋯+</m:t>
                    </m:r>
                    <m:f>
                      <m:fPr>
                        <m:ctrlPr>
                          <a:rPr lang="zh-CN" altLang="zh-CN" sz="2400" i="1">
                            <a:solidFill>
                              <a:schemeClr val="accent1"/>
                            </a:solidFill>
                            <a:latin typeface="Cambria Math" panose="02040503050406030204" pitchFamily="18" charset="0"/>
                          </a:rPr>
                        </m:ctrlPr>
                      </m:fPr>
                      <m:num>
                        <m:r>
                          <a:rPr lang="en-US" altLang="zh-CN" sz="2400" i="1">
                            <a:solidFill>
                              <a:schemeClr val="accent1"/>
                            </a:solidFill>
                            <a:latin typeface="Cambria Math" panose="02040503050406030204" pitchFamily="18" charset="0"/>
                          </a:rPr>
                          <m:t>1</m:t>
                        </m:r>
                      </m:num>
                      <m:den>
                        <m:r>
                          <a:rPr lang="en-US" altLang="zh-CN" sz="2400" i="1">
                            <a:solidFill>
                              <a:schemeClr val="accent1"/>
                            </a:solidFill>
                            <a:latin typeface="Cambria Math" panose="02040503050406030204" pitchFamily="18" charset="0"/>
                          </a:rPr>
                          <m:t>99</m:t>
                        </m:r>
                      </m:den>
                    </m:f>
                    <m:r>
                      <a:rPr lang="zh-CN" altLang="en-US" sz="2400" i="1">
                        <a:solidFill>
                          <a:schemeClr val="accent1"/>
                        </a:solidFill>
                        <a:latin typeface="Cambria Math" panose="02040503050406030204" pitchFamily="18" charset="0"/>
                      </a:rPr>
                      <m:t>−</m:t>
                    </m:r>
                    <m:f>
                      <m:fPr>
                        <m:ctrlPr>
                          <a:rPr lang="zh-CN" altLang="zh-CN" sz="2400" i="1">
                            <a:solidFill>
                              <a:schemeClr val="accent1"/>
                            </a:solidFill>
                            <a:latin typeface="Cambria Math" panose="02040503050406030204" pitchFamily="18" charset="0"/>
                          </a:rPr>
                        </m:ctrlPr>
                      </m:fPr>
                      <m:num>
                        <m:r>
                          <a:rPr lang="en-US" altLang="zh-CN" sz="2400" i="1">
                            <a:solidFill>
                              <a:schemeClr val="accent1"/>
                            </a:solidFill>
                            <a:latin typeface="Cambria Math" panose="02040503050406030204" pitchFamily="18" charset="0"/>
                          </a:rPr>
                          <m:t>1</m:t>
                        </m:r>
                      </m:num>
                      <m:den>
                        <m:r>
                          <a:rPr lang="en-US" altLang="zh-CN" sz="2400" i="1">
                            <a:solidFill>
                              <a:schemeClr val="accent1"/>
                            </a:solidFill>
                            <a:latin typeface="Cambria Math" panose="02040503050406030204" pitchFamily="18" charset="0"/>
                          </a:rPr>
                          <m:t>100</m:t>
                        </m:r>
                      </m:den>
                    </m:f>
                  </m:oMath>
                </a14:m>
                <a:r>
                  <a:rPr lang="zh-CN" altLang="en-US" sz="2400" dirty="0">
                    <a:solidFill>
                      <a:schemeClr val="accent1"/>
                    </a:solidFill>
                  </a:rPr>
                  <a:t>，用伪代码表示</a:t>
                </a:r>
                <a:r>
                  <a:rPr lang="zh-CN" altLang="en-US" sz="2400" dirty="0" smtClean="0">
                    <a:solidFill>
                      <a:schemeClr val="accent1"/>
                    </a:solidFill>
                  </a:rPr>
                  <a:t>。</a:t>
                </a:r>
                <a:endParaRPr lang="en-US" altLang="zh-CN" sz="2400" dirty="0" smtClean="0">
                  <a:solidFill>
                    <a:schemeClr val="accent1"/>
                  </a:solidFill>
                </a:endParaRPr>
              </a:p>
            </p:txBody>
          </p:sp>
        </mc:Choice>
        <mc:Fallback>
          <p:sp>
            <p:nvSpPr>
              <p:cNvPr id="3" name="内容占位符 2"/>
              <p:cNvSpPr>
                <a:spLocks noGrp="1" noRot="1" noChangeAspect="1" noMove="1" noResize="1" noEditPoints="1" noAdjustHandles="1" noChangeArrowheads="1" noChangeShapeType="1" noTextEdit="1"/>
              </p:cNvSpPr>
              <p:nvPr>
                <p:ph idx="1"/>
              </p:nvPr>
            </p:nvSpPr>
            <p:spPr>
              <a:xfrm>
                <a:off x="205105" y="1544955"/>
                <a:ext cx="8795385" cy="694055"/>
              </a:xfrm>
              <a:blipFill rotWithShape="1">
                <a:blip r:embed="rId1"/>
                <a:stretch>
                  <a:fillRect l="-1103" b="-25773"/>
                </a:stretch>
              </a:blipFill>
            </p:spPr>
            <p:txBody>
              <a:bodyPr/>
              <a:lstStyle/>
              <a:p>
                <a:r>
                  <a:rPr lang="zh-CN" altLang="en-US">
                    <a:noFill/>
                  </a:rPr>
                  <a:t> </a:t>
                </a:r>
                <a:endParaRPr lang="zh-CN" altLang="en-US">
                  <a:noFill/>
                </a:endParaRPr>
              </a:p>
            </p:txBody>
          </p:sp>
        </mc:Fallback>
      </mc:AlternateContent>
      <p:grpSp>
        <p:nvGrpSpPr>
          <p:cNvPr id="7" name="组合 6"/>
          <p:cNvGrpSpPr/>
          <p:nvPr/>
        </p:nvGrpSpPr>
        <p:grpSpPr>
          <a:xfrm>
            <a:off x="8434443" y="292172"/>
            <a:ext cx="3549470" cy="6343015"/>
            <a:chOff x="7731903" y="783771"/>
            <a:chExt cx="4114799" cy="5183134"/>
          </a:xfrm>
        </p:grpSpPr>
        <p:sp>
          <p:nvSpPr>
            <p:cNvPr id="32" name="MH_Text_1"/>
            <p:cNvSpPr>
              <a:spLocks noChangeAspect="1"/>
            </p:cNvSpPr>
            <p:nvPr>
              <p:custDataLst>
                <p:tags r:id="rId2"/>
              </p:custDataLst>
            </p:nvPr>
          </p:nvSpPr>
          <p:spPr>
            <a:xfrm>
              <a:off x="7731903" y="783771"/>
              <a:ext cx="4114799" cy="4464999"/>
            </a:xfrm>
            <a:prstGeom prst="roundRect">
              <a:avLst>
                <a:gd name="adj" fmla="val 1429"/>
              </a:avLst>
            </a:prstGeom>
            <a:solidFill>
              <a:srgbClr val="F2F2F2"/>
            </a:solidFill>
            <a:ln w="3175">
              <a:solidFill>
                <a:srgbClr val="D5D5D5"/>
              </a:solidFill>
              <a:prstDash val="solid"/>
            </a:ln>
          </p:spPr>
          <p:style>
            <a:lnRef idx="1">
              <a:schemeClr val="accent6"/>
            </a:lnRef>
            <a:fillRef idx="0">
              <a:schemeClr val="accent6"/>
            </a:fillRef>
            <a:effectRef idx="0">
              <a:schemeClr val="accent6"/>
            </a:effectRef>
            <a:fontRef idx="minor">
              <a:schemeClr val="tx1"/>
            </a:fontRef>
          </p:style>
          <p:txBody>
            <a:bodyPr lIns="288000" tIns="720000" rIns="288000" bIns="360000" anchor="ctr">
              <a:noAutofit/>
            </a:bodyPr>
            <a:lstStyle/>
            <a:p>
              <a:pPr algn="just">
                <a:spcBef>
                  <a:spcPts val="600"/>
                </a:spcBef>
                <a:spcAft>
                  <a:spcPts val="600"/>
                </a:spcAft>
                <a:defRPr/>
              </a:pPr>
              <a:endParaRPr lang="zh-CN" altLang="en-US" sz="1400" dirty="0">
                <a:solidFill>
                  <a:srgbClr val="454545"/>
                </a:solidFill>
              </a:endParaRPr>
            </a:p>
          </p:txBody>
        </p:sp>
        <p:sp>
          <p:nvSpPr>
            <p:cNvPr id="33" name="MH_Text_1"/>
            <p:cNvSpPr>
              <a:spLocks noChangeAspect="1"/>
            </p:cNvSpPr>
            <p:nvPr>
              <p:custDataLst>
                <p:tags r:id="rId3"/>
              </p:custDataLst>
            </p:nvPr>
          </p:nvSpPr>
          <p:spPr>
            <a:xfrm>
              <a:off x="7906368" y="928021"/>
              <a:ext cx="3799941" cy="5038884"/>
            </a:xfrm>
            <a:prstGeom prst="roundRect">
              <a:avLst>
                <a:gd name="adj" fmla="val 1429"/>
              </a:avLst>
            </a:prstGeom>
          </p:spPr>
          <p:style>
            <a:lnRef idx="2">
              <a:schemeClr val="accent1">
                <a:shade val="50000"/>
              </a:schemeClr>
            </a:lnRef>
            <a:fillRef idx="1">
              <a:schemeClr val="accent1"/>
            </a:fillRef>
            <a:effectRef idx="0">
              <a:schemeClr val="accent1"/>
            </a:effectRef>
            <a:fontRef idx="minor">
              <a:schemeClr val="lt1"/>
            </a:fontRef>
          </p:style>
          <p:txBody>
            <a:bodyPr lIns="288000" tIns="180000" rIns="288000" bIns="180000" anchor="t">
              <a:noAutofit/>
            </a:bodyPr>
            <a:lstStyle/>
            <a:p>
              <a:pPr algn="just">
                <a:spcBef>
                  <a:spcPts val="600"/>
                </a:spcBef>
                <a:spcAft>
                  <a:spcPts val="600"/>
                </a:spcAft>
                <a:defRPr/>
              </a:pPr>
              <a:r>
                <a:rPr lang="en-US" altLang="zh-CN" sz="1800" b="1" dirty="0" smtClean="0">
                  <a:solidFill>
                    <a:schemeClr val="bg1"/>
                  </a:solidFill>
                </a:rPr>
                <a:t>begin	(算法开始)</a:t>
              </a:r>
              <a:endParaRPr lang="en-US" altLang="zh-CN" sz="1800" b="1" dirty="0" smtClean="0">
                <a:solidFill>
                  <a:schemeClr val="bg1"/>
                </a:solidFill>
              </a:endParaRPr>
            </a:p>
            <a:p>
              <a:pPr algn="just">
                <a:spcBef>
                  <a:spcPts val="600"/>
                </a:spcBef>
                <a:spcAft>
                  <a:spcPts val="600"/>
                </a:spcAft>
                <a:defRPr/>
              </a:pPr>
              <a:r>
                <a:rPr lang="en-US" altLang="zh-CN" sz="1800" b="1" dirty="0" smtClean="0">
                  <a:solidFill>
                    <a:schemeClr val="bg1"/>
                  </a:solidFill>
                </a:rPr>
                <a:t>    1=&gt;sign</a:t>
              </a:r>
              <a:endParaRPr lang="en-US" altLang="zh-CN" sz="1800" b="1" dirty="0" smtClean="0">
                <a:solidFill>
                  <a:schemeClr val="bg1"/>
                </a:solidFill>
              </a:endParaRPr>
            </a:p>
            <a:p>
              <a:pPr algn="just">
                <a:spcBef>
                  <a:spcPts val="600"/>
                </a:spcBef>
                <a:spcAft>
                  <a:spcPts val="600"/>
                </a:spcAft>
                <a:defRPr/>
              </a:pPr>
              <a:r>
                <a:rPr lang="en-US" altLang="zh-CN" sz="1800" b="1" dirty="0" smtClean="0">
                  <a:solidFill>
                    <a:schemeClr val="bg1"/>
                  </a:solidFill>
                </a:rPr>
                <a:t>    1=&gt;sum</a:t>
              </a:r>
              <a:endParaRPr lang="en-US" altLang="zh-CN" sz="1800" b="1" dirty="0" smtClean="0">
                <a:solidFill>
                  <a:schemeClr val="bg1"/>
                </a:solidFill>
              </a:endParaRPr>
            </a:p>
            <a:p>
              <a:pPr algn="just">
                <a:spcBef>
                  <a:spcPts val="600"/>
                </a:spcBef>
                <a:spcAft>
                  <a:spcPts val="600"/>
                </a:spcAft>
                <a:defRPr/>
              </a:pPr>
              <a:r>
                <a:rPr lang="en-US" altLang="zh-CN" sz="1800" b="1" dirty="0" smtClean="0">
                  <a:solidFill>
                    <a:schemeClr val="bg1"/>
                  </a:solidFill>
                </a:rPr>
                <a:t>    2=&gt;deno</a:t>
              </a:r>
              <a:endParaRPr lang="en-US" altLang="zh-CN" sz="1800" b="1" dirty="0" smtClean="0">
                <a:solidFill>
                  <a:schemeClr val="bg1"/>
                </a:solidFill>
              </a:endParaRPr>
            </a:p>
            <a:p>
              <a:pPr algn="just">
                <a:spcBef>
                  <a:spcPts val="600"/>
                </a:spcBef>
                <a:spcAft>
                  <a:spcPts val="600"/>
                </a:spcAft>
                <a:defRPr/>
              </a:pPr>
              <a:r>
                <a:rPr lang="en-US" altLang="zh-CN" sz="1800" b="1" dirty="0" smtClean="0">
                  <a:solidFill>
                    <a:schemeClr val="bg1"/>
                  </a:solidFill>
                </a:rPr>
                <a:t>    while deno≤100</a:t>
              </a:r>
              <a:endParaRPr lang="en-US" altLang="zh-CN" sz="1800" b="1" dirty="0" smtClean="0">
                <a:solidFill>
                  <a:schemeClr val="bg1"/>
                </a:solidFill>
              </a:endParaRPr>
            </a:p>
            <a:p>
              <a:pPr algn="just">
                <a:spcBef>
                  <a:spcPts val="600"/>
                </a:spcBef>
                <a:spcAft>
                  <a:spcPts val="600"/>
                </a:spcAft>
                <a:defRPr/>
              </a:pPr>
              <a:r>
                <a:rPr lang="en-US" altLang="zh-CN" sz="1800" b="1" dirty="0" smtClean="0">
                  <a:solidFill>
                    <a:schemeClr val="bg1"/>
                  </a:solidFill>
                </a:rPr>
                <a:t>    {</a:t>
              </a:r>
              <a:endParaRPr lang="en-US" altLang="zh-CN" sz="1800" b="1" dirty="0" smtClean="0">
                <a:solidFill>
                  <a:schemeClr val="bg1"/>
                </a:solidFill>
              </a:endParaRPr>
            </a:p>
            <a:p>
              <a:pPr algn="just">
                <a:spcBef>
                  <a:spcPts val="600"/>
                </a:spcBef>
                <a:spcAft>
                  <a:spcPts val="600"/>
                </a:spcAft>
                <a:defRPr/>
              </a:pPr>
              <a:r>
                <a:rPr lang="en-US" altLang="zh-CN" sz="1800" b="1" dirty="0" smtClean="0">
                  <a:solidFill>
                    <a:schemeClr val="bg1"/>
                  </a:solidFill>
                </a:rPr>
                <a:t>    (-1)*sign=&gt;sign</a:t>
              </a:r>
              <a:endParaRPr lang="en-US" altLang="zh-CN" sz="1800" b="1" dirty="0" smtClean="0">
                <a:solidFill>
                  <a:schemeClr val="bg1"/>
                </a:solidFill>
              </a:endParaRPr>
            </a:p>
            <a:p>
              <a:pPr algn="just">
                <a:spcBef>
                  <a:spcPts val="600"/>
                </a:spcBef>
                <a:spcAft>
                  <a:spcPts val="600"/>
                </a:spcAft>
                <a:defRPr/>
              </a:pPr>
              <a:r>
                <a:rPr lang="en-US" altLang="zh-CN" sz="1800" b="1" dirty="0" smtClean="0">
                  <a:solidFill>
                    <a:schemeClr val="bg1"/>
                  </a:solidFill>
                </a:rPr>
                <a:t>    sign*(1/deno)=&gt;term</a:t>
              </a:r>
              <a:endParaRPr lang="en-US" altLang="zh-CN" sz="1800" b="1" dirty="0" smtClean="0">
                <a:solidFill>
                  <a:schemeClr val="bg1"/>
                </a:solidFill>
              </a:endParaRPr>
            </a:p>
            <a:p>
              <a:pPr algn="just">
                <a:spcBef>
                  <a:spcPts val="600"/>
                </a:spcBef>
                <a:spcAft>
                  <a:spcPts val="600"/>
                </a:spcAft>
                <a:defRPr/>
              </a:pPr>
              <a:r>
                <a:rPr lang="en-US" altLang="zh-CN" sz="1800" b="1" dirty="0" smtClean="0">
                  <a:solidFill>
                    <a:schemeClr val="bg1"/>
                  </a:solidFill>
                </a:rPr>
                <a:t>     sum+term=&gt;sum</a:t>
              </a:r>
              <a:endParaRPr lang="en-US" altLang="zh-CN" sz="1800" b="1" dirty="0" smtClean="0">
                <a:solidFill>
                  <a:schemeClr val="bg1"/>
                </a:solidFill>
              </a:endParaRPr>
            </a:p>
            <a:p>
              <a:pPr algn="just">
                <a:spcBef>
                  <a:spcPts val="600"/>
                </a:spcBef>
                <a:spcAft>
                  <a:spcPts val="600"/>
                </a:spcAft>
                <a:defRPr/>
              </a:pPr>
              <a:r>
                <a:rPr lang="en-US" altLang="zh-CN" sz="1800" b="1" dirty="0" smtClean="0">
                  <a:solidFill>
                    <a:schemeClr val="bg1"/>
                  </a:solidFill>
                </a:rPr>
                <a:t>     deno+1=&gt;deno</a:t>
              </a:r>
              <a:endParaRPr lang="en-US" altLang="zh-CN" sz="1800" b="1" dirty="0" smtClean="0">
                <a:solidFill>
                  <a:schemeClr val="bg1"/>
                </a:solidFill>
              </a:endParaRPr>
            </a:p>
            <a:p>
              <a:pPr algn="just">
                <a:spcBef>
                  <a:spcPts val="600"/>
                </a:spcBef>
                <a:spcAft>
                  <a:spcPts val="600"/>
                </a:spcAft>
                <a:defRPr/>
              </a:pPr>
              <a:r>
                <a:rPr lang="en-US" altLang="zh-CN" sz="1800" b="1" dirty="0" smtClean="0">
                  <a:solidFill>
                    <a:schemeClr val="bg1"/>
                  </a:solidFill>
                </a:rPr>
                <a:t>    }</a:t>
              </a:r>
              <a:endParaRPr lang="en-US" altLang="zh-CN" sz="1800" b="1" dirty="0" smtClean="0">
                <a:solidFill>
                  <a:schemeClr val="bg1"/>
                </a:solidFill>
              </a:endParaRPr>
            </a:p>
            <a:p>
              <a:pPr algn="just">
                <a:spcBef>
                  <a:spcPts val="600"/>
                </a:spcBef>
                <a:spcAft>
                  <a:spcPts val="600"/>
                </a:spcAft>
                <a:defRPr/>
              </a:pPr>
              <a:r>
                <a:rPr lang="en-US" altLang="zh-CN" sz="1800" b="1" dirty="0" smtClean="0">
                  <a:solidFill>
                    <a:schemeClr val="bg1"/>
                  </a:solidFill>
                </a:rPr>
                <a:t>    print sum</a:t>
              </a:r>
              <a:endParaRPr lang="en-US" altLang="zh-CN" sz="1800" b="1" dirty="0" smtClean="0">
                <a:solidFill>
                  <a:schemeClr val="bg1"/>
                </a:solidFill>
              </a:endParaRPr>
            </a:p>
            <a:p>
              <a:pPr algn="just">
                <a:spcBef>
                  <a:spcPts val="600"/>
                </a:spcBef>
                <a:spcAft>
                  <a:spcPts val="600"/>
                </a:spcAft>
                <a:defRPr/>
              </a:pPr>
              <a:r>
                <a:rPr lang="en-US" altLang="zh-CN" sz="1800" b="1" dirty="0" smtClean="0">
                  <a:solidFill>
                    <a:schemeClr val="bg1"/>
                  </a:solidFill>
                </a:rPr>
                <a:t>end	(算法结束)</a:t>
              </a:r>
              <a:endParaRPr lang="en-US" altLang="zh-CN" sz="1800" b="1" dirty="0" smtClean="0">
                <a:solidFill>
                  <a:schemeClr val="bg1"/>
                </a:solidFill>
              </a:endParaRPr>
            </a:p>
          </p:txBody>
        </p:sp>
        <p:sp>
          <p:nvSpPr>
            <p:cNvPr id="5" name="文本框 4"/>
            <p:cNvSpPr txBox="1"/>
            <p:nvPr/>
          </p:nvSpPr>
          <p:spPr>
            <a:xfrm>
              <a:off x="9553107" y="5540382"/>
              <a:ext cx="2153202" cy="426523"/>
            </a:xfrm>
            <a:prstGeom prst="rect">
              <a:avLst/>
            </a:prstGeom>
            <a:noFill/>
          </p:spPr>
          <p:txBody>
            <a:bodyPr wrap="square" rtlCol="0">
              <a:spAutoFit/>
            </a:bodyPr>
            <a:lstStyle/>
            <a:p>
              <a:pPr algn="dist">
                <a:buClrTx/>
                <a:buSzTx/>
                <a:buFontTx/>
              </a:pPr>
              <a:r>
                <a:rPr lang="zh-CN" altLang="en-US" sz="2800" b="1" dirty="0" smtClean="0">
                  <a:latin typeface="幼圆" panose="02010509060101010101" charset="-122"/>
                  <a:ea typeface="幼圆" panose="02010509060101010101" charset="-122"/>
                </a:rPr>
                <a:t>伪代码</a:t>
              </a:r>
              <a:endParaRPr lang="zh-CN" altLang="en-US" sz="2800" b="1" dirty="0" smtClean="0">
                <a:latin typeface="幼圆" panose="02010509060101010101" charset="-122"/>
                <a:ea typeface="幼圆" panose="02010509060101010101" charset="-122"/>
              </a:endParaRPr>
            </a:p>
          </p:txBody>
        </p:sp>
      </p:grpSp>
      <p:grpSp>
        <p:nvGrpSpPr>
          <p:cNvPr id="14" name="组合 13"/>
          <p:cNvGrpSpPr/>
          <p:nvPr/>
        </p:nvGrpSpPr>
        <p:grpSpPr>
          <a:xfrm>
            <a:off x="4100580" y="2568607"/>
            <a:ext cx="4116705" cy="4065905"/>
            <a:chOff x="4030664" y="1795463"/>
            <a:chExt cx="3895198" cy="5305995"/>
          </a:xfrm>
        </p:grpSpPr>
        <p:sp>
          <p:nvSpPr>
            <p:cNvPr id="16" name="MH_Text_1"/>
            <p:cNvSpPr>
              <a:spLocks noChangeAspect="1"/>
            </p:cNvSpPr>
            <p:nvPr>
              <p:custDataLst>
                <p:tags r:id="rId4"/>
              </p:custDataLst>
            </p:nvPr>
          </p:nvSpPr>
          <p:spPr>
            <a:xfrm>
              <a:off x="4030664" y="1916449"/>
              <a:ext cx="3895198" cy="5185009"/>
            </a:xfrm>
            <a:prstGeom prst="roundRect">
              <a:avLst>
                <a:gd name="adj" fmla="val 1429"/>
              </a:avLst>
            </a:prstGeom>
            <a:solidFill>
              <a:srgbClr val="F2F2F2"/>
            </a:solidFill>
            <a:ln w="3175">
              <a:solidFill>
                <a:srgbClr val="D5D5D5"/>
              </a:solidFill>
              <a:prstDash val="solid"/>
            </a:ln>
          </p:spPr>
          <p:style>
            <a:lnRef idx="1">
              <a:schemeClr val="accent6"/>
            </a:lnRef>
            <a:fillRef idx="0">
              <a:schemeClr val="accent6"/>
            </a:fillRef>
            <a:effectRef idx="0">
              <a:schemeClr val="accent6"/>
            </a:effectRef>
            <a:fontRef idx="minor">
              <a:schemeClr val="tx1"/>
            </a:fontRef>
          </p:style>
          <p:txBody>
            <a:bodyPr lIns="288000" tIns="720000" rIns="288000" bIns="360000" anchor="ctr">
              <a:noAutofit/>
            </a:bodyPr>
            <a:lstStyle/>
            <a:p>
              <a:pPr algn="just">
                <a:spcBef>
                  <a:spcPts val="600"/>
                </a:spcBef>
                <a:spcAft>
                  <a:spcPts val="600"/>
                </a:spcAft>
                <a:defRPr/>
              </a:pPr>
              <a:r>
                <a:rPr lang="en-US" altLang="zh-CN" b="1" dirty="0">
                  <a:solidFill>
                    <a:srgbClr val="454545"/>
                  </a:solidFill>
                </a:rPr>
                <a:t>S1: sign=1</a:t>
              </a:r>
              <a:endParaRPr lang="en-US" altLang="zh-CN" b="1" dirty="0">
                <a:solidFill>
                  <a:srgbClr val="454545"/>
                </a:solidFill>
              </a:endParaRPr>
            </a:p>
            <a:p>
              <a:pPr algn="just">
                <a:spcBef>
                  <a:spcPts val="600"/>
                </a:spcBef>
                <a:spcAft>
                  <a:spcPts val="600"/>
                </a:spcAft>
                <a:defRPr/>
              </a:pPr>
              <a:r>
                <a:rPr lang="en-US" altLang="zh-CN" b="1" dirty="0" smtClean="0">
                  <a:solidFill>
                    <a:srgbClr val="454545"/>
                  </a:solidFill>
                </a:rPr>
                <a:t>S2</a:t>
              </a:r>
              <a:r>
                <a:rPr lang="en-US" altLang="zh-CN" b="1" dirty="0">
                  <a:solidFill>
                    <a:srgbClr val="454545"/>
                  </a:solidFill>
                </a:rPr>
                <a:t>: sum=1</a:t>
              </a:r>
              <a:endParaRPr lang="en-US" altLang="zh-CN" b="1" dirty="0">
                <a:solidFill>
                  <a:srgbClr val="454545"/>
                </a:solidFill>
              </a:endParaRPr>
            </a:p>
            <a:p>
              <a:pPr algn="just">
                <a:spcBef>
                  <a:spcPts val="600"/>
                </a:spcBef>
                <a:spcAft>
                  <a:spcPts val="600"/>
                </a:spcAft>
                <a:defRPr/>
              </a:pPr>
              <a:r>
                <a:rPr lang="en-US" altLang="zh-CN" b="1" dirty="0" smtClean="0">
                  <a:solidFill>
                    <a:srgbClr val="454545"/>
                  </a:solidFill>
                </a:rPr>
                <a:t>S3</a:t>
              </a:r>
              <a:r>
                <a:rPr lang="en-US" altLang="zh-CN" b="1" dirty="0">
                  <a:solidFill>
                    <a:srgbClr val="454545"/>
                  </a:solidFill>
                </a:rPr>
                <a:t>: </a:t>
              </a:r>
              <a:r>
                <a:rPr lang="en-US" altLang="zh-CN" b="1" dirty="0" err="1">
                  <a:solidFill>
                    <a:srgbClr val="454545"/>
                  </a:solidFill>
                </a:rPr>
                <a:t>deno</a:t>
              </a:r>
              <a:r>
                <a:rPr lang="en-US" altLang="zh-CN" b="1" dirty="0">
                  <a:solidFill>
                    <a:srgbClr val="454545"/>
                  </a:solidFill>
                </a:rPr>
                <a:t>=2</a:t>
              </a:r>
              <a:endParaRPr lang="en-US" altLang="zh-CN" b="1" dirty="0">
                <a:solidFill>
                  <a:srgbClr val="454545"/>
                </a:solidFill>
              </a:endParaRPr>
            </a:p>
            <a:p>
              <a:pPr algn="just">
                <a:spcBef>
                  <a:spcPts val="600"/>
                </a:spcBef>
                <a:spcAft>
                  <a:spcPts val="600"/>
                </a:spcAft>
                <a:defRPr/>
              </a:pPr>
              <a:r>
                <a:rPr lang="en-US" altLang="zh-CN" b="1" dirty="0" smtClean="0">
                  <a:solidFill>
                    <a:srgbClr val="454545"/>
                  </a:solidFill>
                </a:rPr>
                <a:t>S4</a:t>
              </a:r>
              <a:r>
                <a:rPr lang="en-US" altLang="zh-CN" b="1" dirty="0">
                  <a:solidFill>
                    <a:srgbClr val="454545"/>
                  </a:solidFill>
                </a:rPr>
                <a:t>: sign=(-1</a:t>
              </a:r>
              <a:r>
                <a:rPr lang="en-US" altLang="zh-CN" b="1" dirty="0" smtClean="0">
                  <a:solidFill>
                    <a:srgbClr val="454545"/>
                  </a:solidFill>
                </a:rPr>
                <a:t>)* sign</a:t>
              </a:r>
              <a:endParaRPr lang="en-US" altLang="zh-CN" b="1" dirty="0">
                <a:solidFill>
                  <a:srgbClr val="454545"/>
                </a:solidFill>
              </a:endParaRPr>
            </a:p>
            <a:p>
              <a:pPr algn="just">
                <a:spcBef>
                  <a:spcPts val="600"/>
                </a:spcBef>
                <a:spcAft>
                  <a:spcPts val="600"/>
                </a:spcAft>
                <a:defRPr/>
              </a:pPr>
              <a:r>
                <a:rPr lang="en-US" altLang="zh-CN" b="1" dirty="0" smtClean="0">
                  <a:solidFill>
                    <a:srgbClr val="454545"/>
                  </a:solidFill>
                </a:rPr>
                <a:t>S5</a:t>
              </a:r>
              <a:r>
                <a:rPr lang="en-US" altLang="zh-CN" b="1" dirty="0">
                  <a:solidFill>
                    <a:srgbClr val="454545"/>
                  </a:solidFill>
                </a:rPr>
                <a:t>: </a:t>
              </a:r>
              <a:r>
                <a:rPr lang="en-US" altLang="zh-CN" b="1" dirty="0" smtClean="0">
                  <a:solidFill>
                    <a:srgbClr val="454545"/>
                  </a:solidFill>
                </a:rPr>
                <a:t>term=sign*(1/</a:t>
              </a:r>
              <a:r>
                <a:rPr lang="en-US" altLang="zh-CN" b="1" dirty="0" err="1" smtClean="0">
                  <a:solidFill>
                    <a:srgbClr val="454545"/>
                  </a:solidFill>
                </a:rPr>
                <a:t>deno</a:t>
              </a:r>
              <a:r>
                <a:rPr lang="en-US" altLang="zh-CN" b="1" dirty="0">
                  <a:solidFill>
                    <a:srgbClr val="454545"/>
                  </a:solidFill>
                </a:rPr>
                <a:t>)</a:t>
              </a:r>
              <a:endParaRPr lang="en-US" altLang="zh-CN" b="1" dirty="0">
                <a:solidFill>
                  <a:srgbClr val="454545"/>
                </a:solidFill>
              </a:endParaRPr>
            </a:p>
            <a:p>
              <a:pPr algn="just">
                <a:spcBef>
                  <a:spcPts val="600"/>
                </a:spcBef>
                <a:spcAft>
                  <a:spcPts val="600"/>
                </a:spcAft>
                <a:defRPr/>
              </a:pPr>
              <a:r>
                <a:rPr lang="en-US" altLang="zh-CN" b="1" dirty="0" smtClean="0">
                  <a:solidFill>
                    <a:srgbClr val="454545"/>
                  </a:solidFill>
                </a:rPr>
                <a:t>S6</a:t>
              </a:r>
              <a:r>
                <a:rPr lang="en-US" altLang="zh-CN" b="1" dirty="0">
                  <a:solidFill>
                    <a:srgbClr val="454545"/>
                  </a:solidFill>
                </a:rPr>
                <a:t>: sum=</a:t>
              </a:r>
              <a:r>
                <a:rPr lang="en-US" altLang="zh-CN" b="1" dirty="0" err="1">
                  <a:solidFill>
                    <a:srgbClr val="454545"/>
                  </a:solidFill>
                </a:rPr>
                <a:t>sum+term</a:t>
              </a:r>
              <a:endParaRPr lang="en-US" altLang="zh-CN" b="1" dirty="0">
                <a:solidFill>
                  <a:srgbClr val="454545"/>
                </a:solidFill>
              </a:endParaRPr>
            </a:p>
            <a:p>
              <a:pPr algn="just">
                <a:spcBef>
                  <a:spcPts val="600"/>
                </a:spcBef>
                <a:spcAft>
                  <a:spcPts val="600"/>
                </a:spcAft>
                <a:defRPr/>
              </a:pPr>
              <a:r>
                <a:rPr lang="en-US" altLang="zh-CN" b="1" dirty="0" smtClean="0">
                  <a:solidFill>
                    <a:srgbClr val="454545"/>
                  </a:solidFill>
                </a:rPr>
                <a:t>S7</a:t>
              </a:r>
              <a:r>
                <a:rPr lang="en-US" altLang="zh-CN" b="1" dirty="0">
                  <a:solidFill>
                    <a:srgbClr val="454545"/>
                  </a:solidFill>
                </a:rPr>
                <a:t>: </a:t>
              </a:r>
              <a:r>
                <a:rPr lang="en-US" altLang="zh-CN" b="1" dirty="0" err="1">
                  <a:solidFill>
                    <a:srgbClr val="454545"/>
                  </a:solidFill>
                </a:rPr>
                <a:t>deno</a:t>
              </a:r>
              <a:r>
                <a:rPr lang="en-US" altLang="zh-CN" b="1" dirty="0">
                  <a:solidFill>
                    <a:srgbClr val="454545"/>
                  </a:solidFill>
                </a:rPr>
                <a:t>=deno+1</a:t>
              </a:r>
              <a:endParaRPr lang="en-US" altLang="zh-CN" b="1" dirty="0">
                <a:solidFill>
                  <a:srgbClr val="454545"/>
                </a:solidFill>
              </a:endParaRPr>
            </a:p>
            <a:p>
              <a:pPr algn="just">
                <a:spcBef>
                  <a:spcPts val="600"/>
                </a:spcBef>
                <a:spcAft>
                  <a:spcPts val="600"/>
                </a:spcAft>
                <a:defRPr/>
              </a:pPr>
              <a:r>
                <a:rPr lang="en-US" altLang="zh-CN" b="1" dirty="0" smtClean="0">
                  <a:solidFill>
                    <a:srgbClr val="454545"/>
                  </a:solidFill>
                </a:rPr>
                <a:t>S8</a:t>
              </a:r>
              <a:r>
                <a:rPr lang="en-US" altLang="zh-CN" b="1" dirty="0">
                  <a:solidFill>
                    <a:srgbClr val="454545"/>
                  </a:solidFill>
                </a:rPr>
                <a:t>: </a:t>
              </a:r>
              <a:r>
                <a:rPr lang="zh-CN" altLang="en-US" b="1" dirty="0">
                  <a:solidFill>
                    <a:srgbClr val="454545"/>
                  </a:solidFill>
                </a:rPr>
                <a:t>若</a:t>
              </a:r>
              <a:r>
                <a:rPr lang="en-US" altLang="zh-CN" b="1" dirty="0">
                  <a:solidFill>
                    <a:srgbClr val="454545"/>
                  </a:solidFill>
                </a:rPr>
                <a:t>deno≤100</a:t>
              </a:r>
              <a:r>
                <a:rPr lang="zh-CN" altLang="en-US" b="1" dirty="0">
                  <a:solidFill>
                    <a:srgbClr val="454545"/>
                  </a:solidFill>
                </a:rPr>
                <a:t>返回</a:t>
              </a:r>
              <a:r>
                <a:rPr lang="en-US" altLang="zh-CN" b="1" dirty="0">
                  <a:solidFill>
                    <a:srgbClr val="454545"/>
                  </a:solidFill>
                </a:rPr>
                <a:t>S4</a:t>
              </a:r>
              <a:r>
                <a:rPr lang="zh-CN" altLang="en-US" b="1" dirty="0">
                  <a:solidFill>
                    <a:srgbClr val="454545"/>
                  </a:solidFill>
                </a:rPr>
                <a:t>；否则算法</a:t>
              </a:r>
              <a:r>
                <a:rPr lang="zh-CN" altLang="en-US" b="1" dirty="0" smtClean="0">
                  <a:solidFill>
                    <a:srgbClr val="454545"/>
                  </a:solidFill>
                </a:rPr>
                <a:t>结束</a:t>
              </a:r>
              <a:endParaRPr lang="zh-CN" altLang="en-US" b="1" dirty="0" smtClean="0">
                <a:solidFill>
                  <a:srgbClr val="454545"/>
                </a:solidFill>
              </a:endParaRPr>
            </a:p>
          </p:txBody>
        </p:sp>
        <p:sp>
          <p:nvSpPr>
            <p:cNvPr id="17" name="MH_Other_1"/>
            <p:cNvSpPr/>
            <p:nvPr>
              <p:custDataLst>
                <p:tags r:id="rId5"/>
              </p:custDataLst>
            </p:nvPr>
          </p:nvSpPr>
          <p:spPr>
            <a:xfrm>
              <a:off x="4621214" y="1795463"/>
              <a:ext cx="276225" cy="120650"/>
            </a:xfrm>
            <a:custGeom>
              <a:avLst/>
              <a:gdLst>
                <a:gd name="connsiteX0" fmla="*/ 131005 w 311731"/>
                <a:gd name="connsiteY0" fmla="*/ 0 h 121823"/>
                <a:gd name="connsiteX1" fmla="*/ 180725 w 311731"/>
                <a:gd name="connsiteY1" fmla="*/ 0 h 121823"/>
                <a:gd name="connsiteX2" fmla="*/ 205433 w 311731"/>
                <a:gd name="connsiteY2" fmla="*/ 4162 h 121823"/>
                <a:gd name="connsiteX3" fmla="*/ 309453 w 311731"/>
                <a:gd name="connsiteY3" fmla="*/ 109253 h 121823"/>
                <a:gd name="connsiteX4" fmla="*/ 311731 w 311731"/>
                <a:gd name="connsiteY4" fmla="*/ 121823 h 121823"/>
                <a:gd name="connsiteX5" fmla="*/ 0 w 311731"/>
                <a:gd name="connsiteY5" fmla="*/ 121823 h 121823"/>
                <a:gd name="connsiteX6" fmla="*/ 2277 w 311731"/>
                <a:gd name="connsiteY6" fmla="*/ 109253 h 121823"/>
                <a:gd name="connsiteX7" fmla="*/ 106298 w 311731"/>
                <a:gd name="connsiteY7" fmla="*/ 4162 h 121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1731" h="121823">
                  <a:moveTo>
                    <a:pt x="131005" y="0"/>
                  </a:moveTo>
                  <a:lnTo>
                    <a:pt x="180725" y="0"/>
                  </a:lnTo>
                  <a:lnTo>
                    <a:pt x="205433" y="4162"/>
                  </a:lnTo>
                  <a:cubicBezTo>
                    <a:pt x="252408" y="20443"/>
                    <a:pt x="290475" y="59254"/>
                    <a:pt x="309453" y="109253"/>
                  </a:cubicBezTo>
                  <a:lnTo>
                    <a:pt x="311731" y="121823"/>
                  </a:lnTo>
                  <a:lnTo>
                    <a:pt x="0" y="121823"/>
                  </a:lnTo>
                  <a:lnTo>
                    <a:pt x="2277" y="109253"/>
                  </a:lnTo>
                  <a:cubicBezTo>
                    <a:pt x="21256" y="59254"/>
                    <a:pt x="59323" y="20443"/>
                    <a:pt x="106298" y="4162"/>
                  </a:cubicBezTo>
                  <a:close/>
                </a:path>
              </a:pathLst>
            </a:custGeom>
            <a:gradFill>
              <a:gsLst>
                <a:gs pos="0">
                  <a:schemeClr val="accent1">
                    <a:lumMod val="50000"/>
                  </a:schemeClr>
                </a:gs>
                <a:gs pos="49000">
                  <a:schemeClr val="accent1"/>
                </a:gs>
                <a:gs pos="100000">
                  <a:schemeClr val="accent1">
                    <a:lumMod val="5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dirty="0"/>
            </a:p>
          </p:txBody>
        </p:sp>
        <p:sp>
          <p:nvSpPr>
            <p:cNvPr id="18" name="MH_Other_2"/>
            <p:cNvSpPr/>
            <p:nvPr>
              <p:custDataLst>
                <p:tags r:id="rId6"/>
              </p:custDataLst>
            </p:nvPr>
          </p:nvSpPr>
          <p:spPr>
            <a:xfrm>
              <a:off x="6948489" y="1795463"/>
              <a:ext cx="261937" cy="120650"/>
            </a:xfrm>
            <a:custGeom>
              <a:avLst/>
              <a:gdLst>
                <a:gd name="connsiteX0" fmla="*/ 145370 w 318081"/>
                <a:gd name="connsiteY0" fmla="*/ 0 h 130555"/>
                <a:gd name="connsiteX1" fmla="*/ 172710 w 318081"/>
                <a:gd name="connsiteY1" fmla="*/ 0 h 130555"/>
                <a:gd name="connsiteX2" fmla="*/ 209618 w 318081"/>
                <a:gd name="connsiteY2" fmla="*/ 6428 h 130555"/>
                <a:gd name="connsiteX3" fmla="*/ 315757 w 318081"/>
                <a:gd name="connsiteY3" fmla="*/ 117294 h 130555"/>
                <a:gd name="connsiteX4" fmla="*/ 318081 w 318081"/>
                <a:gd name="connsiteY4" fmla="*/ 130555 h 130555"/>
                <a:gd name="connsiteX5" fmla="*/ 0 w 318081"/>
                <a:gd name="connsiteY5" fmla="*/ 130555 h 130555"/>
                <a:gd name="connsiteX6" fmla="*/ 2324 w 318081"/>
                <a:gd name="connsiteY6" fmla="*/ 117294 h 130555"/>
                <a:gd name="connsiteX7" fmla="*/ 108463 w 318081"/>
                <a:gd name="connsiteY7" fmla="*/ 6428 h 130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8081" h="130555">
                  <a:moveTo>
                    <a:pt x="145370" y="0"/>
                  </a:moveTo>
                  <a:lnTo>
                    <a:pt x="172710" y="0"/>
                  </a:lnTo>
                  <a:lnTo>
                    <a:pt x="209618" y="6428"/>
                  </a:lnTo>
                  <a:cubicBezTo>
                    <a:pt x="257550" y="23604"/>
                    <a:pt x="296392" y="64548"/>
                    <a:pt x="315757" y="117294"/>
                  </a:cubicBezTo>
                  <a:lnTo>
                    <a:pt x="318081" y="130555"/>
                  </a:lnTo>
                  <a:lnTo>
                    <a:pt x="0" y="130555"/>
                  </a:lnTo>
                  <a:lnTo>
                    <a:pt x="2324" y="117294"/>
                  </a:lnTo>
                  <a:cubicBezTo>
                    <a:pt x="21689" y="64548"/>
                    <a:pt x="60531" y="23604"/>
                    <a:pt x="108463" y="6428"/>
                  </a:cubicBezTo>
                  <a:close/>
                </a:path>
              </a:pathLst>
            </a:custGeom>
            <a:gradFill>
              <a:gsLst>
                <a:gs pos="0">
                  <a:schemeClr val="accent1">
                    <a:lumMod val="50000"/>
                  </a:schemeClr>
                </a:gs>
                <a:gs pos="49000">
                  <a:schemeClr val="accent1"/>
                </a:gs>
                <a:gs pos="100000">
                  <a:schemeClr val="accent1">
                    <a:lumMod val="5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dirty="0"/>
            </a:p>
          </p:txBody>
        </p:sp>
        <p:sp>
          <p:nvSpPr>
            <p:cNvPr id="19" name="MH_SubTitle_1"/>
            <p:cNvSpPr/>
            <p:nvPr>
              <p:custDataLst>
                <p:tags r:id="rId7"/>
              </p:custDataLst>
            </p:nvPr>
          </p:nvSpPr>
          <p:spPr>
            <a:xfrm>
              <a:off x="4760914" y="1795464"/>
              <a:ext cx="2308225" cy="649287"/>
            </a:xfrm>
            <a:custGeom>
              <a:avLst/>
              <a:gdLst>
                <a:gd name="connsiteX0" fmla="*/ 0 w 2600830"/>
                <a:gd name="connsiteY0" fmla="*/ 0 h 649288"/>
                <a:gd name="connsiteX1" fmla="*/ 2600830 w 2600830"/>
                <a:gd name="connsiteY1" fmla="*/ 0 h 649288"/>
                <a:gd name="connsiteX2" fmla="*/ 2520047 w 2600830"/>
                <a:gd name="connsiteY2" fmla="*/ 89402 h 649288"/>
                <a:gd name="connsiteX3" fmla="*/ 1945040 w 2600830"/>
                <a:gd name="connsiteY3" fmla="*/ 646112 h 649288"/>
                <a:gd name="connsiteX4" fmla="*/ 648052 w 2600830"/>
                <a:gd name="connsiteY4" fmla="*/ 649287 h 649288"/>
                <a:gd name="connsiteX5" fmla="*/ 77908 w 2600830"/>
                <a:gd name="connsiteY5" fmla="*/ 84156 h 649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0830" h="649288">
                  <a:moveTo>
                    <a:pt x="0" y="0"/>
                  </a:moveTo>
                  <a:lnTo>
                    <a:pt x="2600830" y="0"/>
                  </a:lnTo>
                  <a:lnTo>
                    <a:pt x="2520047" y="89402"/>
                  </a:lnTo>
                  <a:cubicBezTo>
                    <a:pt x="2351572" y="318525"/>
                    <a:pt x="2323328" y="645186"/>
                    <a:pt x="1945040" y="646112"/>
                  </a:cubicBezTo>
                  <a:lnTo>
                    <a:pt x="648052" y="649287"/>
                  </a:lnTo>
                  <a:cubicBezTo>
                    <a:pt x="269764" y="650213"/>
                    <a:pt x="245977" y="310819"/>
                    <a:pt x="77908" y="84156"/>
                  </a:cubicBezTo>
                  <a:close/>
                </a:path>
              </a:pathLst>
            </a:custGeom>
            <a:gradFill flip="none" rotWithShape="1">
              <a:gsLst>
                <a:gs pos="0">
                  <a:schemeClr val="accent1">
                    <a:lumMod val="60000"/>
                    <a:lumOff val="40000"/>
                  </a:schemeClr>
                </a:gs>
                <a:gs pos="26000">
                  <a:schemeClr val="accent1">
                    <a:lumMod val="40000"/>
                    <a:lumOff val="60000"/>
                  </a:schemeClr>
                </a:gs>
                <a:gs pos="100000">
                  <a:schemeClr val="accent1">
                    <a:lumMod val="60000"/>
                    <a:lumOff val="40000"/>
                  </a:schemeClr>
                </a:gs>
              </a:gsLst>
              <a:lin ang="5400000" scaled="0"/>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normAutofit/>
            </a:bodyPr>
            <a:lstStyle/>
            <a:p>
              <a:pPr algn="ctr">
                <a:defRPr/>
              </a:pPr>
              <a:r>
                <a:rPr lang="zh-CN" altLang="en-US" sz="2000" b="1" dirty="0">
                  <a:solidFill>
                    <a:schemeClr val="accent1">
                      <a:lumMod val="50000"/>
                    </a:schemeClr>
                  </a:solidFill>
                  <a:latin typeface="黑体" panose="02010609060101010101" pitchFamily="49" charset="-122"/>
                  <a:ea typeface="黑体" panose="02010609060101010101" pitchFamily="49" charset="-122"/>
                </a:rPr>
                <a:t>算法</a:t>
              </a:r>
              <a:r>
                <a:rPr lang="zh-CN" altLang="en-US" sz="2000" b="1" dirty="0" smtClean="0">
                  <a:solidFill>
                    <a:schemeClr val="accent1">
                      <a:lumMod val="50000"/>
                    </a:schemeClr>
                  </a:solidFill>
                  <a:latin typeface="黑体" panose="02010609060101010101" pitchFamily="49" charset="-122"/>
                  <a:ea typeface="黑体" panose="02010609060101010101" pitchFamily="49" charset="-122"/>
                </a:rPr>
                <a:t>步骤</a:t>
              </a:r>
              <a:endParaRPr lang="zh-CN" altLang="en-US" sz="2000" b="1" dirty="0">
                <a:solidFill>
                  <a:schemeClr val="accent1">
                    <a:lumMod val="50000"/>
                  </a:schemeClr>
                </a:solidFill>
                <a:latin typeface="黑体" panose="02010609060101010101" pitchFamily="49" charset="-122"/>
                <a:ea typeface="黑体" panose="02010609060101010101" pitchFamily="49" charset="-122"/>
              </a:endParaRPr>
            </a:p>
          </p:txBody>
        </p:sp>
      </p:grpSp>
      <p:sp>
        <p:nvSpPr>
          <p:cNvPr id="20" name="MH_Desc_1"/>
          <p:cNvSpPr/>
          <p:nvPr>
            <p:custDataLst>
              <p:tags r:id="rId8"/>
            </p:custDataLst>
          </p:nvPr>
        </p:nvSpPr>
        <p:spPr>
          <a:xfrm>
            <a:off x="427355" y="2707005"/>
            <a:ext cx="3268980" cy="3451860"/>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2520280" y="0"/>
                </a:lnTo>
                <a:lnTo>
                  <a:pt x="0" y="0"/>
                </a:lnTo>
                <a:close/>
              </a:path>
            </a:pathLst>
          </a:custGeom>
          <a:noFill/>
          <a:ln w="25400" cap="sq">
            <a:solidFill>
              <a:schemeClr val="accent1"/>
            </a:solidFill>
            <a:beve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anchor="ctr">
            <a:normAutofit/>
          </a:bodyPr>
          <a:lstStyle/>
          <a:p>
            <a:pPr algn="just">
              <a:spcBef>
                <a:spcPts val="600"/>
              </a:spcBef>
              <a:spcAft>
                <a:spcPts val="600"/>
              </a:spcAft>
            </a:pPr>
            <a:r>
              <a:rPr lang="en-US" altLang="zh-CN" b="1" dirty="0">
                <a:solidFill>
                  <a:schemeClr val="tx1"/>
                </a:solidFill>
              </a:rPr>
              <a:t>sign</a:t>
            </a:r>
            <a:r>
              <a:rPr lang="zh-CN" altLang="en-US" b="1" dirty="0">
                <a:solidFill>
                  <a:schemeClr val="tx1"/>
                </a:solidFill>
              </a:rPr>
              <a:t>：表示当前项的数值符号</a:t>
            </a:r>
            <a:endParaRPr lang="en-US" altLang="zh-CN" b="1" dirty="0">
              <a:solidFill>
                <a:schemeClr val="tx1"/>
              </a:solidFill>
            </a:endParaRPr>
          </a:p>
          <a:p>
            <a:pPr algn="just">
              <a:spcBef>
                <a:spcPts val="600"/>
              </a:spcBef>
              <a:spcAft>
                <a:spcPts val="600"/>
              </a:spcAft>
            </a:pPr>
            <a:r>
              <a:rPr lang="en-US" altLang="zh-CN" b="1" dirty="0">
                <a:solidFill>
                  <a:schemeClr val="tx1"/>
                </a:solidFill>
              </a:rPr>
              <a:t>term</a:t>
            </a:r>
            <a:r>
              <a:rPr lang="zh-CN" altLang="en-US" b="1" dirty="0">
                <a:solidFill>
                  <a:schemeClr val="tx1"/>
                </a:solidFill>
              </a:rPr>
              <a:t>：表示当前项的值</a:t>
            </a:r>
            <a:endParaRPr lang="en-US" altLang="zh-CN" b="1" dirty="0">
              <a:solidFill>
                <a:schemeClr val="tx1"/>
              </a:solidFill>
            </a:endParaRPr>
          </a:p>
          <a:p>
            <a:pPr algn="just">
              <a:spcBef>
                <a:spcPts val="600"/>
              </a:spcBef>
              <a:spcAft>
                <a:spcPts val="600"/>
              </a:spcAft>
            </a:pPr>
            <a:r>
              <a:rPr lang="en-US" altLang="zh-CN" b="1" dirty="0">
                <a:solidFill>
                  <a:schemeClr val="tx1"/>
                </a:solidFill>
              </a:rPr>
              <a:t>sum</a:t>
            </a:r>
            <a:r>
              <a:rPr lang="zh-CN" altLang="en-US" b="1" dirty="0">
                <a:solidFill>
                  <a:schemeClr val="tx1"/>
                </a:solidFill>
              </a:rPr>
              <a:t>：表示当前项的累加和</a:t>
            </a:r>
            <a:endParaRPr lang="en-US" altLang="zh-CN" b="1" dirty="0">
              <a:solidFill>
                <a:schemeClr val="tx1"/>
              </a:solidFill>
            </a:endParaRPr>
          </a:p>
          <a:p>
            <a:pPr algn="just">
              <a:spcBef>
                <a:spcPts val="600"/>
              </a:spcBef>
              <a:spcAft>
                <a:spcPts val="600"/>
              </a:spcAft>
            </a:pPr>
            <a:r>
              <a:rPr lang="en-US" altLang="zh-CN" b="1" dirty="0" err="1">
                <a:solidFill>
                  <a:schemeClr val="tx1"/>
                </a:solidFill>
              </a:rPr>
              <a:t>deno</a:t>
            </a:r>
            <a:r>
              <a:rPr lang="zh-CN" altLang="en-US" b="1" dirty="0">
                <a:solidFill>
                  <a:schemeClr val="tx1"/>
                </a:solidFill>
              </a:rPr>
              <a:t>：表示当前项的分母</a:t>
            </a:r>
            <a:endParaRPr lang="zh-CN" altLang="en-US" b="1" dirty="0">
              <a:solidFill>
                <a:schemeClr val="tx1"/>
              </a:solidFill>
            </a:endParaRPr>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用计算机语言表示算法</a:t>
            </a:r>
            <a:endParaRPr lang="zh-CN" altLang="en-US" dirty="0"/>
          </a:p>
        </p:txBody>
      </p:sp>
      <p:sp>
        <p:nvSpPr>
          <p:cNvPr id="4" name="内容占位符 2"/>
          <p:cNvSpPr>
            <a:spLocks noGrp="1"/>
          </p:cNvSpPr>
          <p:nvPr>
            <p:ph idx="1"/>
          </p:nvPr>
        </p:nvSpPr>
        <p:spPr>
          <a:xfrm>
            <a:off x="838200" y="1562211"/>
            <a:ext cx="8316153" cy="589584"/>
          </a:xfrm>
        </p:spPr>
        <p:txBody>
          <a:bodyPr>
            <a:noAutofit/>
          </a:bodyPr>
          <a:lstStyle/>
          <a:p>
            <a:pPr marL="0" indent="0">
              <a:lnSpc>
                <a:spcPct val="120000"/>
              </a:lnSpc>
              <a:buNone/>
            </a:pPr>
            <a:r>
              <a:rPr lang="en-US" altLang="zh-CN" sz="2400" dirty="0" smtClean="0">
                <a:solidFill>
                  <a:schemeClr val="accent1"/>
                </a:solidFill>
              </a:rPr>
              <a:t>【</a:t>
            </a:r>
            <a:r>
              <a:rPr lang="zh-CN" altLang="en-US" sz="2400" dirty="0" smtClean="0">
                <a:solidFill>
                  <a:schemeClr val="accent1"/>
                </a:solidFill>
              </a:rPr>
              <a:t>例</a:t>
            </a:r>
            <a:r>
              <a:rPr lang="en-US" altLang="zh-CN" sz="2400" dirty="0" smtClean="0">
                <a:solidFill>
                  <a:schemeClr val="accent1"/>
                </a:solidFill>
              </a:rPr>
              <a:t>2.18】</a:t>
            </a:r>
            <a:r>
              <a:rPr lang="zh-CN" altLang="en-US" sz="2400" dirty="0">
                <a:solidFill>
                  <a:schemeClr val="accent1"/>
                </a:solidFill>
              </a:rPr>
              <a:t>将例</a:t>
            </a:r>
            <a:r>
              <a:rPr lang="en-US" altLang="zh-CN" sz="2400" dirty="0">
                <a:solidFill>
                  <a:schemeClr val="accent1"/>
                </a:solidFill>
              </a:rPr>
              <a:t>2.16</a:t>
            </a:r>
            <a:r>
              <a:rPr lang="zh-CN" altLang="en-US" sz="2400" dirty="0">
                <a:solidFill>
                  <a:schemeClr val="accent1"/>
                </a:solidFill>
              </a:rPr>
              <a:t>表示的算法（求</a:t>
            </a:r>
            <a:r>
              <a:rPr lang="en-US" altLang="zh-CN" sz="2400" dirty="0">
                <a:solidFill>
                  <a:schemeClr val="accent1"/>
                </a:solidFill>
              </a:rPr>
              <a:t>5!</a:t>
            </a:r>
            <a:r>
              <a:rPr lang="zh-CN" altLang="en-US" sz="2400" dirty="0">
                <a:solidFill>
                  <a:schemeClr val="accent1"/>
                </a:solidFill>
              </a:rPr>
              <a:t>）用</a:t>
            </a:r>
            <a:r>
              <a:rPr lang="en-US" altLang="zh-CN" sz="2400" dirty="0">
                <a:solidFill>
                  <a:schemeClr val="accent1"/>
                </a:solidFill>
              </a:rPr>
              <a:t>C</a:t>
            </a:r>
            <a:r>
              <a:rPr lang="zh-CN" altLang="en-US" sz="2400" dirty="0">
                <a:solidFill>
                  <a:schemeClr val="accent1"/>
                </a:solidFill>
              </a:rPr>
              <a:t>语言表示。</a:t>
            </a:r>
            <a:endParaRPr lang="en-US" altLang="zh-CN" sz="2400" dirty="0" smtClean="0">
              <a:solidFill>
                <a:schemeClr val="accent1"/>
              </a:solidFill>
            </a:endParaRPr>
          </a:p>
        </p:txBody>
      </p:sp>
      <p:grpSp>
        <p:nvGrpSpPr>
          <p:cNvPr id="5" name="组合 4"/>
          <p:cNvGrpSpPr/>
          <p:nvPr/>
        </p:nvGrpSpPr>
        <p:grpSpPr>
          <a:xfrm>
            <a:off x="3725545" y="2577465"/>
            <a:ext cx="4340860" cy="3061335"/>
            <a:chOff x="4030664" y="1795463"/>
            <a:chExt cx="3717925" cy="4121151"/>
          </a:xfrm>
        </p:grpSpPr>
        <p:sp>
          <p:nvSpPr>
            <p:cNvPr id="6" name="MH_Text_1"/>
            <p:cNvSpPr>
              <a:spLocks noChangeAspect="1"/>
            </p:cNvSpPr>
            <p:nvPr>
              <p:custDataLst>
                <p:tags r:id="rId1"/>
              </p:custDataLst>
            </p:nvPr>
          </p:nvSpPr>
          <p:spPr>
            <a:xfrm>
              <a:off x="4030664" y="1916113"/>
              <a:ext cx="3717925" cy="4000501"/>
            </a:xfrm>
            <a:prstGeom prst="roundRect">
              <a:avLst>
                <a:gd name="adj" fmla="val 1429"/>
              </a:avLst>
            </a:prstGeom>
            <a:solidFill>
              <a:srgbClr val="F2F2F2"/>
            </a:solidFill>
            <a:ln w="3175">
              <a:solidFill>
                <a:srgbClr val="D5D5D5"/>
              </a:solidFill>
              <a:prstDash val="solid"/>
            </a:ln>
          </p:spPr>
          <p:style>
            <a:lnRef idx="1">
              <a:schemeClr val="accent6"/>
            </a:lnRef>
            <a:fillRef idx="0">
              <a:schemeClr val="accent6"/>
            </a:fillRef>
            <a:effectRef idx="0">
              <a:schemeClr val="accent6"/>
            </a:effectRef>
            <a:fontRef idx="minor">
              <a:schemeClr val="tx1"/>
            </a:fontRef>
          </p:style>
          <p:txBody>
            <a:bodyPr lIns="288000" tIns="720000" rIns="288000" bIns="360000" anchor="ctr">
              <a:noAutofit/>
            </a:bodyPr>
            <a:lstStyle/>
            <a:p>
              <a:pPr algn="just">
                <a:spcBef>
                  <a:spcPts val="600"/>
                </a:spcBef>
                <a:spcAft>
                  <a:spcPts val="600"/>
                </a:spcAft>
                <a:defRPr/>
              </a:pPr>
              <a:r>
                <a:rPr lang="en-US" altLang="zh-CN" b="1" dirty="0" smtClean="0">
                  <a:solidFill>
                    <a:srgbClr val="454545"/>
                  </a:solidFill>
                </a:rPr>
                <a:t>S1</a:t>
              </a:r>
              <a:r>
                <a:rPr lang="en-US" altLang="zh-CN" b="1" dirty="0">
                  <a:solidFill>
                    <a:srgbClr val="454545"/>
                  </a:solidFill>
                </a:rPr>
                <a:t>: </a:t>
              </a:r>
              <a:r>
                <a:rPr lang="en-US" altLang="zh-CN" b="1" dirty="0" smtClean="0">
                  <a:solidFill>
                    <a:srgbClr val="454545"/>
                  </a:solidFill>
                </a:rPr>
                <a:t>1=&gt;p</a:t>
              </a:r>
              <a:endParaRPr lang="en-US" altLang="zh-CN" b="1" dirty="0" smtClean="0">
                <a:solidFill>
                  <a:srgbClr val="454545"/>
                </a:solidFill>
              </a:endParaRPr>
            </a:p>
            <a:p>
              <a:pPr algn="just">
                <a:spcBef>
                  <a:spcPts val="600"/>
                </a:spcBef>
                <a:spcAft>
                  <a:spcPts val="600"/>
                </a:spcAft>
                <a:defRPr/>
              </a:pPr>
              <a:r>
                <a:rPr lang="en-US" altLang="zh-CN" b="1" dirty="0" smtClean="0">
                  <a:solidFill>
                    <a:srgbClr val="454545"/>
                  </a:solidFill>
                </a:rPr>
                <a:t>S2</a:t>
              </a:r>
              <a:r>
                <a:rPr lang="en-US" altLang="zh-CN" b="1" dirty="0">
                  <a:solidFill>
                    <a:srgbClr val="454545"/>
                  </a:solidFill>
                </a:rPr>
                <a:t>: </a:t>
              </a:r>
              <a:r>
                <a:rPr lang="en-US" altLang="zh-CN" b="1" dirty="0" smtClean="0">
                  <a:solidFill>
                    <a:srgbClr val="454545"/>
                  </a:solidFill>
                </a:rPr>
                <a:t>2=&gt;</a:t>
              </a:r>
              <a:r>
                <a:rPr lang="en-US" altLang="zh-CN" b="1" dirty="0" err="1" smtClean="0">
                  <a:solidFill>
                    <a:srgbClr val="454545"/>
                  </a:solidFill>
                </a:rPr>
                <a:t>i</a:t>
              </a:r>
              <a:endParaRPr lang="zh-CN" altLang="en-US" b="1" dirty="0">
                <a:solidFill>
                  <a:srgbClr val="454545"/>
                </a:solidFill>
              </a:endParaRPr>
            </a:p>
            <a:p>
              <a:pPr algn="just">
                <a:spcBef>
                  <a:spcPts val="600"/>
                </a:spcBef>
                <a:spcAft>
                  <a:spcPts val="600"/>
                </a:spcAft>
                <a:defRPr/>
              </a:pPr>
              <a:r>
                <a:rPr lang="en-US" altLang="zh-CN" b="1" dirty="0" smtClean="0">
                  <a:solidFill>
                    <a:srgbClr val="454545"/>
                  </a:solidFill>
                </a:rPr>
                <a:t>S3</a:t>
              </a:r>
              <a:r>
                <a:rPr lang="en-US" altLang="zh-CN" b="1" dirty="0">
                  <a:solidFill>
                    <a:srgbClr val="454545"/>
                  </a:solidFill>
                </a:rPr>
                <a:t>: </a:t>
              </a:r>
              <a:r>
                <a:rPr lang="en-US" altLang="zh-CN" b="1" dirty="0" smtClean="0">
                  <a:solidFill>
                    <a:srgbClr val="454545"/>
                  </a:solidFill>
                </a:rPr>
                <a:t>p*</a:t>
              </a:r>
              <a:r>
                <a:rPr lang="en-US" altLang="zh-CN" b="1" dirty="0" err="1" smtClean="0">
                  <a:solidFill>
                    <a:srgbClr val="454545"/>
                  </a:solidFill>
                </a:rPr>
                <a:t>i</a:t>
              </a:r>
              <a:r>
                <a:rPr lang="en-US" altLang="zh-CN" b="1" dirty="0" smtClean="0">
                  <a:solidFill>
                    <a:srgbClr val="454545"/>
                  </a:solidFill>
                </a:rPr>
                <a:t>=&gt;p</a:t>
              </a:r>
              <a:endParaRPr lang="zh-CN" altLang="en-US" b="1" dirty="0">
                <a:solidFill>
                  <a:srgbClr val="454545"/>
                </a:solidFill>
              </a:endParaRPr>
            </a:p>
            <a:p>
              <a:pPr algn="just">
                <a:spcBef>
                  <a:spcPts val="600"/>
                </a:spcBef>
                <a:spcAft>
                  <a:spcPts val="600"/>
                </a:spcAft>
                <a:defRPr/>
              </a:pPr>
              <a:r>
                <a:rPr lang="en-US" altLang="zh-CN" b="1" dirty="0" smtClean="0">
                  <a:solidFill>
                    <a:srgbClr val="454545"/>
                  </a:solidFill>
                </a:rPr>
                <a:t>S4</a:t>
              </a:r>
              <a:r>
                <a:rPr lang="en-US" altLang="zh-CN" b="1" dirty="0">
                  <a:solidFill>
                    <a:srgbClr val="454545"/>
                  </a:solidFill>
                </a:rPr>
                <a:t>: </a:t>
              </a:r>
              <a:r>
                <a:rPr lang="en-US" altLang="zh-CN" b="1" dirty="0" smtClean="0">
                  <a:solidFill>
                    <a:srgbClr val="454545"/>
                  </a:solidFill>
                </a:rPr>
                <a:t>i+1=&gt;</a:t>
              </a:r>
              <a:r>
                <a:rPr lang="en-US" altLang="zh-CN" b="1" dirty="0" err="1" smtClean="0">
                  <a:solidFill>
                    <a:srgbClr val="454545"/>
                  </a:solidFill>
                </a:rPr>
                <a:t>i</a:t>
              </a:r>
              <a:endParaRPr lang="en-US" altLang="zh-CN" b="1" dirty="0" smtClean="0">
                <a:solidFill>
                  <a:srgbClr val="454545"/>
                </a:solidFill>
              </a:endParaRPr>
            </a:p>
            <a:p>
              <a:pPr algn="just">
                <a:spcBef>
                  <a:spcPts val="600"/>
                </a:spcBef>
                <a:spcAft>
                  <a:spcPts val="600"/>
                </a:spcAft>
                <a:defRPr/>
              </a:pPr>
              <a:r>
                <a:rPr lang="en-US" altLang="zh-CN" b="1" dirty="0" smtClean="0">
                  <a:solidFill>
                    <a:srgbClr val="454545"/>
                  </a:solidFill>
                </a:rPr>
                <a:t>S5: </a:t>
              </a:r>
              <a:r>
                <a:rPr lang="zh-CN" altLang="en-US" b="1" dirty="0" smtClean="0">
                  <a:solidFill>
                    <a:srgbClr val="454545"/>
                  </a:solidFill>
                </a:rPr>
                <a:t>如果</a:t>
              </a:r>
              <a:r>
                <a:rPr lang="en-US" altLang="zh-CN" b="1" dirty="0" err="1" smtClean="0">
                  <a:solidFill>
                    <a:srgbClr val="454545"/>
                  </a:solidFill>
                </a:rPr>
                <a:t>i</a:t>
              </a:r>
              <a:r>
                <a:rPr lang="zh-CN" altLang="en-US" b="1" dirty="0" smtClean="0">
                  <a:solidFill>
                    <a:srgbClr val="454545"/>
                  </a:solidFill>
                </a:rPr>
                <a:t>≤</a:t>
              </a:r>
              <a:r>
                <a:rPr lang="en-US" altLang="zh-CN" b="1" dirty="0" smtClean="0">
                  <a:solidFill>
                    <a:srgbClr val="454545"/>
                  </a:solidFill>
                </a:rPr>
                <a:t>5</a:t>
              </a:r>
              <a:r>
                <a:rPr lang="zh-CN" altLang="en-US" b="1" dirty="0" smtClean="0">
                  <a:solidFill>
                    <a:srgbClr val="454545"/>
                  </a:solidFill>
                </a:rPr>
                <a:t>，则返回</a:t>
              </a:r>
              <a:r>
                <a:rPr lang="en-US" altLang="zh-CN" b="1" dirty="0" smtClean="0">
                  <a:solidFill>
                    <a:srgbClr val="454545"/>
                  </a:solidFill>
                </a:rPr>
                <a:t>S3</a:t>
              </a:r>
              <a:r>
                <a:rPr lang="zh-CN" altLang="en-US" b="1" dirty="0" smtClean="0">
                  <a:solidFill>
                    <a:srgbClr val="454545"/>
                  </a:solidFill>
                </a:rPr>
                <a:t>；否则结束</a:t>
              </a:r>
              <a:endParaRPr lang="zh-CN" altLang="en-US" b="1" dirty="0" smtClean="0">
                <a:solidFill>
                  <a:srgbClr val="454545"/>
                </a:solidFill>
              </a:endParaRPr>
            </a:p>
          </p:txBody>
        </p:sp>
        <p:sp>
          <p:nvSpPr>
            <p:cNvPr id="7" name="MH_Other_1"/>
            <p:cNvSpPr/>
            <p:nvPr>
              <p:custDataLst>
                <p:tags r:id="rId2"/>
              </p:custDataLst>
            </p:nvPr>
          </p:nvSpPr>
          <p:spPr>
            <a:xfrm>
              <a:off x="4621214" y="1795463"/>
              <a:ext cx="276225" cy="120650"/>
            </a:xfrm>
            <a:custGeom>
              <a:avLst/>
              <a:gdLst>
                <a:gd name="connsiteX0" fmla="*/ 131005 w 311731"/>
                <a:gd name="connsiteY0" fmla="*/ 0 h 121823"/>
                <a:gd name="connsiteX1" fmla="*/ 180725 w 311731"/>
                <a:gd name="connsiteY1" fmla="*/ 0 h 121823"/>
                <a:gd name="connsiteX2" fmla="*/ 205433 w 311731"/>
                <a:gd name="connsiteY2" fmla="*/ 4162 h 121823"/>
                <a:gd name="connsiteX3" fmla="*/ 309453 w 311731"/>
                <a:gd name="connsiteY3" fmla="*/ 109253 h 121823"/>
                <a:gd name="connsiteX4" fmla="*/ 311731 w 311731"/>
                <a:gd name="connsiteY4" fmla="*/ 121823 h 121823"/>
                <a:gd name="connsiteX5" fmla="*/ 0 w 311731"/>
                <a:gd name="connsiteY5" fmla="*/ 121823 h 121823"/>
                <a:gd name="connsiteX6" fmla="*/ 2277 w 311731"/>
                <a:gd name="connsiteY6" fmla="*/ 109253 h 121823"/>
                <a:gd name="connsiteX7" fmla="*/ 106298 w 311731"/>
                <a:gd name="connsiteY7" fmla="*/ 4162 h 121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1731" h="121823">
                  <a:moveTo>
                    <a:pt x="131005" y="0"/>
                  </a:moveTo>
                  <a:lnTo>
                    <a:pt x="180725" y="0"/>
                  </a:lnTo>
                  <a:lnTo>
                    <a:pt x="205433" y="4162"/>
                  </a:lnTo>
                  <a:cubicBezTo>
                    <a:pt x="252408" y="20443"/>
                    <a:pt x="290475" y="59254"/>
                    <a:pt x="309453" y="109253"/>
                  </a:cubicBezTo>
                  <a:lnTo>
                    <a:pt x="311731" y="121823"/>
                  </a:lnTo>
                  <a:lnTo>
                    <a:pt x="0" y="121823"/>
                  </a:lnTo>
                  <a:lnTo>
                    <a:pt x="2277" y="109253"/>
                  </a:lnTo>
                  <a:cubicBezTo>
                    <a:pt x="21256" y="59254"/>
                    <a:pt x="59323" y="20443"/>
                    <a:pt x="106298" y="4162"/>
                  </a:cubicBezTo>
                  <a:close/>
                </a:path>
              </a:pathLst>
            </a:custGeom>
            <a:gradFill>
              <a:gsLst>
                <a:gs pos="0">
                  <a:schemeClr val="accent1">
                    <a:lumMod val="50000"/>
                  </a:schemeClr>
                </a:gs>
                <a:gs pos="49000">
                  <a:schemeClr val="accent1"/>
                </a:gs>
                <a:gs pos="100000">
                  <a:schemeClr val="accent1">
                    <a:lumMod val="5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sz="2400" b="1" dirty="0"/>
            </a:p>
          </p:txBody>
        </p:sp>
        <p:sp>
          <p:nvSpPr>
            <p:cNvPr id="8" name="MH_Other_2"/>
            <p:cNvSpPr/>
            <p:nvPr>
              <p:custDataLst>
                <p:tags r:id="rId3"/>
              </p:custDataLst>
            </p:nvPr>
          </p:nvSpPr>
          <p:spPr>
            <a:xfrm>
              <a:off x="6948489" y="1795463"/>
              <a:ext cx="261937" cy="120650"/>
            </a:xfrm>
            <a:custGeom>
              <a:avLst/>
              <a:gdLst>
                <a:gd name="connsiteX0" fmla="*/ 145370 w 318081"/>
                <a:gd name="connsiteY0" fmla="*/ 0 h 130555"/>
                <a:gd name="connsiteX1" fmla="*/ 172710 w 318081"/>
                <a:gd name="connsiteY1" fmla="*/ 0 h 130555"/>
                <a:gd name="connsiteX2" fmla="*/ 209618 w 318081"/>
                <a:gd name="connsiteY2" fmla="*/ 6428 h 130555"/>
                <a:gd name="connsiteX3" fmla="*/ 315757 w 318081"/>
                <a:gd name="connsiteY3" fmla="*/ 117294 h 130555"/>
                <a:gd name="connsiteX4" fmla="*/ 318081 w 318081"/>
                <a:gd name="connsiteY4" fmla="*/ 130555 h 130555"/>
                <a:gd name="connsiteX5" fmla="*/ 0 w 318081"/>
                <a:gd name="connsiteY5" fmla="*/ 130555 h 130555"/>
                <a:gd name="connsiteX6" fmla="*/ 2324 w 318081"/>
                <a:gd name="connsiteY6" fmla="*/ 117294 h 130555"/>
                <a:gd name="connsiteX7" fmla="*/ 108463 w 318081"/>
                <a:gd name="connsiteY7" fmla="*/ 6428 h 130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8081" h="130555">
                  <a:moveTo>
                    <a:pt x="145370" y="0"/>
                  </a:moveTo>
                  <a:lnTo>
                    <a:pt x="172710" y="0"/>
                  </a:lnTo>
                  <a:lnTo>
                    <a:pt x="209618" y="6428"/>
                  </a:lnTo>
                  <a:cubicBezTo>
                    <a:pt x="257550" y="23604"/>
                    <a:pt x="296392" y="64548"/>
                    <a:pt x="315757" y="117294"/>
                  </a:cubicBezTo>
                  <a:lnTo>
                    <a:pt x="318081" y="130555"/>
                  </a:lnTo>
                  <a:lnTo>
                    <a:pt x="0" y="130555"/>
                  </a:lnTo>
                  <a:lnTo>
                    <a:pt x="2324" y="117294"/>
                  </a:lnTo>
                  <a:cubicBezTo>
                    <a:pt x="21689" y="64548"/>
                    <a:pt x="60531" y="23604"/>
                    <a:pt x="108463" y="6428"/>
                  </a:cubicBezTo>
                  <a:close/>
                </a:path>
              </a:pathLst>
            </a:custGeom>
            <a:gradFill>
              <a:gsLst>
                <a:gs pos="0">
                  <a:schemeClr val="accent1">
                    <a:lumMod val="50000"/>
                  </a:schemeClr>
                </a:gs>
                <a:gs pos="49000">
                  <a:schemeClr val="accent1"/>
                </a:gs>
                <a:gs pos="100000">
                  <a:schemeClr val="accent1">
                    <a:lumMod val="5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sz="2400" b="1" dirty="0"/>
            </a:p>
          </p:txBody>
        </p:sp>
        <p:sp>
          <p:nvSpPr>
            <p:cNvPr id="9" name="MH_SubTitle_1"/>
            <p:cNvSpPr/>
            <p:nvPr>
              <p:custDataLst>
                <p:tags r:id="rId4"/>
              </p:custDataLst>
            </p:nvPr>
          </p:nvSpPr>
          <p:spPr>
            <a:xfrm>
              <a:off x="4760914" y="1795464"/>
              <a:ext cx="2308225" cy="649287"/>
            </a:xfrm>
            <a:custGeom>
              <a:avLst/>
              <a:gdLst>
                <a:gd name="connsiteX0" fmla="*/ 0 w 2600830"/>
                <a:gd name="connsiteY0" fmla="*/ 0 h 649288"/>
                <a:gd name="connsiteX1" fmla="*/ 2600830 w 2600830"/>
                <a:gd name="connsiteY1" fmla="*/ 0 h 649288"/>
                <a:gd name="connsiteX2" fmla="*/ 2520047 w 2600830"/>
                <a:gd name="connsiteY2" fmla="*/ 89402 h 649288"/>
                <a:gd name="connsiteX3" fmla="*/ 1945040 w 2600830"/>
                <a:gd name="connsiteY3" fmla="*/ 646112 h 649288"/>
                <a:gd name="connsiteX4" fmla="*/ 648052 w 2600830"/>
                <a:gd name="connsiteY4" fmla="*/ 649287 h 649288"/>
                <a:gd name="connsiteX5" fmla="*/ 77908 w 2600830"/>
                <a:gd name="connsiteY5" fmla="*/ 84156 h 649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0830" h="649288">
                  <a:moveTo>
                    <a:pt x="0" y="0"/>
                  </a:moveTo>
                  <a:lnTo>
                    <a:pt x="2600830" y="0"/>
                  </a:lnTo>
                  <a:lnTo>
                    <a:pt x="2520047" y="89402"/>
                  </a:lnTo>
                  <a:cubicBezTo>
                    <a:pt x="2351572" y="318525"/>
                    <a:pt x="2323328" y="645186"/>
                    <a:pt x="1945040" y="646112"/>
                  </a:cubicBezTo>
                  <a:lnTo>
                    <a:pt x="648052" y="649287"/>
                  </a:lnTo>
                  <a:cubicBezTo>
                    <a:pt x="269764" y="650213"/>
                    <a:pt x="245977" y="310819"/>
                    <a:pt x="77908" y="84156"/>
                  </a:cubicBezTo>
                  <a:close/>
                </a:path>
              </a:pathLst>
            </a:custGeom>
            <a:gradFill flip="none" rotWithShape="1">
              <a:gsLst>
                <a:gs pos="0">
                  <a:schemeClr val="accent1">
                    <a:lumMod val="60000"/>
                    <a:lumOff val="40000"/>
                  </a:schemeClr>
                </a:gs>
                <a:gs pos="26000">
                  <a:schemeClr val="accent1">
                    <a:lumMod val="40000"/>
                    <a:lumOff val="60000"/>
                  </a:schemeClr>
                </a:gs>
                <a:gs pos="100000">
                  <a:schemeClr val="accent1">
                    <a:lumMod val="60000"/>
                    <a:lumOff val="40000"/>
                  </a:schemeClr>
                </a:gs>
              </a:gsLst>
              <a:lin ang="5400000" scaled="0"/>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algn="ctr">
                <a:defRPr/>
              </a:pPr>
              <a:r>
                <a:rPr lang="zh-CN" altLang="en-US" sz="2800" b="1" dirty="0">
                  <a:solidFill>
                    <a:schemeClr val="accent1">
                      <a:lumMod val="50000"/>
                    </a:schemeClr>
                  </a:solidFill>
                  <a:latin typeface="黑体" panose="02010609060101010101" pitchFamily="49" charset="-122"/>
                  <a:ea typeface="黑体" panose="02010609060101010101" pitchFamily="49" charset="-122"/>
                </a:rPr>
                <a:t>算法</a:t>
              </a:r>
              <a:r>
                <a:rPr lang="zh-CN" altLang="en-US" sz="2800" b="1" dirty="0" smtClean="0">
                  <a:solidFill>
                    <a:schemeClr val="accent1">
                      <a:lumMod val="50000"/>
                    </a:schemeClr>
                  </a:solidFill>
                  <a:latin typeface="黑体" panose="02010609060101010101" pitchFamily="49" charset="-122"/>
                  <a:ea typeface="黑体" panose="02010609060101010101" pitchFamily="49" charset="-122"/>
                </a:rPr>
                <a:t>步骤</a:t>
              </a:r>
              <a:endParaRPr lang="zh-CN" altLang="en-US" sz="2800" b="1" dirty="0" smtClean="0">
                <a:solidFill>
                  <a:schemeClr val="accent1">
                    <a:lumMod val="50000"/>
                  </a:schemeClr>
                </a:solidFill>
                <a:latin typeface="黑体" panose="02010609060101010101" pitchFamily="49" charset="-122"/>
                <a:ea typeface="黑体" panose="02010609060101010101" pitchFamily="49" charset="-122"/>
              </a:endParaRPr>
            </a:p>
          </p:txBody>
        </p:sp>
      </p:grpSp>
      <p:sp>
        <p:nvSpPr>
          <p:cNvPr id="10" name="MH_Desc_1"/>
          <p:cNvSpPr/>
          <p:nvPr>
            <p:custDataLst>
              <p:tags r:id="rId5"/>
            </p:custDataLst>
          </p:nvPr>
        </p:nvSpPr>
        <p:spPr>
          <a:xfrm>
            <a:off x="604520" y="2577465"/>
            <a:ext cx="2144395" cy="2911475"/>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2520280" y="0"/>
                </a:lnTo>
                <a:lnTo>
                  <a:pt x="0" y="0"/>
                </a:lnTo>
                <a:close/>
              </a:path>
            </a:pathLst>
          </a:custGeom>
          <a:noFill/>
          <a:ln w="25400" cap="sq">
            <a:solidFill>
              <a:schemeClr val="accent1"/>
            </a:solidFill>
            <a:beve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anchor="ctr">
            <a:normAutofit/>
          </a:bodyPr>
          <a:lstStyle/>
          <a:p>
            <a:pPr algn="just">
              <a:spcBef>
                <a:spcPts val="600"/>
              </a:spcBef>
              <a:spcAft>
                <a:spcPts val="600"/>
              </a:spcAft>
              <a:defRPr/>
            </a:pPr>
            <a:r>
              <a:rPr lang="en-US" altLang="zh-CN" sz="2400" b="1" dirty="0" smtClean="0">
                <a:solidFill>
                  <a:schemeClr val="tx1"/>
                </a:solidFill>
              </a:rPr>
              <a:t>P: </a:t>
            </a:r>
            <a:r>
              <a:rPr lang="zh-CN" altLang="en-US" sz="2400" b="1" dirty="0" smtClean="0">
                <a:solidFill>
                  <a:schemeClr val="tx1"/>
                </a:solidFill>
              </a:rPr>
              <a:t>表示被乘数</a:t>
            </a:r>
            <a:endParaRPr lang="en-US" altLang="zh-CN" sz="2400" b="1" dirty="0" smtClean="0">
              <a:solidFill>
                <a:schemeClr val="tx1"/>
              </a:solidFill>
            </a:endParaRPr>
          </a:p>
          <a:p>
            <a:pPr algn="just">
              <a:spcBef>
                <a:spcPts val="600"/>
              </a:spcBef>
              <a:spcAft>
                <a:spcPts val="600"/>
              </a:spcAft>
              <a:defRPr/>
            </a:pPr>
            <a:r>
              <a:rPr lang="en-US" altLang="zh-CN" sz="2400" b="1" dirty="0" smtClean="0">
                <a:solidFill>
                  <a:schemeClr val="tx1"/>
                </a:solidFill>
              </a:rPr>
              <a:t>i: </a:t>
            </a:r>
            <a:r>
              <a:rPr lang="zh-CN" altLang="en-US" sz="2400" b="1" dirty="0" smtClean="0">
                <a:solidFill>
                  <a:schemeClr val="tx1"/>
                </a:solidFill>
              </a:rPr>
              <a:t>表示乘数</a:t>
            </a:r>
            <a:endParaRPr lang="zh-CN" altLang="en-US" sz="2400" b="1" dirty="0" smtClean="0">
              <a:solidFill>
                <a:schemeClr val="tx1"/>
              </a:solidFill>
            </a:endParaRPr>
          </a:p>
        </p:txBody>
      </p:sp>
      <p:sp>
        <p:nvSpPr>
          <p:cNvPr id="11" name="圆角矩形 10"/>
          <p:cNvSpPr/>
          <p:nvPr/>
        </p:nvSpPr>
        <p:spPr>
          <a:xfrm>
            <a:off x="8264525" y="1790065"/>
            <a:ext cx="3726815" cy="4875530"/>
          </a:xfrm>
          <a:prstGeom prst="roundRect">
            <a:avLst>
              <a:gd name="adj" fmla="val 3742"/>
            </a:avLst>
          </a:prstGeom>
        </p:spPr>
        <p:style>
          <a:lnRef idx="2">
            <a:schemeClr val="accent1"/>
          </a:lnRef>
          <a:fillRef idx="1">
            <a:schemeClr val="lt1"/>
          </a:fillRef>
          <a:effectRef idx="0">
            <a:schemeClr val="accent1"/>
          </a:effectRef>
          <a:fontRef idx="minor">
            <a:schemeClr val="dk1"/>
          </a:fontRef>
        </p:style>
        <p:txBody>
          <a:bodyPr rtlCol="0" anchor="t"/>
          <a:lstStyle/>
          <a:p>
            <a:r>
              <a:rPr lang="en-US" altLang="zh-CN" sz="2000" b="1" dirty="0" smtClean="0">
                <a:solidFill>
                  <a:schemeClr val="tx1"/>
                </a:solidFill>
              </a:rPr>
              <a:t>#include &lt;stdio.h&gt;</a:t>
            </a:r>
            <a:endParaRPr lang="en-US" altLang="zh-CN" sz="2000" b="1" dirty="0" smtClean="0">
              <a:solidFill>
                <a:schemeClr val="tx1"/>
              </a:solidFill>
            </a:endParaRPr>
          </a:p>
          <a:p>
            <a:r>
              <a:rPr lang="en-US" altLang="zh-CN" sz="2000" b="1" dirty="0" smtClean="0">
                <a:solidFill>
                  <a:schemeClr val="tx1"/>
                </a:solidFill>
              </a:rPr>
              <a:t>int main()</a:t>
            </a:r>
            <a:endParaRPr lang="en-US" altLang="zh-CN" sz="2000" b="1" dirty="0" smtClean="0">
              <a:solidFill>
                <a:schemeClr val="tx1"/>
              </a:solidFill>
            </a:endParaRPr>
          </a:p>
          <a:p>
            <a:r>
              <a:rPr lang="en-US" altLang="zh-CN" sz="2000" b="1" dirty="0" smtClean="0">
                <a:solidFill>
                  <a:schemeClr val="tx1"/>
                </a:solidFill>
              </a:rPr>
              <a:t>{</a:t>
            </a:r>
            <a:endParaRPr lang="en-US" altLang="zh-CN" sz="2000" b="1" dirty="0" smtClean="0">
              <a:solidFill>
                <a:schemeClr val="tx1"/>
              </a:solidFill>
            </a:endParaRPr>
          </a:p>
          <a:p>
            <a:pPr defTabSz="361950"/>
            <a:r>
              <a:rPr lang="en-US" altLang="zh-CN" sz="2000" b="1" dirty="0" smtClean="0">
                <a:solidFill>
                  <a:schemeClr val="tx1"/>
                </a:solidFill>
              </a:rPr>
              <a:t>	int i,p;</a:t>
            </a:r>
            <a:endParaRPr lang="en-US" altLang="zh-CN" sz="2000" b="1" dirty="0" smtClean="0">
              <a:solidFill>
                <a:schemeClr val="tx1"/>
              </a:solidFill>
            </a:endParaRPr>
          </a:p>
          <a:p>
            <a:pPr defTabSz="361950"/>
            <a:r>
              <a:rPr lang="en-US" altLang="zh-CN" sz="2000" b="1" dirty="0" smtClean="0">
                <a:solidFill>
                  <a:schemeClr val="tx1"/>
                </a:solidFill>
              </a:rPr>
              <a:t>	p=1;</a:t>
            </a:r>
            <a:endParaRPr lang="en-US" altLang="zh-CN" sz="2000" b="1" dirty="0" smtClean="0">
              <a:solidFill>
                <a:schemeClr val="tx1"/>
              </a:solidFill>
            </a:endParaRPr>
          </a:p>
          <a:p>
            <a:pPr defTabSz="361950"/>
            <a:r>
              <a:rPr lang="en-US" altLang="zh-CN" sz="2000" b="1" dirty="0" smtClean="0">
                <a:solidFill>
                  <a:schemeClr val="tx1"/>
                </a:solidFill>
              </a:rPr>
              <a:t>	i=2;</a:t>
            </a:r>
            <a:endParaRPr lang="en-US" altLang="zh-CN" sz="2000" b="1" dirty="0" smtClean="0">
              <a:solidFill>
                <a:schemeClr val="tx1"/>
              </a:solidFill>
            </a:endParaRPr>
          </a:p>
          <a:p>
            <a:pPr defTabSz="361950"/>
            <a:r>
              <a:rPr lang="en-US" altLang="zh-CN" sz="2000" b="1" dirty="0" smtClean="0">
                <a:solidFill>
                  <a:schemeClr val="tx1"/>
                </a:solidFill>
              </a:rPr>
              <a:t>	while(i&lt;=5)</a:t>
            </a:r>
            <a:endParaRPr lang="en-US" altLang="zh-CN" sz="2000" b="1" dirty="0" smtClean="0">
              <a:solidFill>
                <a:schemeClr val="tx1"/>
              </a:solidFill>
            </a:endParaRPr>
          </a:p>
          <a:p>
            <a:pPr defTabSz="361950"/>
            <a:r>
              <a:rPr lang="en-US" altLang="zh-CN" sz="2000" b="1" dirty="0" smtClean="0">
                <a:solidFill>
                  <a:schemeClr val="tx1"/>
                </a:solidFill>
              </a:rPr>
              <a:t>		{</a:t>
            </a:r>
            <a:endParaRPr lang="en-US" altLang="zh-CN" sz="2000" b="1" dirty="0" smtClean="0">
              <a:solidFill>
                <a:schemeClr val="tx1"/>
              </a:solidFill>
            </a:endParaRPr>
          </a:p>
          <a:p>
            <a:pPr defTabSz="361950"/>
            <a:r>
              <a:rPr lang="en-US" altLang="zh-CN" sz="2000" b="1" dirty="0" smtClean="0">
                <a:solidFill>
                  <a:schemeClr val="tx1"/>
                </a:solidFill>
              </a:rPr>
              <a:t>			p=p*i;</a:t>
            </a:r>
            <a:endParaRPr lang="en-US" altLang="zh-CN" sz="2000" b="1" dirty="0" smtClean="0">
              <a:solidFill>
                <a:schemeClr val="tx1"/>
              </a:solidFill>
            </a:endParaRPr>
          </a:p>
          <a:p>
            <a:pPr defTabSz="361950"/>
            <a:r>
              <a:rPr lang="en-US" altLang="zh-CN" sz="2000" b="1" dirty="0" smtClean="0">
                <a:solidFill>
                  <a:schemeClr val="tx1"/>
                </a:solidFill>
              </a:rPr>
              <a:t>			i=i+1;</a:t>
            </a:r>
            <a:endParaRPr lang="en-US" altLang="zh-CN" sz="2000" b="1" dirty="0" smtClean="0">
              <a:solidFill>
                <a:schemeClr val="tx1"/>
              </a:solidFill>
            </a:endParaRPr>
          </a:p>
          <a:p>
            <a:pPr defTabSz="361950"/>
            <a:r>
              <a:rPr lang="en-US" altLang="zh-CN" sz="2000" b="1" dirty="0" smtClean="0">
                <a:solidFill>
                  <a:schemeClr val="tx1"/>
                </a:solidFill>
              </a:rPr>
              <a:t>		}</a:t>
            </a:r>
            <a:endParaRPr lang="en-US" altLang="zh-CN" sz="2000" b="1" dirty="0" smtClean="0">
              <a:solidFill>
                <a:schemeClr val="tx1"/>
              </a:solidFill>
            </a:endParaRPr>
          </a:p>
          <a:p>
            <a:pPr defTabSz="361950"/>
            <a:r>
              <a:rPr lang="en-US" altLang="zh-CN" sz="2000" b="1" dirty="0" smtClean="0">
                <a:solidFill>
                  <a:schemeClr val="tx1"/>
                </a:solidFill>
              </a:rPr>
              <a:t>	printf(″%d\n″,p);</a:t>
            </a:r>
            <a:endParaRPr lang="en-US" altLang="zh-CN" sz="2000" b="1" dirty="0" smtClean="0">
              <a:solidFill>
                <a:schemeClr val="tx1"/>
              </a:solidFill>
            </a:endParaRPr>
          </a:p>
          <a:p>
            <a:pPr defTabSz="361950"/>
            <a:r>
              <a:rPr lang="en-US" altLang="zh-CN" sz="2000" b="1" dirty="0" smtClean="0">
                <a:solidFill>
                  <a:schemeClr val="tx1"/>
                </a:solidFill>
              </a:rPr>
              <a:t>	return 0;</a:t>
            </a:r>
            <a:endParaRPr lang="en-US" altLang="zh-CN" sz="2000" b="1" dirty="0" smtClean="0">
              <a:solidFill>
                <a:schemeClr val="tx1"/>
              </a:solidFill>
            </a:endParaRPr>
          </a:p>
          <a:p>
            <a:r>
              <a:rPr lang="en-US" altLang="zh-CN" sz="2000" b="1" dirty="0" smtClean="0">
                <a:solidFill>
                  <a:schemeClr val="tx1"/>
                </a:solidFill>
              </a:rPr>
              <a:t>}</a:t>
            </a:r>
            <a:endParaRPr lang="en-US" altLang="zh-CN" sz="2000" b="1" dirty="0" smtClean="0">
              <a:solidFill>
                <a:schemeClr val="tx1"/>
              </a:solidFill>
            </a:endParaRPr>
          </a:p>
        </p:txBody>
      </p:sp>
    </p:spTree>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用计算机语言表示算法</a:t>
            </a:r>
            <a:endParaRPr lang="zh-CN" altLang="en-US" dirty="0"/>
          </a:p>
        </p:txBody>
      </p:sp>
      <mc:AlternateContent xmlns:mc="http://schemas.openxmlformats.org/markup-compatibility/2006">
        <mc:Choice xmlns:a14="http://schemas.microsoft.com/office/drawing/2010/main" Requires="a14">
          <p:sp>
            <p:nvSpPr>
              <p:cNvPr id="4" name="内容占位符 2"/>
              <p:cNvSpPr>
                <a:spLocks noGrp="1"/>
              </p:cNvSpPr>
              <p:nvPr>
                <p:ph idx="1"/>
              </p:nvPr>
            </p:nvSpPr>
            <p:spPr>
              <a:xfrm>
                <a:off x="838200" y="1562211"/>
                <a:ext cx="10791825" cy="589584"/>
              </a:xfrm>
            </p:spPr>
            <p:txBody>
              <a:bodyPr>
                <a:noAutofit/>
              </a:bodyPr>
              <a:lstStyle/>
              <a:p>
                <a:pPr marL="0" indent="0">
                  <a:lnSpc>
                    <a:spcPct val="120000"/>
                  </a:lnSpc>
                  <a:buNone/>
                </a:pPr>
                <a:r>
                  <a:rPr lang="en-US" altLang="zh-CN" sz="2400" dirty="0" smtClean="0">
                    <a:solidFill>
                      <a:schemeClr val="accent1"/>
                    </a:solidFill>
                  </a:rPr>
                  <a:t>【</a:t>
                </a:r>
                <a:r>
                  <a:rPr lang="zh-CN" altLang="en-US" sz="2400" dirty="0" smtClean="0">
                    <a:solidFill>
                      <a:schemeClr val="accent1"/>
                    </a:solidFill>
                  </a:rPr>
                  <a:t>例</a:t>
                </a:r>
                <a:r>
                  <a:rPr lang="en-US" altLang="zh-CN" sz="2400" dirty="0" smtClean="0">
                    <a:solidFill>
                      <a:schemeClr val="accent1"/>
                    </a:solidFill>
                  </a:rPr>
                  <a:t>2.18】</a:t>
                </a:r>
                <a:r>
                  <a:rPr lang="zh-CN" altLang="en-US" sz="2400" dirty="0">
                    <a:solidFill>
                      <a:schemeClr val="accent1"/>
                    </a:solidFill>
                  </a:rPr>
                  <a:t>将例</a:t>
                </a:r>
                <a:r>
                  <a:rPr lang="en-US" altLang="zh-CN" sz="2400" dirty="0">
                    <a:solidFill>
                      <a:schemeClr val="accent1"/>
                    </a:solidFill>
                  </a:rPr>
                  <a:t>2.17</a:t>
                </a:r>
                <a:r>
                  <a:rPr lang="zh-CN" altLang="en-US" sz="2400" dirty="0">
                    <a:solidFill>
                      <a:schemeClr val="accent1"/>
                    </a:solidFill>
                  </a:rPr>
                  <a:t>表示的算法求</a:t>
                </a:r>
                <a14:m>
                  <m:oMath xmlns:m="http://schemas.openxmlformats.org/officeDocument/2006/math">
                    <m:r>
                      <a:rPr lang="en-US" altLang="zh-CN" sz="2400">
                        <a:solidFill>
                          <a:schemeClr val="accent1"/>
                        </a:solidFill>
                        <a:latin typeface="Cambria Math" panose="02040503050406030204" pitchFamily="18" charset="0"/>
                      </a:rPr>
                      <m:t>1</m:t>
                    </m:r>
                    <m:r>
                      <a:rPr lang="zh-CN" altLang="en-US" sz="2400" i="1">
                        <a:solidFill>
                          <a:schemeClr val="accent1"/>
                        </a:solidFill>
                        <a:latin typeface="Cambria Math" panose="02040503050406030204" pitchFamily="18" charset="0"/>
                      </a:rPr>
                      <m:t>−</m:t>
                    </m:r>
                    <m:f>
                      <m:fPr>
                        <m:ctrlPr>
                          <a:rPr lang="zh-CN" altLang="zh-CN" sz="2400" i="1">
                            <a:solidFill>
                              <a:schemeClr val="accent1"/>
                            </a:solidFill>
                            <a:latin typeface="Cambria Math" panose="02040503050406030204" pitchFamily="18" charset="0"/>
                          </a:rPr>
                        </m:ctrlPr>
                      </m:fPr>
                      <m:num>
                        <m:r>
                          <a:rPr lang="en-US" altLang="zh-CN" sz="2400">
                            <a:solidFill>
                              <a:schemeClr val="accent1"/>
                            </a:solidFill>
                            <a:latin typeface="Cambria Math" panose="02040503050406030204" pitchFamily="18" charset="0"/>
                          </a:rPr>
                          <m:t>1</m:t>
                        </m:r>
                      </m:num>
                      <m:den>
                        <m:r>
                          <a:rPr lang="en-US" altLang="zh-CN" sz="2400">
                            <a:solidFill>
                              <a:schemeClr val="accent1"/>
                            </a:solidFill>
                            <a:latin typeface="Cambria Math" panose="02040503050406030204" pitchFamily="18" charset="0"/>
                          </a:rPr>
                          <m:t>2</m:t>
                        </m:r>
                      </m:den>
                    </m:f>
                    <m:r>
                      <a:rPr lang="en-US" altLang="zh-CN" sz="2400" i="1">
                        <a:solidFill>
                          <a:schemeClr val="accent1"/>
                        </a:solidFill>
                        <a:latin typeface="Cambria Math" panose="02040503050406030204" pitchFamily="18" charset="0"/>
                      </a:rPr>
                      <m:t>+</m:t>
                    </m:r>
                    <m:f>
                      <m:fPr>
                        <m:ctrlPr>
                          <a:rPr lang="zh-CN" altLang="zh-CN" sz="2400" i="1">
                            <a:solidFill>
                              <a:schemeClr val="accent1"/>
                            </a:solidFill>
                            <a:latin typeface="Cambria Math" panose="02040503050406030204" pitchFamily="18" charset="0"/>
                          </a:rPr>
                        </m:ctrlPr>
                      </m:fPr>
                      <m:num>
                        <m:r>
                          <a:rPr lang="en-US" altLang="zh-CN" sz="2400" i="1">
                            <a:solidFill>
                              <a:schemeClr val="accent1"/>
                            </a:solidFill>
                            <a:latin typeface="Cambria Math" panose="02040503050406030204" pitchFamily="18" charset="0"/>
                          </a:rPr>
                          <m:t>1</m:t>
                        </m:r>
                      </m:num>
                      <m:den>
                        <m:r>
                          <a:rPr lang="en-US" altLang="zh-CN" sz="2400" i="1">
                            <a:solidFill>
                              <a:schemeClr val="accent1"/>
                            </a:solidFill>
                            <a:latin typeface="Cambria Math" panose="02040503050406030204" pitchFamily="18" charset="0"/>
                          </a:rPr>
                          <m:t>3</m:t>
                        </m:r>
                      </m:den>
                    </m:f>
                    <m:r>
                      <a:rPr lang="zh-CN" altLang="en-US" sz="2400" i="1">
                        <a:solidFill>
                          <a:schemeClr val="accent1"/>
                        </a:solidFill>
                        <a:latin typeface="Cambria Math" panose="02040503050406030204" pitchFamily="18" charset="0"/>
                      </a:rPr>
                      <m:t>−</m:t>
                    </m:r>
                    <m:f>
                      <m:fPr>
                        <m:ctrlPr>
                          <a:rPr lang="zh-CN" altLang="zh-CN" sz="2400" i="1">
                            <a:solidFill>
                              <a:schemeClr val="accent1"/>
                            </a:solidFill>
                            <a:latin typeface="Cambria Math" panose="02040503050406030204" pitchFamily="18" charset="0"/>
                          </a:rPr>
                        </m:ctrlPr>
                      </m:fPr>
                      <m:num>
                        <m:r>
                          <a:rPr lang="en-US" altLang="zh-CN" sz="2400" i="1">
                            <a:solidFill>
                              <a:schemeClr val="accent1"/>
                            </a:solidFill>
                            <a:latin typeface="Cambria Math" panose="02040503050406030204" pitchFamily="18" charset="0"/>
                          </a:rPr>
                          <m:t>1</m:t>
                        </m:r>
                      </m:num>
                      <m:den>
                        <m:r>
                          <a:rPr lang="en-US" altLang="zh-CN" sz="2400" i="1">
                            <a:solidFill>
                              <a:schemeClr val="accent1"/>
                            </a:solidFill>
                            <a:latin typeface="Cambria Math" panose="02040503050406030204" pitchFamily="18" charset="0"/>
                          </a:rPr>
                          <m:t>4</m:t>
                        </m:r>
                      </m:den>
                    </m:f>
                    <m:r>
                      <a:rPr lang="en-US" altLang="zh-CN" sz="2400" i="1">
                        <a:solidFill>
                          <a:schemeClr val="accent1"/>
                        </a:solidFill>
                        <a:latin typeface="Cambria Math" panose="02040503050406030204" pitchFamily="18" charset="0"/>
                      </a:rPr>
                      <m:t>+⋯+</m:t>
                    </m:r>
                    <m:f>
                      <m:fPr>
                        <m:ctrlPr>
                          <a:rPr lang="zh-CN" altLang="zh-CN" sz="2400" i="1">
                            <a:solidFill>
                              <a:schemeClr val="accent1"/>
                            </a:solidFill>
                            <a:latin typeface="Cambria Math" panose="02040503050406030204" pitchFamily="18" charset="0"/>
                          </a:rPr>
                        </m:ctrlPr>
                      </m:fPr>
                      <m:num>
                        <m:r>
                          <a:rPr lang="en-US" altLang="zh-CN" sz="2400" i="1">
                            <a:solidFill>
                              <a:schemeClr val="accent1"/>
                            </a:solidFill>
                            <a:latin typeface="Cambria Math" panose="02040503050406030204" pitchFamily="18" charset="0"/>
                          </a:rPr>
                          <m:t>1</m:t>
                        </m:r>
                      </m:num>
                      <m:den>
                        <m:r>
                          <a:rPr lang="en-US" altLang="zh-CN" sz="2400" i="1">
                            <a:solidFill>
                              <a:schemeClr val="accent1"/>
                            </a:solidFill>
                            <a:latin typeface="Cambria Math" panose="02040503050406030204" pitchFamily="18" charset="0"/>
                          </a:rPr>
                          <m:t>99</m:t>
                        </m:r>
                      </m:den>
                    </m:f>
                    <m:r>
                      <a:rPr lang="zh-CN" altLang="en-US" sz="2400" i="1">
                        <a:solidFill>
                          <a:schemeClr val="accent1"/>
                        </a:solidFill>
                        <a:latin typeface="Cambria Math" panose="02040503050406030204" pitchFamily="18" charset="0"/>
                      </a:rPr>
                      <m:t>−</m:t>
                    </m:r>
                    <m:f>
                      <m:fPr>
                        <m:ctrlPr>
                          <a:rPr lang="zh-CN" altLang="zh-CN" sz="2400" i="1">
                            <a:solidFill>
                              <a:schemeClr val="accent1"/>
                            </a:solidFill>
                            <a:latin typeface="Cambria Math" panose="02040503050406030204" pitchFamily="18" charset="0"/>
                          </a:rPr>
                        </m:ctrlPr>
                      </m:fPr>
                      <m:num>
                        <m:r>
                          <a:rPr lang="en-US" altLang="zh-CN" sz="2400" i="1">
                            <a:solidFill>
                              <a:schemeClr val="accent1"/>
                            </a:solidFill>
                            <a:latin typeface="Cambria Math" panose="02040503050406030204" pitchFamily="18" charset="0"/>
                          </a:rPr>
                          <m:t>1</m:t>
                        </m:r>
                      </m:num>
                      <m:den>
                        <m:r>
                          <a:rPr lang="en-US" altLang="zh-CN" sz="2400" i="1">
                            <a:solidFill>
                              <a:schemeClr val="accent1"/>
                            </a:solidFill>
                            <a:latin typeface="Cambria Math" panose="02040503050406030204" pitchFamily="18" charset="0"/>
                          </a:rPr>
                          <m:t>100</m:t>
                        </m:r>
                      </m:den>
                    </m:f>
                  </m:oMath>
                </a14:m>
                <a:r>
                  <a:rPr lang="zh-CN" altLang="en-US" sz="2400" dirty="0">
                    <a:solidFill>
                      <a:schemeClr val="accent1"/>
                    </a:solidFill>
                  </a:rPr>
                  <a:t>的值用</a:t>
                </a:r>
                <a:r>
                  <a:rPr lang="en-US" altLang="zh-CN" sz="2400" dirty="0">
                    <a:solidFill>
                      <a:schemeClr val="accent1"/>
                    </a:solidFill>
                  </a:rPr>
                  <a:t>C</a:t>
                </a:r>
                <a:r>
                  <a:rPr lang="zh-CN" altLang="en-US" sz="2400" dirty="0">
                    <a:solidFill>
                      <a:schemeClr val="accent1"/>
                    </a:solidFill>
                  </a:rPr>
                  <a:t>语言表示。</a:t>
                </a:r>
                <a:endParaRPr lang="en-US" altLang="zh-CN" sz="2400" dirty="0" smtClean="0">
                  <a:solidFill>
                    <a:schemeClr val="accent1"/>
                  </a:solidFill>
                </a:endParaRPr>
              </a:p>
            </p:txBody>
          </p:sp>
        </mc:Choice>
        <mc:Fallback>
          <p:sp>
            <p:nvSpPr>
              <p:cNvPr id="4" name="内容占位符 2"/>
              <p:cNvSpPr>
                <a:spLocks noGrp="1" noRot="1" noChangeAspect="1" noMove="1" noResize="1" noEditPoints="1" noAdjustHandles="1" noChangeArrowheads="1" noChangeShapeType="1" noTextEdit="1"/>
              </p:cNvSpPr>
              <p:nvPr>
                <p:ph idx="1"/>
              </p:nvPr>
            </p:nvSpPr>
            <p:spPr>
              <a:xfrm>
                <a:off x="838200" y="1562211"/>
                <a:ext cx="10791825" cy="589584"/>
              </a:xfrm>
              <a:blipFill rotWithShape="1">
                <a:blip r:embed="rId1"/>
                <a:stretch>
                  <a:fillRect l="-904" r="-3672" b="-25773"/>
                </a:stretch>
              </a:blipFill>
            </p:spPr>
            <p:txBody>
              <a:bodyPr/>
              <a:lstStyle/>
              <a:p>
                <a:r>
                  <a:rPr lang="zh-CN" altLang="en-US">
                    <a:noFill/>
                  </a:rPr>
                  <a:t> </a:t>
                </a:r>
                <a:endParaRPr lang="zh-CN" altLang="en-US">
                  <a:noFill/>
                </a:endParaRPr>
              </a:p>
            </p:txBody>
          </p:sp>
        </mc:Fallback>
      </mc:AlternateContent>
      <p:sp>
        <p:nvSpPr>
          <p:cNvPr id="11" name="圆角矩形 10"/>
          <p:cNvSpPr/>
          <p:nvPr/>
        </p:nvSpPr>
        <p:spPr>
          <a:xfrm>
            <a:off x="7707630" y="2151380"/>
            <a:ext cx="4484370" cy="3825240"/>
          </a:xfrm>
          <a:prstGeom prst="roundRect">
            <a:avLst>
              <a:gd name="adj" fmla="val 3742"/>
            </a:avLst>
          </a:prstGeom>
        </p:spPr>
        <p:style>
          <a:lnRef idx="2">
            <a:schemeClr val="accent1"/>
          </a:lnRef>
          <a:fillRef idx="1">
            <a:schemeClr val="lt1"/>
          </a:fillRef>
          <a:effectRef idx="0">
            <a:schemeClr val="accent1"/>
          </a:effectRef>
          <a:fontRef idx="minor">
            <a:schemeClr val="dk1"/>
          </a:fontRef>
        </p:style>
        <p:txBody>
          <a:bodyPr rtlCol="0" anchor="t"/>
          <a:lstStyle/>
          <a:p>
            <a:pPr fontAlgn="auto">
              <a:lnSpc>
                <a:spcPts val="2080"/>
              </a:lnSpc>
            </a:pPr>
            <a:r>
              <a:rPr lang="en-US" altLang="zh-CN" sz="2400" b="1" dirty="0" smtClean="0">
                <a:solidFill>
                  <a:schemeClr val="tx1"/>
                </a:solidFill>
              </a:rPr>
              <a:t>#include &lt;stdio.h&gt;</a:t>
            </a:r>
            <a:endParaRPr lang="en-US" altLang="zh-CN" sz="2400" b="1" dirty="0" smtClean="0">
              <a:solidFill>
                <a:schemeClr val="tx1"/>
              </a:solidFill>
            </a:endParaRPr>
          </a:p>
          <a:p>
            <a:pPr fontAlgn="auto">
              <a:lnSpc>
                <a:spcPts val="2080"/>
              </a:lnSpc>
            </a:pPr>
            <a:r>
              <a:rPr lang="en-US" altLang="zh-CN" sz="2400" b="1" dirty="0" smtClean="0">
                <a:solidFill>
                  <a:schemeClr val="tx1"/>
                </a:solidFill>
              </a:rPr>
              <a:t>int main()</a:t>
            </a:r>
            <a:endParaRPr lang="en-US" altLang="zh-CN" sz="2400" b="1" dirty="0" smtClean="0">
              <a:solidFill>
                <a:schemeClr val="tx1"/>
              </a:solidFill>
            </a:endParaRPr>
          </a:p>
          <a:p>
            <a:pPr fontAlgn="auto">
              <a:lnSpc>
                <a:spcPts val="2080"/>
              </a:lnSpc>
            </a:pPr>
            <a:r>
              <a:rPr lang="en-US" altLang="zh-CN" sz="2400" b="1" dirty="0" smtClean="0">
                <a:solidFill>
                  <a:schemeClr val="tx1"/>
                </a:solidFill>
              </a:rPr>
              <a:t>{</a:t>
            </a:r>
            <a:endParaRPr lang="en-US" altLang="zh-CN" sz="2400" b="1" dirty="0" smtClean="0">
              <a:solidFill>
                <a:schemeClr val="tx1"/>
              </a:solidFill>
            </a:endParaRPr>
          </a:p>
          <a:p>
            <a:pPr defTabSz="361950" fontAlgn="auto">
              <a:lnSpc>
                <a:spcPts val="2080"/>
              </a:lnSpc>
            </a:pPr>
            <a:r>
              <a:rPr lang="en-US" altLang="zh-CN" sz="2400" b="1" dirty="0" smtClean="0">
                <a:solidFill>
                  <a:schemeClr val="tx1"/>
                </a:solidFill>
              </a:rPr>
              <a:t>	int sign=1;</a:t>
            </a:r>
            <a:endParaRPr lang="en-US" altLang="zh-CN" sz="2400" b="1" dirty="0" smtClean="0">
              <a:solidFill>
                <a:schemeClr val="tx1"/>
              </a:solidFill>
            </a:endParaRPr>
          </a:p>
          <a:p>
            <a:pPr defTabSz="361950" fontAlgn="auto">
              <a:lnSpc>
                <a:spcPts val="2080"/>
              </a:lnSpc>
            </a:pPr>
            <a:r>
              <a:rPr lang="en-US" altLang="zh-CN" sz="2400" b="1" dirty="0" smtClean="0">
                <a:solidFill>
                  <a:schemeClr val="tx1"/>
                </a:solidFill>
              </a:rPr>
              <a:t>	double deno=2.0,sum=1.0,term;</a:t>
            </a:r>
            <a:endParaRPr lang="en-US" altLang="zh-CN" sz="2400" b="1" dirty="0" smtClean="0">
              <a:solidFill>
                <a:schemeClr val="tx1"/>
              </a:solidFill>
            </a:endParaRPr>
          </a:p>
          <a:p>
            <a:pPr defTabSz="361950" fontAlgn="auto">
              <a:lnSpc>
                <a:spcPts val="2080"/>
              </a:lnSpc>
            </a:pPr>
            <a:r>
              <a:rPr lang="en-US" altLang="zh-CN" sz="2400" b="1" dirty="0" smtClean="0">
                <a:solidFill>
                  <a:schemeClr val="tx1"/>
                </a:solidFill>
              </a:rPr>
              <a:t>	while(deno&lt;=100)</a:t>
            </a:r>
            <a:endParaRPr lang="en-US" altLang="zh-CN" sz="2400" b="1" dirty="0" smtClean="0">
              <a:solidFill>
                <a:schemeClr val="tx1"/>
              </a:solidFill>
            </a:endParaRPr>
          </a:p>
          <a:p>
            <a:pPr defTabSz="361950" fontAlgn="auto">
              <a:lnSpc>
                <a:spcPts val="2080"/>
              </a:lnSpc>
            </a:pPr>
            <a:r>
              <a:rPr lang="en-US" altLang="zh-CN" sz="2400" b="1" dirty="0" smtClean="0">
                <a:solidFill>
                  <a:schemeClr val="tx1"/>
                </a:solidFill>
              </a:rPr>
              <a:t>		{</a:t>
            </a:r>
            <a:endParaRPr lang="en-US" altLang="zh-CN" sz="2400" b="1" dirty="0" smtClean="0">
              <a:solidFill>
                <a:schemeClr val="tx1"/>
              </a:solidFill>
            </a:endParaRPr>
          </a:p>
          <a:p>
            <a:pPr defTabSz="361950" fontAlgn="auto">
              <a:lnSpc>
                <a:spcPts val="2080"/>
              </a:lnSpc>
            </a:pPr>
            <a:r>
              <a:rPr lang="en-US" altLang="zh-CN" sz="2400" b="1" dirty="0" smtClean="0">
                <a:solidFill>
                  <a:schemeClr val="tx1"/>
                </a:solidFill>
              </a:rPr>
              <a:t>			sign=-sign;</a:t>
            </a:r>
            <a:endParaRPr lang="en-US" altLang="zh-CN" sz="2400" b="1" dirty="0" smtClean="0">
              <a:solidFill>
                <a:schemeClr val="tx1"/>
              </a:solidFill>
            </a:endParaRPr>
          </a:p>
          <a:p>
            <a:pPr defTabSz="361950" fontAlgn="auto">
              <a:lnSpc>
                <a:spcPts val="2080"/>
              </a:lnSpc>
            </a:pPr>
            <a:r>
              <a:rPr lang="en-US" altLang="zh-CN" sz="2400" b="1" dirty="0" smtClean="0">
                <a:solidFill>
                  <a:schemeClr val="tx1"/>
                </a:solidFill>
              </a:rPr>
              <a:t>			term=sign/deno;</a:t>
            </a:r>
            <a:endParaRPr lang="en-US" altLang="zh-CN" sz="2400" b="1" dirty="0" smtClean="0">
              <a:solidFill>
                <a:schemeClr val="tx1"/>
              </a:solidFill>
            </a:endParaRPr>
          </a:p>
          <a:p>
            <a:pPr defTabSz="361950" fontAlgn="auto">
              <a:lnSpc>
                <a:spcPts val="2080"/>
              </a:lnSpc>
            </a:pPr>
            <a:r>
              <a:rPr lang="en-US" altLang="zh-CN" sz="2400" b="1" dirty="0" smtClean="0">
                <a:solidFill>
                  <a:schemeClr val="tx1"/>
                </a:solidFill>
              </a:rPr>
              <a:t>			sum=sum+term;</a:t>
            </a:r>
            <a:endParaRPr lang="en-US" altLang="zh-CN" sz="2400" b="1" dirty="0" smtClean="0">
              <a:solidFill>
                <a:schemeClr val="tx1"/>
              </a:solidFill>
            </a:endParaRPr>
          </a:p>
          <a:p>
            <a:pPr defTabSz="361950" fontAlgn="auto">
              <a:lnSpc>
                <a:spcPts val="2080"/>
              </a:lnSpc>
            </a:pPr>
            <a:r>
              <a:rPr lang="en-US" altLang="zh-CN" sz="2400" b="1" dirty="0" smtClean="0">
                <a:solidFill>
                  <a:schemeClr val="tx1"/>
                </a:solidFill>
              </a:rPr>
              <a:t>			deno=deno+1;</a:t>
            </a:r>
            <a:endParaRPr lang="en-US" altLang="zh-CN" sz="2400" b="1" dirty="0" smtClean="0">
              <a:solidFill>
                <a:schemeClr val="tx1"/>
              </a:solidFill>
            </a:endParaRPr>
          </a:p>
          <a:p>
            <a:pPr defTabSz="361950" fontAlgn="auto">
              <a:lnSpc>
                <a:spcPts val="2080"/>
              </a:lnSpc>
            </a:pPr>
            <a:r>
              <a:rPr lang="en-US" altLang="zh-CN" sz="2400" b="1" dirty="0" smtClean="0">
                <a:solidFill>
                  <a:schemeClr val="tx1"/>
                </a:solidFill>
              </a:rPr>
              <a:t>		}</a:t>
            </a:r>
            <a:endParaRPr lang="en-US" altLang="zh-CN" sz="2400" b="1" dirty="0" smtClean="0">
              <a:solidFill>
                <a:schemeClr val="tx1"/>
              </a:solidFill>
            </a:endParaRPr>
          </a:p>
          <a:p>
            <a:pPr defTabSz="361950" fontAlgn="auto">
              <a:lnSpc>
                <a:spcPts val="2080"/>
              </a:lnSpc>
            </a:pPr>
            <a:r>
              <a:rPr lang="en-US" altLang="zh-CN" sz="2400" b="1" dirty="0" smtClean="0">
                <a:solidFill>
                  <a:schemeClr val="tx1"/>
                </a:solidFill>
              </a:rPr>
              <a:t>	printf(″%f\n″,sum);</a:t>
            </a:r>
            <a:endParaRPr lang="en-US" altLang="zh-CN" sz="2400" b="1" dirty="0" smtClean="0">
              <a:solidFill>
                <a:schemeClr val="tx1"/>
              </a:solidFill>
            </a:endParaRPr>
          </a:p>
          <a:p>
            <a:pPr defTabSz="361950" fontAlgn="auto">
              <a:lnSpc>
                <a:spcPts val="2080"/>
              </a:lnSpc>
            </a:pPr>
            <a:r>
              <a:rPr lang="en-US" altLang="zh-CN" sz="2400" b="1" dirty="0" smtClean="0">
                <a:solidFill>
                  <a:schemeClr val="tx1"/>
                </a:solidFill>
              </a:rPr>
              <a:t>	return 0;</a:t>
            </a:r>
            <a:endParaRPr lang="en-US" altLang="zh-CN" sz="2400" b="1" dirty="0" smtClean="0">
              <a:solidFill>
                <a:schemeClr val="tx1"/>
              </a:solidFill>
            </a:endParaRPr>
          </a:p>
          <a:p>
            <a:pPr fontAlgn="auto">
              <a:lnSpc>
                <a:spcPts val="2080"/>
              </a:lnSpc>
            </a:pPr>
            <a:r>
              <a:rPr lang="en-US" altLang="zh-CN" sz="2400" b="1" dirty="0" smtClean="0">
                <a:solidFill>
                  <a:schemeClr val="tx1"/>
                </a:solidFill>
              </a:rPr>
              <a:t>}</a:t>
            </a:r>
            <a:endParaRPr lang="en-US" altLang="zh-CN" sz="2400" b="1" dirty="0" smtClean="0">
              <a:solidFill>
                <a:schemeClr val="tx1"/>
              </a:solidFill>
            </a:endParaRPr>
          </a:p>
        </p:txBody>
      </p:sp>
      <p:grpSp>
        <p:nvGrpSpPr>
          <p:cNvPr id="12" name="组合 11"/>
          <p:cNvGrpSpPr/>
          <p:nvPr/>
        </p:nvGrpSpPr>
        <p:grpSpPr>
          <a:xfrm>
            <a:off x="3696335" y="2568575"/>
            <a:ext cx="4011768" cy="4041139"/>
            <a:chOff x="4030664" y="1795463"/>
            <a:chExt cx="3179762" cy="5273859"/>
          </a:xfrm>
        </p:grpSpPr>
        <p:sp>
          <p:nvSpPr>
            <p:cNvPr id="13" name="MH_Text_1"/>
            <p:cNvSpPr>
              <a:spLocks noChangeAspect="1"/>
            </p:cNvSpPr>
            <p:nvPr>
              <p:custDataLst>
                <p:tags r:id="rId2"/>
              </p:custDataLst>
            </p:nvPr>
          </p:nvSpPr>
          <p:spPr>
            <a:xfrm>
              <a:off x="4030664" y="1916453"/>
              <a:ext cx="2749563" cy="5152869"/>
            </a:xfrm>
            <a:prstGeom prst="roundRect">
              <a:avLst>
                <a:gd name="adj" fmla="val 1429"/>
              </a:avLst>
            </a:prstGeom>
            <a:solidFill>
              <a:srgbClr val="F2F2F2"/>
            </a:solidFill>
            <a:ln w="3175">
              <a:solidFill>
                <a:srgbClr val="D5D5D5"/>
              </a:solidFill>
              <a:prstDash val="solid"/>
            </a:ln>
          </p:spPr>
          <p:style>
            <a:lnRef idx="1">
              <a:schemeClr val="accent6"/>
            </a:lnRef>
            <a:fillRef idx="0">
              <a:schemeClr val="accent6"/>
            </a:fillRef>
            <a:effectRef idx="0">
              <a:schemeClr val="accent6"/>
            </a:effectRef>
            <a:fontRef idx="minor">
              <a:schemeClr val="tx1"/>
            </a:fontRef>
          </p:style>
          <p:txBody>
            <a:bodyPr lIns="288000" tIns="720000" rIns="288000" bIns="360000" anchor="ctr">
              <a:noAutofit/>
            </a:bodyPr>
            <a:lstStyle/>
            <a:p>
              <a:pPr algn="just">
                <a:spcBef>
                  <a:spcPts val="600"/>
                </a:spcBef>
                <a:spcAft>
                  <a:spcPts val="600"/>
                </a:spcAft>
                <a:defRPr/>
              </a:pPr>
              <a:r>
                <a:rPr lang="en-US" altLang="zh-CN" b="1" dirty="0">
                  <a:solidFill>
                    <a:srgbClr val="454545"/>
                  </a:solidFill>
                </a:rPr>
                <a:t>S1: sign=1</a:t>
              </a:r>
              <a:endParaRPr lang="en-US" altLang="zh-CN" b="1" dirty="0">
                <a:solidFill>
                  <a:srgbClr val="454545"/>
                </a:solidFill>
              </a:endParaRPr>
            </a:p>
            <a:p>
              <a:pPr algn="just">
                <a:spcBef>
                  <a:spcPts val="600"/>
                </a:spcBef>
                <a:spcAft>
                  <a:spcPts val="600"/>
                </a:spcAft>
                <a:defRPr/>
              </a:pPr>
              <a:r>
                <a:rPr lang="en-US" altLang="zh-CN" b="1" dirty="0" smtClean="0">
                  <a:solidFill>
                    <a:srgbClr val="454545"/>
                  </a:solidFill>
                </a:rPr>
                <a:t>S2</a:t>
              </a:r>
              <a:r>
                <a:rPr lang="en-US" altLang="zh-CN" b="1" dirty="0">
                  <a:solidFill>
                    <a:srgbClr val="454545"/>
                  </a:solidFill>
                </a:rPr>
                <a:t>: sum=1</a:t>
              </a:r>
              <a:endParaRPr lang="en-US" altLang="zh-CN" b="1" dirty="0">
                <a:solidFill>
                  <a:srgbClr val="454545"/>
                </a:solidFill>
              </a:endParaRPr>
            </a:p>
            <a:p>
              <a:pPr algn="just">
                <a:spcBef>
                  <a:spcPts val="600"/>
                </a:spcBef>
                <a:spcAft>
                  <a:spcPts val="600"/>
                </a:spcAft>
                <a:defRPr/>
              </a:pPr>
              <a:r>
                <a:rPr lang="en-US" altLang="zh-CN" b="1" dirty="0" smtClean="0">
                  <a:solidFill>
                    <a:srgbClr val="454545"/>
                  </a:solidFill>
                </a:rPr>
                <a:t>S3</a:t>
              </a:r>
              <a:r>
                <a:rPr lang="en-US" altLang="zh-CN" b="1" dirty="0">
                  <a:solidFill>
                    <a:srgbClr val="454545"/>
                  </a:solidFill>
                </a:rPr>
                <a:t>: </a:t>
              </a:r>
              <a:r>
                <a:rPr lang="en-US" altLang="zh-CN" b="1" dirty="0" err="1">
                  <a:solidFill>
                    <a:srgbClr val="454545"/>
                  </a:solidFill>
                </a:rPr>
                <a:t>deno</a:t>
              </a:r>
              <a:r>
                <a:rPr lang="en-US" altLang="zh-CN" b="1" dirty="0">
                  <a:solidFill>
                    <a:srgbClr val="454545"/>
                  </a:solidFill>
                </a:rPr>
                <a:t>=2</a:t>
              </a:r>
              <a:endParaRPr lang="en-US" altLang="zh-CN" b="1" dirty="0">
                <a:solidFill>
                  <a:srgbClr val="454545"/>
                </a:solidFill>
              </a:endParaRPr>
            </a:p>
            <a:p>
              <a:pPr algn="just">
                <a:spcBef>
                  <a:spcPts val="600"/>
                </a:spcBef>
                <a:spcAft>
                  <a:spcPts val="600"/>
                </a:spcAft>
                <a:defRPr/>
              </a:pPr>
              <a:r>
                <a:rPr lang="en-US" altLang="zh-CN" b="1" dirty="0" smtClean="0">
                  <a:solidFill>
                    <a:srgbClr val="454545"/>
                  </a:solidFill>
                </a:rPr>
                <a:t>S4</a:t>
              </a:r>
              <a:r>
                <a:rPr lang="en-US" altLang="zh-CN" b="1" dirty="0">
                  <a:solidFill>
                    <a:srgbClr val="454545"/>
                  </a:solidFill>
                </a:rPr>
                <a:t>: sign=(-1</a:t>
              </a:r>
              <a:r>
                <a:rPr lang="en-US" altLang="zh-CN" b="1" dirty="0" smtClean="0">
                  <a:solidFill>
                    <a:srgbClr val="454545"/>
                  </a:solidFill>
                </a:rPr>
                <a:t>)* sign</a:t>
              </a:r>
              <a:endParaRPr lang="en-US" altLang="zh-CN" b="1" dirty="0">
                <a:solidFill>
                  <a:srgbClr val="454545"/>
                </a:solidFill>
              </a:endParaRPr>
            </a:p>
            <a:p>
              <a:pPr algn="just">
                <a:spcBef>
                  <a:spcPts val="600"/>
                </a:spcBef>
                <a:spcAft>
                  <a:spcPts val="600"/>
                </a:spcAft>
                <a:defRPr/>
              </a:pPr>
              <a:r>
                <a:rPr lang="en-US" altLang="zh-CN" b="1" dirty="0" smtClean="0">
                  <a:solidFill>
                    <a:srgbClr val="454545"/>
                  </a:solidFill>
                </a:rPr>
                <a:t>S5</a:t>
              </a:r>
              <a:r>
                <a:rPr lang="en-US" altLang="zh-CN" b="1" dirty="0">
                  <a:solidFill>
                    <a:srgbClr val="454545"/>
                  </a:solidFill>
                </a:rPr>
                <a:t>: </a:t>
              </a:r>
              <a:r>
                <a:rPr lang="en-US" altLang="zh-CN" b="1" dirty="0" smtClean="0">
                  <a:solidFill>
                    <a:srgbClr val="454545"/>
                  </a:solidFill>
                </a:rPr>
                <a:t>term=sign*(1/</a:t>
              </a:r>
              <a:r>
                <a:rPr lang="en-US" altLang="zh-CN" b="1" dirty="0" err="1" smtClean="0">
                  <a:solidFill>
                    <a:srgbClr val="454545"/>
                  </a:solidFill>
                </a:rPr>
                <a:t>deno</a:t>
              </a:r>
              <a:r>
                <a:rPr lang="en-US" altLang="zh-CN" b="1" dirty="0">
                  <a:solidFill>
                    <a:srgbClr val="454545"/>
                  </a:solidFill>
                </a:rPr>
                <a:t>)</a:t>
              </a:r>
              <a:endParaRPr lang="en-US" altLang="zh-CN" b="1" dirty="0">
                <a:solidFill>
                  <a:srgbClr val="454545"/>
                </a:solidFill>
              </a:endParaRPr>
            </a:p>
            <a:p>
              <a:pPr algn="just">
                <a:spcBef>
                  <a:spcPts val="600"/>
                </a:spcBef>
                <a:spcAft>
                  <a:spcPts val="600"/>
                </a:spcAft>
                <a:defRPr/>
              </a:pPr>
              <a:r>
                <a:rPr lang="en-US" altLang="zh-CN" b="1" dirty="0" smtClean="0">
                  <a:solidFill>
                    <a:srgbClr val="454545"/>
                  </a:solidFill>
                </a:rPr>
                <a:t>S6</a:t>
              </a:r>
              <a:r>
                <a:rPr lang="en-US" altLang="zh-CN" b="1" dirty="0">
                  <a:solidFill>
                    <a:srgbClr val="454545"/>
                  </a:solidFill>
                </a:rPr>
                <a:t>: sum=</a:t>
              </a:r>
              <a:r>
                <a:rPr lang="en-US" altLang="zh-CN" b="1" dirty="0" err="1">
                  <a:solidFill>
                    <a:srgbClr val="454545"/>
                  </a:solidFill>
                </a:rPr>
                <a:t>sum+term</a:t>
              </a:r>
              <a:endParaRPr lang="en-US" altLang="zh-CN" b="1" dirty="0">
                <a:solidFill>
                  <a:srgbClr val="454545"/>
                </a:solidFill>
              </a:endParaRPr>
            </a:p>
            <a:p>
              <a:pPr algn="just">
                <a:spcBef>
                  <a:spcPts val="600"/>
                </a:spcBef>
                <a:spcAft>
                  <a:spcPts val="600"/>
                </a:spcAft>
                <a:defRPr/>
              </a:pPr>
              <a:r>
                <a:rPr lang="en-US" altLang="zh-CN" b="1" dirty="0" smtClean="0">
                  <a:solidFill>
                    <a:srgbClr val="454545"/>
                  </a:solidFill>
                </a:rPr>
                <a:t>S7</a:t>
              </a:r>
              <a:r>
                <a:rPr lang="en-US" altLang="zh-CN" b="1" dirty="0">
                  <a:solidFill>
                    <a:srgbClr val="454545"/>
                  </a:solidFill>
                </a:rPr>
                <a:t>: </a:t>
              </a:r>
              <a:r>
                <a:rPr lang="en-US" altLang="zh-CN" b="1" dirty="0" err="1">
                  <a:solidFill>
                    <a:srgbClr val="454545"/>
                  </a:solidFill>
                </a:rPr>
                <a:t>deno</a:t>
              </a:r>
              <a:r>
                <a:rPr lang="en-US" altLang="zh-CN" b="1" dirty="0">
                  <a:solidFill>
                    <a:srgbClr val="454545"/>
                  </a:solidFill>
                </a:rPr>
                <a:t>=deno+1</a:t>
              </a:r>
              <a:endParaRPr lang="en-US" altLang="zh-CN" b="1" dirty="0">
                <a:solidFill>
                  <a:srgbClr val="454545"/>
                </a:solidFill>
              </a:endParaRPr>
            </a:p>
            <a:p>
              <a:pPr algn="just">
                <a:spcBef>
                  <a:spcPts val="600"/>
                </a:spcBef>
                <a:spcAft>
                  <a:spcPts val="600"/>
                </a:spcAft>
                <a:defRPr/>
              </a:pPr>
              <a:r>
                <a:rPr lang="en-US" altLang="zh-CN" b="1" dirty="0" smtClean="0">
                  <a:solidFill>
                    <a:srgbClr val="454545"/>
                  </a:solidFill>
                </a:rPr>
                <a:t>S8</a:t>
              </a:r>
              <a:r>
                <a:rPr lang="en-US" altLang="zh-CN" b="1" dirty="0">
                  <a:solidFill>
                    <a:srgbClr val="454545"/>
                  </a:solidFill>
                </a:rPr>
                <a:t>: </a:t>
              </a:r>
              <a:r>
                <a:rPr lang="zh-CN" altLang="en-US" b="1" dirty="0">
                  <a:solidFill>
                    <a:srgbClr val="454545"/>
                  </a:solidFill>
                </a:rPr>
                <a:t>若</a:t>
              </a:r>
              <a:r>
                <a:rPr lang="en-US" altLang="zh-CN" b="1" dirty="0">
                  <a:solidFill>
                    <a:srgbClr val="454545"/>
                  </a:solidFill>
                </a:rPr>
                <a:t>deno≤100</a:t>
              </a:r>
              <a:r>
                <a:rPr lang="zh-CN" altLang="en-US" b="1" dirty="0">
                  <a:solidFill>
                    <a:srgbClr val="454545"/>
                  </a:solidFill>
                </a:rPr>
                <a:t>返回</a:t>
              </a:r>
              <a:r>
                <a:rPr lang="en-US" altLang="zh-CN" b="1" dirty="0">
                  <a:solidFill>
                    <a:srgbClr val="454545"/>
                  </a:solidFill>
                </a:rPr>
                <a:t>S4</a:t>
              </a:r>
              <a:r>
                <a:rPr lang="zh-CN" altLang="en-US" b="1" dirty="0">
                  <a:solidFill>
                    <a:srgbClr val="454545"/>
                  </a:solidFill>
                </a:rPr>
                <a:t>；否则算法</a:t>
              </a:r>
              <a:r>
                <a:rPr lang="zh-CN" altLang="en-US" b="1" dirty="0" smtClean="0">
                  <a:solidFill>
                    <a:srgbClr val="454545"/>
                  </a:solidFill>
                </a:rPr>
                <a:t>结束</a:t>
              </a:r>
              <a:endParaRPr lang="zh-CN" altLang="en-US" b="1" dirty="0" smtClean="0">
                <a:solidFill>
                  <a:srgbClr val="454545"/>
                </a:solidFill>
              </a:endParaRPr>
            </a:p>
          </p:txBody>
        </p:sp>
        <p:sp>
          <p:nvSpPr>
            <p:cNvPr id="14" name="MH_Other_1"/>
            <p:cNvSpPr/>
            <p:nvPr>
              <p:custDataLst>
                <p:tags r:id="rId3"/>
              </p:custDataLst>
            </p:nvPr>
          </p:nvSpPr>
          <p:spPr>
            <a:xfrm>
              <a:off x="4621214" y="1795463"/>
              <a:ext cx="276225" cy="120650"/>
            </a:xfrm>
            <a:custGeom>
              <a:avLst/>
              <a:gdLst>
                <a:gd name="connsiteX0" fmla="*/ 131005 w 311731"/>
                <a:gd name="connsiteY0" fmla="*/ 0 h 121823"/>
                <a:gd name="connsiteX1" fmla="*/ 180725 w 311731"/>
                <a:gd name="connsiteY1" fmla="*/ 0 h 121823"/>
                <a:gd name="connsiteX2" fmla="*/ 205433 w 311731"/>
                <a:gd name="connsiteY2" fmla="*/ 4162 h 121823"/>
                <a:gd name="connsiteX3" fmla="*/ 309453 w 311731"/>
                <a:gd name="connsiteY3" fmla="*/ 109253 h 121823"/>
                <a:gd name="connsiteX4" fmla="*/ 311731 w 311731"/>
                <a:gd name="connsiteY4" fmla="*/ 121823 h 121823"/>
                <a:gd name="connsiteX5" fmla="*/ 0 w 311731"/>
                <a:gd name="connsiteY5" fmla="*/ 121823 h 121823"/>
                <a:gd name="connsiteX6" fmla="*/ 2277 w 311731"/>
                <a:gd name="connsiteY6" fmla="*/ 109253 h 121823"/>
                <a:gd name="connsiteX7" fmla="*/ 106298 w 311731"/>
                <a:gd name="connsiteY7" fmla="*/ 4162 h 1218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1731" h="121823">
                  <a:moveTo>
                    <a:pt x="131005" y="0"/>
                  </a:moveTo>
                  <a:lnTo>
                    <a:pt x="180725" y="0"/>
                  </a:lnTo>
                  <a:lnTo>
                    <a:pt x="205433" y="4162"/>
                  </a:lnTo>
                  <a:cubicBezTo>
                    <a:pt x="252408" y="20443"/>
                    <a:pt x="290475" y="59254"/>
                    <a:pt x="309453" y="109253"/>
                  </a:cubicBezTo>
                  <a:lnTo>
                    <a:pt x="311731" y="121823"/>
                  </a:lnTo>
                  <a:lnTo>
                    <a:pt x="0" y="121823"/>
                  </a:lnTo>
                  <a:lnTo>
                    <a:pt x="2277" y="109253"/>
                  </a:lnTo>
                  <a:cubicBezTo>
                    <a:pt x="21256" y="59254"/>
                    <a:pt x="59323" y="20443"/>
                    <a:pt x="106298" y="4162"/>
                  </a:cubicBezTo>
                  <a:close/>
                </a:path>
              </a:pathLst>
            </a:custGeom>
            <a:gradFill>
              <a:gsLst>
                <a:gs pos="0">
                  <a:schemeClr val="accent1">
                    <a:lumMod val="50000"/>
                  </a:schemeClr>
                </a:gs>
                <a:gs pos="49000">
                  <a:schemeClr val="accent1"/>
                </a:gs>
                <a:gs pos="100000">
                  <a:schemeClr val="accent1">
                    <a:lumMod val="5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sz="2400" b="1" dirty="0"/>
            </a:p>
          </p:txBody>
        </p:sp>
        <p:sp>
          <p:nvSpPr>
            <p:cNvPr id="15" name="MH_Other_2"/>
            <p:cNvSpPr/>
            <p:nvPr>
              <p:custDataLst>
                <p:tags r:id="rId4"/>
              </p:custDataLst>
            </p:nvPr>
          </p:nvSpPr>
          <p:spPr>
            <a:xfrm>
              <a:off x="6948489" y="1795463"/>
              <a:ext cx="261937" cy="120650"/>
            </a:xfrm>
            <a:custGeom>
              <a:avLst/>
              <a:gdLst>
                <a:gd name="connsiteX0" fmla="*/ 145370 w 318081"/>
                <a:gd name="connsiteY0" fmla="*/ 0 h 130555"/>
                <a:gd name="connsiteX1" fmla="*/ 172710 w 318081"/>
                <a:gd name="connsiteY1" fmla="*/ 0 h 130555"/>
                <a:gd name="connsiteX2" fmla="*/ 209618 w 318081"/>
                <a:gd name="connsiteY2" fmla="*/ 6428 h 130555"/>
                <a:gd name="connsiteX3" fmla="*/ 315757 w 318081"/>
                <a:gd name="connsiteY3" fmla="*/ 117294 h 130555"/>
                <a:gd name="connsiteX4" fmla="*/ 318081 w 318081"/>
                <a:gd name="connsiteY4" fmla="*/ 130555 h 130555"/>
                <a:gd name="connsiteX5" fmla="*/ 0 w 318081"/>
                <a:gd name="connsiteY5" fmla="*/ 130555 h 130555"/>
                <a:gd name="connsiteX6" fmla="*/ 2324 w 318081"/>
                <a:gd name="connsiteY6" fmla="*/ 117294 h 130555"/>
                <a:gd name="connsiteX7" fmla="*/ 108463 w 318081"/>
                <a:gd name="connsiteY7" fmla="*/ 6428 h 1305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8081" h="130555">
                  <a:moveTo>
                    <a:pt x="145370" y="0"/>
                  </a:moveTo>
                  <a:lnTo>
                    <a:pt x="172710" y="0"/>
                  </a:lnTo>
                  <a:lnTo>
                    <a:pt x="209618" y="6428"/>
                  </a:lnTo>
                  <a:cubicBezTo>
                    <a:pt x="257550" y="23604"/>
                    <a:pt x="296392" y="64548"/>
                    <a:pt x="315757" y="117294"/>
                  </a:cubicBezTo>
                  <a:lnTo>
                    <a:pt x="318081" y="130555"/>
                  </a:lnTo>
                  <a:lnTo>
                    <a:pt x="0" y="130555"/>
                  </a:lnTo>
                  <a:lnTo>
                    <a:pt x="2324" y="117294"/>
                  </a:lnTo>
                  <a:cubicBezTo>
                    <a:pt x="21689" y="64548"/>
                    <a:pt x="60531" y="23604"/>
                    <a:pt x="108463" y="6428"/>
                  </a:cubicBezTo>
                  <a:close/>
                </a:path>
              </a:pathLst>
            </a:custGeom>
            <a:gradFill>
              <a:gsLst>
                <a:gs pos="0">
                  <a:schemeClr val="accent1">
                    <a:lumMod val="50000"/>
                  </a:schemeClr>
                </a:gs>
                <a:gs pos="49000">
                  <a:schemeClr val="accent1"/>
                </a:gs>
                <a:gs pos="100000">
                  <a:schemeClr val="accent1">
                    <a:lumMod val="5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zh-CN" altLang="en-US" sz="2400" b="1" dirty="0"/>
            </a:p>
          </p:txBody>
        </p:sp>
        <p:sp>
          <p:nvSpPr>
            <p:cNvPr id="16" name="MH_SubTitle_1"/>
            <p:cNvSpPr/>
            <p:nvPr>
              <p:custDataLst>
                <p:tags r:id="rId5"/>
              </p:custDataLst>
            </p:nvPr>
          </p:nvSpPr>
          <p:spPr>
            <a:xfrm>
              <a:off x="4760914" y="1795464"/>
              <a:ext cx="2308225" cy="649287"/>
            </a:xfrm>
            <a:custGeom>
              <a:avLst/>
              <a:gdLst>
                <a:gd name="connsiteX0" fmla="*/ 0 w 2600830"/>
                <a:gd name="connsiteY0" fmla="*/ 0 h 649288"/>
                <a:gd name="connsiteX1" fmla="*/ 2600830 w 2600830"/>
                <a:gd name="connsiteY1" fmla="*/ 0 h 649288"/>
                <a:gd name="connsiteX2" fmla="*/ 2520047 w 2600830"/>
                <a:gd name="connsiteY2" fmla="*/ 89402 h 649288"/>
                <a:gd name="connsiteX3" fmla="*/ 1945040 w 2600830"/>
                <a:gd name="connsiteY3" fmla="*/ 646112 h 649288"/>
                <a:gd name="connsiteX4" fmla="*/ 648052 w 2600830"/>
                <a:gd name="connsiteY4" fmla="*/ 649287 h 649288"/>
                <a:gd name="connsiteX5" fmla="*/ 77908 w 2600830"/>
                <a:gd name="connsiteY5" fmla="*/ 84156 h 649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600830" h="649288">
                  <a:moveTo>
                    <a:pt x="0" y="0"/>
                  </a:moveTo>
                  <a:lnTo>
                    <a:pt x="2600830" y="0"/>
                  </a:lnTo>
                  <a:lnTo>
                    <a:pt x="2520047" y="89402"/>
                  </a:lnTo>
                  <a:cubicBezTo>
                    <a:pt x="2351572" y="318525"/>
                    <a:pt x="2323328" y="645186"/>
                    <a:pt x="1945040" y="646112"/>
                  </a:cubicBezTo>
                  <a:lnTo>
                    <a:pt x="648052" y="649287"/>
                  </a:lnTo>
                  <a:cubicBezTo>
                    <a:pt x="269764" y="650213"/>
                    <a:pt x="245977" y="310819"/>
                    <a:pt x="77908" y="84156"/>
                  </a:cubicBezTo>
                  <a:close/>
                </a:path>
              </a:pathLst>
            </a:custGeom>
            <a:gradFill flip="none" rotWithShape="1">
              <a:gsLst>
                <a:gs pos="0">
                  <a:schemeClr val="accent1">
                    <a:lumMod val="60000"/>
                    <a:lumOff val="40000"/>
                  </a:schemeClr>
                </a:gs>
                <a:gs pos="26000">
                  <a:schemeClr val="accent1">
                    <a:lumMod val="40000"/>
                    <a:lumOff val="60000"/>
                  </a:schemeClr>
                </a:gs>
                <a:gs pos="100000">
                  <a:schemeClr val="accent1">
                    <a:lumMod val="60000"/>
                    <a:lumOff val="40000"/>
                  </a:schemeClr>
                </a:gs>
              </a:gsLst>
              <a:lin ang="5400000" scaled="0"/>
              <a:tileRect/>
            </a:gradFill>
            <a:ln w="3175">
              <a:noFill/>
            </a:ln>
          </p:spPr>
          <p:style>
            <a:lnRef idx="2">
              <a:schemeClr val="accent1">
                <a:shade val="50000"/>
              </a:schemeClr>
            </a:lnRef>
            <a:fillRef idx="1">
              <a:schemeClr val="accent1"/>
            </a:fillRef>
            <a:effectRef idx="0">
              <a:schemeClr val="accent1"/>
            </a:effectRef>
            <a:fontRef idx="minor">
              <a:schemeClr val="lt1"/>
            </a:fontRef>
          </p:style>
          <p:txBody>
            <a:bodyPr anchor="ctr">
              <a:noAutofit/>
            </a:bodyPr>
            <a:lstStyle/>
            <a:p>
              <a:pPr algn="ctr">
                <a:defRPr/>
              </a:pPr>
              <a:r>
                <a:rPr lang="zh-CN" altLang="en-US" sz="2800" b="1" dirty="0">
                  <a:solidFill>
                    <a:schemeClr val="accent1">
                      <a:lumMod val="50000"/>
                    </a:schemeClr>
                  </a:solidFill>
                  <a:latin typeface="黑体" panose="02010609060101010101" pitchFamily="49" charset="-122"/>
                  <a:ea typeface="黑体" panose="02010609060101010101" pitchFamily="49" charset="-122"/>
                </a:rPr>
                <a:t>算法</a:t>
              </a:r>
              <a:r>
                <a:rPr lang="zh-CN" altLang="en-US" sz="2800" b="1" dirty="0" smtClean="0">
                  <a:solidFill>
                    <a:schemeClr val="accent1">
                      <a:lumMod val="50000"/>
                    </a:schemeClr>
                  </a:solidFill>
                  <a:latin typeface="黑体" panose="02010609060101010101" pitchFamily="49" charset="-122"/>
                  <a:ea typeface="黑体" panose="02010609060101010101" pitchFamily="49" charset="-122"/>
                </a:rPr>
                <a:t>步骤</a:t>
              </a:r>
              <a:endParaRPr lang="zh-CN" altLang="en-US" sz="2800" b="1" dirty="0" smtClean="0">
                <a:solidFill>
                  <a:schemeClr val="accent1">
                    <a:lumMod val="50000"/>
                  </a:schemeClr>
                </a:solidFill>
                <a:latin typeface="黑体" panose="02010609060101010101" pitchFamily="49" charset="-122"/>
                <a:ea typeface="黑体" panose="02010609060101010101" pitchFamily="49" charset="-122"/>
              </a:endParaRPr>
            </a:p>
          </p:txBody>
        </p:sp>
      </p:grpSp>
      <p:sp>
        <p:nvSpPr>
          <p:cNvPr id="17" name="MH_Desc_1"/>
          <p:cNvSpPr/>
          <p:nvPr>
            <p:custDataLst>
              <p:tags r:id="rId6"/>
            </p:custDataLst>
          </p:nvPr>
        </p:nvSpPr>
        <p:spPr>
          <a:xfrm>
            <a:off x="497205" y="2707005"/>
            <a:ext cx="3199130" cy="3451860"/>
          </a:xfrm>
          <a:custGeom>
            <a:avLst/>
            <a:gdLst>
              <a:gd name="connsiteX0" fmla="*/ 0 w 2520280"/>
              <a:gd name="connsiteY0" fmla="*/ 1584176 h 1872208"/>
              <a:gd name="connsiteX1" fmla="*/ 2520280 w 2520280"/>
              <a:gd name="connsiteY1" fmla="*/ 1584176 h 1872208"/>
              <a:gd name="connsiteX2" fmla="*/ 2520280 w 2520280"/>
              <a:gd name="connsiteY2" fmla="*/ 1872208 h 1872208"/>
              <a:gd name="connsiteX3" fmla="*/ 0 w 2520280"/>
              <a:gd name="connsiteY3" fmla="*/ 1872208 h 1872208"/>
              <a:gd name="connsiteX4" fmla="*/ 0 w 2520280"/>
              <a:gd name="connsiteY4" fmla="*/ 1584176 h 1872208"/>
              <a:gd name="connsiteX5" fmla="*/ 0 w 2520280"/>
              <a:gd name="connsiteY5" fmla="*/ 0 h 1872208"/>
              <a:gd name="connsiteX6" fmla="*/ 2520280 w 2520280"/>
              <a:gd name="connsiteY6" fmla="*/ 0 h 1872208"/>
              <a:gd name="connsiteX7" fmla="*/ 2520280 w 2520280"/>
              <a:gd name="connsiteY7" fmla="*/ 288032 h 1872208"/>
              <a:gd name="connsiteX8" fmla="*/ 0 w 2520280"/>
              <a:gd name="connsiteY8" fmla="*/ 0 h 1872208"/>
              <a:gd name="connsiteX0-1" fmla="*/ 0 w 2520280"/>
              <a:gd name="connsiteY0-2" fmla="*/ 1584176 h 1872208"/>
              <a:gd name="connsiteX1-3" fmla="*/ 2520280 w 2520280"/>
              <a:gd name="connsiteY1-4" fmla="*/ 1584176 h 1872208"/>
              <a:gd name="connsiteX2-5" fmla="*/ 2520280 w 2520280"/>
              <a:gd name="connsiteY2-6" fmla="*/ 1872208 h 1872208"/>
              <a:gd name="connsiteX3-7" fmla="*/ 0 w 2520280"/>
              <a:gd name="connsiteY3-8" fmla="*/ 1872208 h 1872208"/>
              <a:gd name="connsiteX4-9" fmla="*/ 0 w 2520280"/>
              <a:gd name="connsiteY4-10" fmla="*/ 1584176 h 1872208"/>
              <a:gd name="connsiteX5-11" fmla="*/ 0 w 2520280"/>
              <a:gd name="connsiteY5-12" fmla="*/ 0 h 1872208"/>
              <a:gd name="connsiteX6-13" fmla="*/ 2520280 w 2520280"/>
              <a:gd name="connsiteY6-14" fmla="*/ 0 h 1872208"/>
              <a:gd name="connsiteX7-15" fmla="*/ 0 w 2520280"/>
              <a:gd name="connsiteY7-16" fmla="*/ 0 h 1872208"/>
              <a:gd name="connsiteX0-17" fmla="*/ 0 w 2520280"/>
              <a:gd name="connsiteY0-18" fmla="*/ 1872208 h 1872208"/>
              <a:gd name="connsiteX1-19" fmla="*/ 2520280 w 2520280"/>
              <a:gd name="connsiteY1-20" fmla="*/ 1584176 h 1872208"/>
              <a:gd name="connsiteX2-21" fmla="*/ 2520280 w 2520280"/>
              <a:gd name="connsiteY2-22" fmla="*/ 1872208 h 1872208"/>
              <a:gd name="connsiteX3-23" fmla="*/ 0 w 2520280"/>
              <a:gd name="connsiteY3-24" fmla="*/ 1872208 h 1872208"/>
              <a:gd name="connsiteX4-25" fmla="*/ 0 w 2520280"/>
              <a:gd name="connsiteY4-26" fmla="*/ 0 h 1872208"/>
              <a:gd name="connsiteX5-27" fmla="*/ 2520280 w 2520280"/>
              <a:gd name="connsiteY5-28" fmla="*/ 0 h 1872208"/>
              <a:gd name="connsiteX6-29" fmla="*/ 0 w 2520280"/>
              <a:gd name="connsiteY6-30" fmla="*/ 0 h 1872208"/>
              <a:gd name="connsiteX0-31" fmla="*/ 0 w 2520280"/>
              <a:gd name="connsiteY0-32" fmla="*/ 1872208 h 1872208"/>
              <a:gd name="connsiteX1-33" fmla="*/ 2520280 w 2520280"/>
              <a:gd name="connsiteY1-34" fmla="*/ 1872208 h 1872208"/>
              <a:gd name="connsiteX2-35" fmla="*/ 0 w 2520280"/>
              <a:gd name="connsiteY2-36" fmla="*/ 1872208 h 1872208"/>
              <a:gd name="connsiteX3-37" fmla="*/ 0 w 2520280"/>
              <a:gd name="connsiteY3-38" fmla="*/ 0 h 1872208"/>
              <a:gd name="connsiteX4-39" fmla="*/ 2520280 w 2520280"/>
              <a:gd name="connsiteY4-40" fmla="*/ 0 h 1872208"/>
              <a:gd name="connsiteX5-41" fmla="*/ 0 w 2520280"/>
              <a:gd name="connsiteY5-42" fmla="*/ 0 h 1872208"/>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Lst>
            <a:rect l="l" t="t" r="r" b="b"/>
            <a:pathLst>
              <a:path w="2520280" h="1872208">
                <a:moveTo>
                  <a:pt x="0" y="1872208"/>
                </a:moveTo>
                <a:lnTo>
                  <a:pt x="2520280" y="1872208"/>
                </a:lnTo>
                <a:lnTo>
                  <a:pt x="0" y="1872208"/>
                </a:lnTo>
                <a:close/>
                <a:moveTo>
                  <a:pt x="0" y="0"/>
                </a:moveTo>
                <a:lnTo>
                  <a:pt x="2520280" y="0"/>
                </a:lnTo>
                <a:lnTo>
                  <a:pt x="0" y="0"/>
                </a:lnTo>
                <a:close/>
              </a:path>
            </a:pathLst>
          </a:custGeom>
          <a:noFill/>
          <a:ln w="25400" cap="sq">
            <a:solidFill>
              <a:schemeClr val="accent1"/>
            </a:solidFill>
            <a:bevel/>
          </a:ln>
        </p:spPr>
        <p:style>
          <a:lnRef idx="2">
            <a:schemeClr val="accent1">
              <a:shade val="50000"/>
            </a:schemeClr>
          </a:lnRef>
          <a:fillRef idx="1">
            <a:schemeClr val="accent1"/>
          </a:fillRef>
          <a:effectRef idx="0">
            <a:schemeClr val="accent1"/>
          </a:effectRef>
          <a:fontRef idx="minor">
            <a:schemeClr val="lt1"/>
          </a:fontRef>
        </p:style>
        <p:txBody>
          <a:bodyPr lIns="72000" tIns="72000" rIns="72000" bIns="72000" anchor="ctr">
            <a:normAutofit/>
          </a:bodyPr>
          <a:lstStyle/>
          <a:p>
            <a:pPr algn="just">
              <a:spcBef>
                <a:spcPts val="600"/>
              </a:spcBef>
              <a:spcAft>
                <a:spcPts val="600"/>
              </a:spcAft>
            </a:pPr>
            <a:r>
              <a:rPr lang="en-US" altLang="zh-CN" b="1" dirty="0">
                <a:solidFill>
                  <a:schemeClr val="tx1"/>
                </a:solidFill>
              </a:rPr>
              <a:t>sign</a:t>
            </a:r>
            <a:r>
              <a:rPr lang="zh-CN" altLang="en-US" b="1" dirty="0">
                <a:solidFill>
                  <a:schemeClr val="tx1"/>
                </a:solidFill>
              </a:rPr>
              <a:t>：表示当前项的数值符号</a:t>
            </a:r>
            <a:endParaRPr lang="en-US" altLang="zh-CN" b="1" dirty="0">
              <a:solidFill>
                <a:schemeClr val="tx1"/>
              </a:solidFill>
            </a:endParaRPr>
          </a:p>
          <a:p>
            <a:pPr algn="just">
              <a:spcBef>
                <a:spcPts val="600"/>
              </a:spcBef>
              <a:spcAft>
                <a:spcPts val="600"/>
              </a:spcAft>
            </a:pPr>
            <a:r>
              <a:rPr lang="en-US" altLang="zh-CN" b="1" dirty="0">
                <a:solidFill>
                  <a:schemeClr val="tx1"/>
                </a:solidFill>
              </a:rPr>
              <a:t>term</a:t>
            </a:r>
            <a:r>
              <a:rPr lang="zh-CN" altLang="en-US" b="1" dirty="0">
                <a:solidFill>
                  <a:schemeClr val="tx1"/>
                </a:solidFill>
              </a:rPr>
              <a:t>：表示当前项的值</a:t>
            </a:r>
            <a:endParaRPr lang="en-US" altLang="zh-CN" b="1" dirty="0">
              <a:solidFill>
                <a:schemeClr val="tx1"/>
              </a:solidFill>
            </a:endParaRPr>
          </a:p>
          <a:p>
            <a:pPr algn="just">
              <a:spcBef>
                <a:spcPts val="600"/>
              </a:spcBef>
              <a:spcAft>
                <a:spcPts val="600"/>
              </a:spcAft>
            </a:pPr>
            <a:r>
              <a:rPr lang="en-US" altLang="zh-CN" b="1" dirty="0">
                <a:solidFill>
                  <a:schemeClr val="tx1"/>
                </a:solidFill>
              </a:rPr>
              <a:t>sum</a:t>
            </a:r>
            <a:r>
              <a:rPr lang="zh-CN" altLang="en-US" b="1" dirty="0">
                <a:solidFill>
                  <a:schemeClr val="tx1"/>
                </a:solidFill>
              </a:rPr>
              <a:t>：表示当前项的累加和</a:t>
            </a:r>
            <a:endParaRPr lang="en-US" altLang="zh-CN" b="1" dirty="0">
              <a:solidFill>
                <a:schemeClr val="tx1"/>
              </a:solidFill>
            </a:endParaRPr>
          </a:p>
          <a:p>
            <a:pPr algn="just">
              <a:spcBef>
                <a:spcPts val="600"/>
              </a:spcBef>
              <a:spcAft>
                <a:spcPts val="600"/>
              </a:spcAft>
            </a:pPr>
            <a:r>
              <a:rPr lang="en-US" altLang="zh-CN" b="1" dirty="0" err="1">
                <a:solidFill>
                  <a:schemeClr val="tx1"/>
                </a:solidFill>
              </a:rPr>
              <a:t>deno</a:t>
            </a:r>
            <a:r>
              <a:rPr lang="zh-CN" altLang="en-US" b="1" dirty="0">
                <a:solidFill>
                  <a:schemeClr val="tx1"/>
                </a:solidFill>
              </a:rPr>
              <a:t>：表示当前项的分母</a:t>
            </a:r>
            <a:endParaRPr lang="en-US" altLang="zh-CN" b="1" dirty="0">
              <a:solidFill>
                <a:schemeClr val="tx1"/>
              </a:solidFill>
            </a:endParaRPr>
          </a:p>
        </p:txBody>
      </p:sp>
    </p:spTree>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结构化程序设计方法</a:t>
            </a:r>
            <a:endParaRPr lang="zh-CN" altLang="en-US" dirty="0"/>
          </a:p>
        </p:txBody>
      </p:sp>
      <p:sp>
        <p:nvSpPr>
          <p:cNvPr id="4" name="MH_Other_1"/>
          <p:cNvSpPr>
            <a:spLocks noChangeArrowheads="1"/>
          </p:cNvSpPr>
          <p:nvPr>
            <p:custDataLst>
              <p:tags r:id="rId1"/>
            </p:custDataLst>
          </p:nvPr>
        </p:nvSpPr>
        <p:spPr bwMode="gray">
          <a:xfrm rot="19800000" flipV="1">
            <a:off x="6329364" y="3089276"/>
            <a:ext cx="820737" cy="85725"/>
          </a:xfrm>
          <a:prstGeom prst="roundRect">
            <a:avLst>
              <a:gd name="adj" fmla="val 49219"/>
            </a:avLst>
          </a:prstGeom>
          <a:gradFill rotWithShape="1">
            <a:gsLst>
              <a:gs pos="0">
                <a:schemeClr val="tx2">
                  <a:lumMod val="50000"/>
                  <a:lumOff val="50000"/>
                </a:schemeClr>
              </a:gs>
              <a:gs pos="100000">
                <a:schemeClr val="tx2">
                  <a:lumMod val="10000"/>
                  <a:lumOff val="90000"/>
                </a:schemeClr>
              </a:gs>
            </a:gsLst>
            <a:lin ang="5400000" scaled="1"/>
          </a:gradFill>
          <a:ln>
            <a:noFill/>
          </a:ln>
          <a:effectLst/>
        </p:spPr>
        <p:txBody>
          <a:bodyPr wrap="none" anchor="ctr"/>
          <a:lstStyle/>
          <a:p>
            <a:pPr>
              <a:defRPr/>
            </a:pPr>
            <a:endParaRPr lang="zh-CN" altLang="en-US" sz="1350" dirty="0">
              <a:solidFill>
                <a:prstClr val="black">
                  <a:lumMod val="50000"/>
                </a:prstClr>
              </a:solidFill>
              <a:ea typeface="微软雅黑" panose="020B0503020204020204" pitchFamily="34" charset="-122"/>
            </a:endParaRPr>
          </a:p>
        </p:txBody>
      </p:sp>
      <p:sp>
        <p:nvSpPr>
          <p:cNvPr id="5" name="MH_Other_2"/>
          <p:cNvSpPr/>
          <p:nvPr>
            <p:custDataLst>
              <p:tags r:id="rId2"/>
            </p:custDataLst>
          </p:nvPr>
        </p:nvSpPr>
        <p:spPr>
          <a:xfrm>
            <a:off x="5286439" y="4106811"/>
            <a:ext cx="1607960" cy="301134"/>
          </a:xfrm>
          <a:prstGeom prst="ellipse">
            <a:avLst/>
          </a:prstGeom>
          <a:gradFill flip="none" rotWithShape="1">
            <a:gsLst>
              <a:gs pos="97000">
                <a:schemeClr val="tx1">
                  <a:alpha val="0"/>
                </a:schemeClr>
              </a:gs>
              <a:gs pos="0">
                <a:schemeClr val="tx1">
                  <a:alpha val="32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dirty="0">
              <a:solidFill>
                <a:prstClr val="black">
                  <a:lumMod val="50000"/>
                </a:prstClr>
              </a:solidFill>
            </a:endParaRPr>
          </a:p>
        </p:txBody>
      </p:sp>
      <p:sp>
        <p:nvSpPr>
          <p:cNvPr id="6" name="MH_Other_3"/>
          <p:cNvSpPr/>
          <p:nvPr>
            <p:custDataLst>
              <p:tags r:id="rId3"/>
            </p:custDataLst>
          </p:nvPr>
        </p:nvSpPr>
        <p:spPr>
          <a:xfrm>
            <a:off x="4238553" y="4708482"/>
            <a:ext cx="668284" cy="163021"/>
          </a:xfrm>
          <a:prstGeom prst="ellipse">
            <a:avLst/>
          </a:prstGeom>
          <a:gradFill flip="none" rotWithShape="1">
            <a:gsLst>
              <a:gs pos="97000">
                <a:schemeClr val="tx1">
                  <a:alpha val="0"/>
                </a:schemeClr>
              </a:gs>
              <a:gs pos="0">
                <a:schemeClr val="tx1">
                  <a:alpha val="22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dirty="0">
              <a:solidFill>
                <a:prstClr val="black">
                  <a:lumMod val="50000"/>
                </a:prstClr>
              </a:solidFill>
            </a:endParaRPr>
          </a:p>
        </p:txBody>
      </p:sp>
      <p:sp>
        <p:nvSpPr>
          <p:cNvPr id="7" name="MH_Other_4"/>
          <p:cNvSpPr/>
          <p:nvPr>
            <p:custDataLst>
              <p:tags r:id="rId4"/>
            </p:custDataLst>
          </p:nvPr>
        </p:nvSpPr>
        <p:spPr>
          <a:xfrm>
            <a:off x="6927306" y="3115749"/>
            <a:ext cx="551087" cy="115144"/>
          </a:xfrm>
          <a:prstGeom prst="ellipse">
            <a:avLst/>
          </a:prstGeom>
          <a:gradFill flip="none" rotWithShape="1">
            <a:gsLst>
              <a:gs pos="97000">
                <a:schemeClr val="tx1">
                  <a:alpha val="0"/>
                </a:schemeClr>
              </a:gs>
              <a:gs pos="0">
                <a:schemeClr val="tx1">
                  <a:alpha val="22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dirty="0">
              <a:solidFill>
                <a:prstClr val="black">
                  <a:lumMod val="50000"/>
                </a:prstClr>
              </a:solidFill>
            </a:endParaRPr>
          </a:p>
        </p:txBody>
      </p:sp>
      <p:sp>
        <p:nvSpPr>
          <p:cNvPr id="8" name="MH_Other_5"/>
          <p:cNvSpPr>
            <a:spLocks noChangeArrowheads="1"/>
          </p:cNvSpPr>
          <p:nvPr>
            <p:custDataLst>
              <p:tags r:id="rId5"/>
            </p:custDataLst>
          </p:nvPr>
        </p:nvSpPr>
        <p:spPr bwMode="auto">
          <a:xfrm>
            <a:off x="6927851" y="2579688"/>
            <a:ext cx="549275" cy="550862"/>
          </a:xfrm>
          <a:prstGeom prst="ellipse">
            <a:avLst/>
          </a:prstGeom>
          <a:gradFill rotWithShape="1">
            <a:gsLst>
              <a:gs pos="0">
                <a:schemeClr val="accent1">
                  <a:lumMod val="40000"/>
                  <a:lumOff val="60000"/>
                </a:schemeClr>
              </a:gs>
              <a:gs pos="100000">
                <a:schemeClr val="accent1"/>
              </a:gs>
            </a:gsLst>
            <a:path path="shape">
              <a:fillToRect l="50000" t="50000" r="50000" b="50000"/>
            </a:path>
          </a:gradFill>
          <a:ln w="9525">
            <a:noFill/>
            <a:round/>
          </a:ln>
          <a:effectLst/>
        </p:spPr>
        <p:txBody>
          <a:bodyPr lIns="0" tIns="0" rIns="0" bIns="0" anchor="ctr"/>
          <a:lstStyle/>
          <a:p>
            <a:pPr algn="ctr">
              <a:defRPr/>
            </a:pPr>
            <a:r>
              <a:rPr lang="en-US" altLang="zh-CN" sz="3200" kern="0" dirty="0" smtClean="0">
                <a:solidFill>
                  <a:prstClr val="white"/>
                </a:solidFill>
                <a:latin typeface="Arial" panose="020B0604020202020204" pitchFamily="34" charset="0"/>
                <a:ea typeface="微软雅黑" panose="020B0503020204020204" pitchFamily="34" charset="-122"/>
              </a:rPr>
              <a:t>3</a:t>
            </a:r>
            <a:endParaRPr lang="zh-CN" altLang="en-US" sz="3200" kern="0" dirty="0">
              <a:solidFill>
                <a:prstClr val="white"/>
              </a:solidFill>
              <a:latin typeface="Arial" panose="020B0604020202020204" pitchFamily="34" charset="0"/>
              <a:ea typeface="微软雅黑" panose="020B0503020204020204" pitchFamily="34" charset="-122"/>
            </a:endParaRPr>
          </a:p>
        </p:txBody>
      </p:sp>
      <p:sp>
        <p:nvSpPr>
          <p:cNvPr id="9" name="MH_Other_6"/>
          <p:cNvSpPr/>
          <p:nvPr>
            <p:custDataLst>
              <p:tags r:id="rId6"/>
            </p:custDataLst>
          </p:nvPr>
        </p:nvSpPr>
        <p:spPr>
          <a:xfrm>
            <a:off x="4689460" y="3135588"/>
            <a:ext cx="586218" cy="117200"/>
          </a:xfrm>
          <a:prstGeom prst="ellipse">
            <a:avLst/>
          </a:prstGeom>
          <a:gradFill flip="none" rotWithShape="1">
            <a:gsLst>
              <a:gs pos="97000">
                <a:schemeClr val="tx1">
                  <a:alpha val="0"/>
                </a:schemeClr>
              </a:gs>
              <a:gs pos="0">
                <a:schemeClr val="tx1">
                  <a:alpha val="22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dirty="0">
              <a:solidFill>
                <a:prstClr val="black">
                  <a:lumMod val="50000"/>
                </a:prstClr>
              </a:solidFill>
            </a:endParaRPr>
          </a:p>
        </p:txBody>
      </p:sp>
      <p:sp>
        <p:nvSpPr>
          <p:cNvPr id="10" name="MH_Other_7"/>
          <p:cNvSpPr>
            <a:spLocks noChangeArrowheads="1"/>
          </p:cNvSpPr>
          <p:nvPr>
            <p:custDataLst>
              <p:tags r:id="rId7"/>
            </p:custDataLst>
          </p:nvPr>
        </p:nvSpPr>
        <p:spPr bwMode="gray">
          <a:xfrm rot="1620000" flipH="1" flipV="1">
            <a:off x="5030789" y="3070225"/>
            <a:ext cx="822325" cy="84138"/>
          </a:xfrm>
          <a:prstGeom prst="roundRect">
            <a:avLst>
              <a:gd name="adj" fmla="val 47781"/>
            </a:avLst>
          </a:prstGeom>
          <a:gradFill rotWithShape="1">
            <a:gsLst>
              <a:gs pos="0">
                <a:schemeClr val="tx2">
                  <a:lumMod val="50000"/>
                  <a:lumOff val="50000"/>
                </a:schemeClr>
              </a:gs>
              <a:gs pos="100000">
                <a:schemeClr val="tx2">
                  <a:lumMod val="10000"/>
                  <a:lumOff val="90000"/>
                </a:schemeClr>
              </a:gs>
            </a:gsLst>
            <a:lin ang="5400000" scaled="1"/>
          </a:gradFill>
          <a:ln>
            <a:noFill/>
          </a:ln>
          <a:effectLst/>
        </p:spPr>
        <p:txBody>
          <a:bodyPr wrap="none" anchor="ctr"/>
          <a:lstStyle/>
          <a:p>
            <a:pPr>
              <a:defRPr/>
            </a:pPr>
            <a:endParaRPr lang="zh-CN" altLang="en-US" sz="1350" dirty="0">
              <a:solidFill>
                <a:prstClr val="black">
                  <a:lumMod val="50000"/>
                </a:prstClr>
              </a:solidFill>
              <a:ea typeface="微软雅黑" panose="020B0503020204020204" pitchFamily="34" charset="-122"/>
            </a:endParaRPr>
          </a:p>
        </p:txBody>
      </p:sp>
      <p:sp>
        <p:nvSpPr>
          <p:cNvPr id="11" name="MH_Other_8"/>
          <p:cNvSpPr>
            <a:spLocks noChangeArrowheads="1"/>
          </p:cNvSpPr>
          <p:nvPr>
            <p:custDataLst>
              <p:tags r:id="rId8"/>
            </p:custDataLst>
          </p:nvPr>
        </p:nvSpPr>
        <p:spPr bwMode="gray">
          <a:xfrm rot="19800000" flipV="1">
            <a:off x="4681539" y="3929064"/>
            <a:ext cx="1031875" cy="85725"/>
          </a:xfrm>
          <a:prstGeom prst="roundRect">
            <a:avLst>
              <a:gd name="adj" fmla="val 39062"/>
            </a:avLst>
          </a:prstGeom>
          <a:gradFill rotWithShape="1">
            <a:gsLst>
              <a:gs pos="0">
                <a:schemeClr val="tx2">
                  <a:lumMod val="50000"/>
                  <a:lumOff val="50000"/>
                </a:schemeClr>
              </a:gs>
              <a:gs pos="100000">
                <a:schemeClr val="tx2">
                  <a:lumMod val="10000"/>
                  <a:lumOff val="90000"/>
                </a:schemeClr>
              </a:gs>
            </a:gsLst>
            <a:lin ang="5400000" scaled="1"/>
          </a:gradFill>
          <a:ln>
            <a:noFill/>
          </a:ln>
          <a:effectLst/>
        </p:spPr>
        <p:txBody>
          <a:bodyPr wrap="none" anchor="ctr"/>
          <a:lstStyle/>
          <a:p>
            <a:pPr>
              <a:defRPr/>
            </a:pPr>
            <a:endParaRPr lang="zh-CN" altLang="en-US" sz="1350" dirty="0">
              <a:solidFill>
                <a:prstClr val="black">
                  <a:lumMod val="50000"/>
                </a:prstClr>
              </a:solidFill>
              <a:ea typeface="微软雅黑" panose="020B0503020204020204" pitchFamily="34" charset="-122"/>
            </a:endParaRPr>
          </a:p>
        </p:txBody>
      </p:sp>
      <p:sp>
        <p:nvSpPr>
          <p:cNvPr id="12" name="MH_Other_9"/>
          <p:cNvSpPr>
            <a:spLocks noChangeArrowheads="1"/>
          </p:cNvSpPr>
          <p:nvPr>
            <p:custDataLst>
              <p:tags r:id="rId9"/>
            </p:custDataLst>
          </p:nvPr>
        </p:nvSpPr>
        <p:spPr bwMode="auto">
          <a:xfrm>
            <a:off x="4191000" y="3959225"/>
            <a:ext cx="762000" cy="762000"/>
          </a:xfrm>
          <a:prstGeom prst="ellipse">
            <a:avLst/>
          </a:prstGeom>
          <a:gradFill rotWithShape="1">
            <a:gsLst>
              <a:gs pos="0">
                <a:schemeClr val="accent1">
                  <a:lumMod val="40000"/>
                  <a:lumOff val="60000"/>
                </a:schemeClr>
              </a:gs>
              <a:gs pos="100000">
                <a:schemeClr val="accent1"/>
              </a:gs>
            </a:gsLst>
            <a:path path="shape">
              <a:fillToRect l="50000" t="50000" r="50000" b="50000"/>
            </a:path>
          </a:gradFill>
          <a:ln w="9525">
            <a:noFill/>
            <a:round/>
          </a:ln>
          <a:effectLst/>
        </p:spPr>
        <p:txBody>
          <a:bodyPr lIns="0" tIns="0" rIns="0" bIns="0" anchor="ctr"/>
          <a:lstStyle/>
          <a:p>
            <a:pPr algn="ctr">
              <a:defRPr/>
            </a:pPr>
            <a:r>
              <a:rPr lang="en-US" altLang="zh-CN" sz="3200" kern="0" dirty="0" smtClean="0">
                <a:solidFill>
                  <a:prstClr val="white"/>
                </a:solidFill>
                <a:latin typeface="Arial" panose="020B0604020202020204" pitchFamily="34" charset="0"/>
                <a:ea typeface="微软雅黑" panose="020B0503020204020204" pitchFamily="34" charset="-122"/>
              </a:rPr>
              <a:t>2</a:t>
            </a:r>
            <a:endParaRPr lang="zh-CN" altLang="en-US" sz="3200" kern="0" dirty="0">
              <a:solidFill>
                <a:prstClr val="white"/>
              </a:solidFill>
              <a:latin typeface="Arial" panose="020B0604020202020204" pitchFamily="34" charset="0"/>
              <a:ea typeface="微软雅黑" panose="020B0503020204020204" pitchFamily="34" charset="-122"/>
            </a:endParaRPr>
          </a:p>
        </p:txBody>
      </p:sp>
      <p:sp>
        <p:nvSpPr>
          <p:cNvPr id="13" name="MH_Other_10"/>
          <p:cNvSpPr>
            <a:spLocks noChangeArrowheads="1"/>
          </p:cNvSpPr>
          <p:nvPr>
            <p:custDataLst>
              <p:tags r:id="rId10"/>
            </p:custDataLst>
          </p:nvPr>
        </p:nvSpPr>
        <p:spPr bwMode="gray">
          <a:xfrm rot="1620000" flipH="1" flipV="1">
            <a:off x="6516689" y="3900489"/>
            <a:ext cx="852487" cy="84137"/>
          </a:xfrm>
          <a:prstGeom prst="roundRect">
            <a:avLst>
              <a:gd name="adj" fmla="val 41138"/>
            </a:avLst>
          </a:prstGeom>
          <a:gradFill rotWithShape="1">
            <a:gsLst>
              <a:gs pos="0">
                <a:schemeClr val="tx2">
                  <a:lumMod val="50000"/>
                  <a:lumOff val="50000"/>
                </a:schemeClr>
              </a:gs>
              <a:gs pos="100000">
                <a:schemeClr val="tx2">
                  <a:lumMod val="10000"/>
                  <a:lumOff val="90000"/>
                </a:schemeClr>
              </a:gs>
            </a:gsLst>
            <a:lin ang="5400000" scaled="1"/>
          </a:gradFill>
          <a:ln>
            <a:noFill/>
          </a:ln>
          <a:effectLst/>
        </p:spPr>
        <p:txBody>
          <a:bodyPr wrap="none" anchor="ctr"/>
          <a:lstStyle/>
          <a:p>
            <a:pPr>
              <a:defRPr/>
            </a:pPr>
            <a:endParaRPr lang="zh-CN" altLang="en-US" sz="1350" dirty="0">
              <a:solidFill>
                <a:prstClr val="black">
                  <a:lumMod val="50000"/>
                </a:prstClr>
              </a:solidFill>
              <a:ea typeface="微软雅黑" panose="020B0503020204020204" pitchFamily="34" charset="-122"/>
            </a:endParaRPr>
          </a:p>
        </p:txBody>
      </p:sp>
      <p:sp>
        <p:nvSpPr>
          <p:cNvPr id="14" name="MH_Other_11"/>
          <p:cNvSpPr/>
          <p:nvPr>
            <p:custDataLst>
              <p:tags r:id="rId11"/>
            </p:custDataLst>
          </p:nvPr>
        </p:nvSpPr>
        <p:spPr>
          <a:xfrm>
            <a:off x="7267563" y="4657186"/>
            <a:ext cx="671291" cy="176320"/>
          </a:xfrm>
          <a:prstGeom prst="ellipse">
            <a:avLst/>
          </a:prstGeom>
          <a:gradFill flip="none" rotWithShape="1">
            <a:gsLst>
              <a:gs pos="97000">
                <a:schemeClr val="tx1">
                  <a:alpha val="0"/>
                </a:schemeClr>
              </a:gs>
              <a:gs pos="0">
                <a:schemeClr val="tx1">
                  <a:alpha val="22000"/>
                </a:schemeClr>
              </a:gs>
            </a:gsLst>
            <a:path path="shap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a:defRPr/>
            </a:pPr>
            <a:endParaRPr lang="zh-CN" altLang="en-US" sz="1350" dirty="0">
              <a:solidFill>
                <a:prstClr val="black">
                  <a:lumMod val="50000"/>
                </a:prstClr>
              </a:solidFill>
            </a:endParaRPr>
          </a:p>
        </p:txBody>
      </p:sp>
      <p:sp>
        <p:nvSpPr>
          <p:cNvPr id="15" name="MH_Other_12"/>
          <p:cNvSpPr>
            <a:spLocks noChangeArrowheads="1"/>
          </p:cNvSpPr>
          <p:nvPr>
            <p:custDataLst>
              <p:tags r:id="rId12"/>
            </p:custDataLst>
          </p:nvPr>
        </p:nvSpPr>
        <p:spPr bwMode="auto">
          <a:xfrm>
            <a:off x="7221538" y="3902075"/>
            <a:ext cx="762000" cy="762000"/>
          </a:xfrm>
          <a:prstGeom prst="ellipse">
            <a:avLst/>
          </a:prstGeom>
          <a:gradFill rotWithShape="1">
            <a:gsLst>
              <a:gs pos="0">
                <a:schemeClr val="accent1">
                  <a:lumMod val="40000"/>
                  <a:lumOff val="60000"/>
                </a:schemeClr>
              </a:gs>
              <a:gs pos="100000">
                <a:schemeClr val="accent1"/>
              </a:gs>
            </a:gsLst>
            <a:path path="shape">
              <a:fillToRect l="50000" t="50000" r="50000" b="50000"/>
            </a:path>
          </a:gradFill>
          <a:ln w="9525">
            <a:noFill/>
            <a:round/>
          </a:ln>
          <a:effectLst/>
        </p:spPr>
        <p:txBody>
          <a:bodyPr lIns="0" tIns="0" rIns="0" bIns="0" anchor="ctr"/>
          <a:lstStyle/>
          <a:p>
            <a:pPr algn="ctr">
              <a:defRPr/>
            </a:pPr>
            <a:r>
              <a:rPr lang="en-US" altLang="zh-CN" sz="3200" kern="0" dirty="0" smtClean="0">
                <a:solidFill>
                  <a:prstClr val="white"/>
                </a:solidFill>
                <a:latin typeface="Arial" panose="020B0604020202020204" pitchFamily="34" charset="0"/>
                <a:ea typeface="微软雅黑" panose="020B0503020204020204" pitchFamily="34" charset="-122"/>
              </a:rPr>
              <a:t>4</a:t>
            </a:r>
            <a:endParaRPr lang="zh-CN" altLang="en-US" sz="3200" kern="0" dirty="0">
              <a:solidFill>
                <a:prstClr val="white"/>
              </a:solidFill>
              <a:latin typeface="Arial" panose="020B0604020202020204" pitchFamily="34" charset="0"/>
              <a:ea typeface="微软雅黑" panose="020B0503020204020204" pitchFamily="34" charset="-122"/>
            </a:endParaRPr>
          </a:p>
        </p:txBody>
      </p:sp>
      <p:sp>
        <p:nvSpPr>
          <p:cNvPr id="16" name="MH_Other_13"/>
          <p:cNvSpPr>
            <a:spLocks noChangeArrowheads="1"/>
          </p:cNvSpPr>
          <p:nvPr>
            <p:custDataLst>
              <p:tags r:id="rId13"/>
            </p:custDataLst>
          </p:nvPr>
        </p:nvSpPr>
        <p:spPr bwMode="auto">
          <a:xfrm>
            <a:off x="4706938" y="2573339"/>
            <a:ext cx="550862" cy="549275"/>
          </a:xfrm>
          <a:prstGeom prst="ellipse">
            <a:avLst/>
          </a:prstGeom>
          <a:gradFill rotWithShape="1">
            <a:gsLst>
              <a:gs pos="0">
                <a:schemeClr val="accent1">
                  <a:lumMod val="40000"/>
                  <a:lumOff val="60000"/>
                </a:schemeClr>
              </a:gs>
              <a:gs pos="100000">
                <a:schemeClr val="accent1"/>
              </a:gs>
            </a:gsLst>
            <a:path path="shape">
              <a:fillToRect l="50000" t="50000" r="50000" b="50000"/>
            </a:path>
          </a:gradFill>
          <a:ln w="9525">
            <a:noFill/>
            <a:round/>
          </a:ln>
          <a:effectLst/>
        </p:spPr>
        <p:txBody>
          <a:bodyPr lIns="0" tIns="0" rIns="0" bIns="0" anchor="ctr"/>
          <a:lstStyle/>
          <a:p>
            <a:pPr algn="ctr">
              <a:defRPr/>
            </a:pPr>
            <a:r>
              <a:rPr lang="en-US" altLang="zh-CN" sz="3200" kern="0" dirty="0" smtClean="0">
                <a:solidFill>
                  <a:prstClr val="white"/>
                </a:solidFill>
                <a:latin typeface="Arial" panose="020B0604020202020204" pitchFamily="34" charset="0"/>
                <a:ea typeface="微软雅黑" panose="020B0503020204020204" pitchFamily="34" charset="-122"/>
              </a:rPr>
              <a:t>1</a:t>
            </a:r>
            <a:endParaRPr lang="zh-CN" altLang="en-US" sz="3200" kern="0" dirty="0">
              <a:solidFill>
                <a:prstClr val="white"/>
              </a:solidFill>
              <a:latin typeface="Arial" panose="020B0604020202020204" pitchFamily="34" charset="0"/>
              <a:ea typeface="微软雅黑" panose="020B0503020204020204" pitchFamily="34" charset="-122"/>
            </a:endParaRPr>
          </a:p>
        </p:txBody>
      </p:sp>
      <p:sp>
        <p:nvSpPr>
          <p:cNvPr id="17" name="MH_Title_1"/>
          <p:cNvSpPr>
            <a:spLocks noChangeArrowheads="1"/>
          </p:cNvSpPr>
          <p:nvPr>
            <p:custDataLst>
              <p:tags r:id="rId14"/>
            </p:custDataLst>
          </p:nvPr>
        </p:nvSpPr>
        <p:spPr bwMode="auto">
          <a:xfrm>
            <a:off x="5397501" y="2792414"/>
            <a:ext cx="1393825" cy="1393825"/>
          </a:xfrm>
          <a:prstGeom prst="ellipse">
            <a:avLst/>
          </a:prstGeom>
          <a:gradFill rotWithShape="1">
            <a:gsLst>
              <a:gs pos="0">
                <a:schemeClr val="accent1">
                  <a:lumMod val="60000"/>
                  <a:lumOff val="40000"/>
                </a:schemeClr>
              </a:gs>
              <a:gs pos="100000">
                <a:schemeClr val="accent1">
                  <a:lumMod val="75000"/>
                </a:schemeClr>
              </a:gs>
            </a:gsLst>
            <a:path path="shape">
              <a:fillToRect l="50000" t="50000" r="50000" b="50000"/>
            </a:path>
          </a:gradFill>
          <a:ln w="9525">
            <a:noFill/>
            <a:round/>
          </a:ln>
          <a:effectLst/>
        </p:spPr>
        <p:txBody>
          <a:bodyPr lIns="0" tIns="0" rIns="0" bIns="0" anchor="ctr">
            <a:normAutofit/>
          </a:bodyPr>
          <a:lstStyle/>
          <a:p>
            <a:pPr algn="ctr">
              <a:defRPr/>
            </a:pPr>
            <a:endParaRPr lang="zh-CN" altLang="en-US" sz="2400" kern="0" dirty="0">
              <a:solidFill>
                <a:srgbClr val="FFFFFF"/>
              </a:solidFill>
            </a:endParaRPr>
          </a:p>
        </p:txBody>
      </p:sp>
      <p:sp>
        <p:nvSpPr>
          <p:cNvPr id="18" name="MH_Other_14"/>
          <p:cNvSpPr/>
          <p:nvPr>
            <p:custDataLst>
              <p:tags r:id="rId15"/>
            </p:custDataLst>
          </p:nvPr>
        </p:nvSpPr>
        <p:spPr bwMode="auto">
          <a:xfrm>
            <a:off x="5556250" y="2830514"/>
            <a:ext cx="1081088" cy="511175"/>
          </a:xfrm>
          <a:custGeom>
            <a:avLst/>
            <a:gdLst>
              <a:gd name="T0" fmla="*/ 729 w 1321"/>
              <a:gd name="T1" fmla="*/ 203 h 712"/>
              <a:gd name="T2" fmla="*/ 738 w 1321"/>
              <a:gd name="T3" fmla="*/ 224 h 712"/>
              <a:gd name="T4" fmla="*/ 740 w 1321"/>
              <a:gd name="T5" fmla="*/ 244 h 712"/>
              <a:gd name="T6" fmla="*/ 737 w 1321"/>
              <a:gd name="T7" fmla="*/ 262 h 712"/>
              <a:gd name="T8" fmla="*/ 727 w 1321"/>
              <a:gd name="T9" fmla="*/ 279 h 712"/>
              <a:gd name="T10" fmla="*/ 713 w 1321"/>
              <a:gd name="T11" fmla="*/ 294 h 712"/>
              <a:gd name="T12" fmla="*/ 694 w 1321"/>
              <a:gd name="T13" fmla="*/ 306 h 712"/>
              <a:gd name="T14" fmla="*/ 670 w 1321"/>
              <a:gd name="T15" fmla="*/ 318 h 712"/>
              <a:gd name="T16" fmla="*/ 643 w 1321"/>
              <a:gd name="T17" fmla="*/ 329 h 712"/>
              <a:gd name="T18" fmla="*/ 612 w 1321"/>
              <a:gd name="T19" fmla="*/ 338 h 712"/>
              <a:gd name="T20" fmla="*/ 578 w 1321"/>
              <a:gd name="T21" fmla="*/ 346 h 712"/>
              <a:gd name="T22" fmla="*/ 542 w 1321"/>
              <a:gd name="T23" fmla="*/ 352 h 712"/>
              <a:gd name="T24" fmla="*/ 502 w 1321"/>
              <a:gd name="T25" fmla="*/ 357 h 712"/>
              <a:gd name="T26" fmla="*/ 462 w 1321"/>
              <a:gd name="T27" fmla="*/ 360 h 712"/>
              <a:gd name="T28" fmla="*/ 445 w 1321"/>
              <a:gd name="T29" fmla="*/ 361 h 712"/>
              <a:gd name="T30" fmla="*/ 267 w 1321"/>
              <a:gd name="T31" fmla="*/ 361 h 712"/>
              <a:gd name="T32" fmla="*/ 264 w 1321"/>
              <a:gd name="T33" fmla="*/ 361 h 712"/>
              <a:gd name="T34" fmla="*/ 229 w 1321"/>
              <a:gd name="T35" fmla="*/ 359 h 712"/>
              <a:gd name="T36" fmla="*/ 195 w 1321"/>
              <a:gd name="T37" fmla="*/ 357 h 712"/>
              <a:gd name="T38" fmla="*/ 162 w 1321"/>
              <a:gd name="T39" fmla="*/ 353 h 712"/>
              <a:gd name="T40" fmla="*/ 132 w 1321"/>
              <a:gd name="T41" fmla="*/ 349 h 712"/>
              <a:gd name="T42" fmla="*/ 104 w 1321"/>
              <a:gd name="T43" fmla="*/ 343 h 712"/>
              <a:gd name="T44" fmla="*/ 79 w 1321"/>
              <a:gd name="T45" fmla="*/ 336 h 712"/>
              <a:gd name="T46" fmla="*/ 57 w 1321"/>
              <a:gd name="T47" fmla="*/ 329 h 712"/>
              <a:gd name="T48" fmla="*/ 38 w 1321"/>
              <a:gd name="T49" fmla="*/ 319 h 712"/>
              <a:gd name="T50" fmla="*/ 22 w 1321"/>
              <a:gd name="T51" fmla="*/ 308 h 712"/>
              <a:gd name="T52" fmla="*/ 10 w 1321"/>
              <a:gd name="T53" fmla="*/ 296 h 712"/>
              <a:gd name="T54" fmla="*/ 3 w 1321"/>
              <a:gd name="T55" fmla="*/ 281 h 712"/>
              <a:gd name="T56" fmla="*/ 0 w 1321"/>
              <a:gd name="T57" fmla="*/ 266 h 712"/>
              <a:gd name="T58" fmla="*/ 0 w 1321"/>
              <a:gd name="T59" fmla="*/ 264 h 712"/>
              <a:gd name="T60" fmla="*/ 2 w 1321"/>
              <a:gd name="T61" fmla="*/ 247 h 712"/>
              <a:gd name="T62" fmla="*/ 9 w 1321"/>
              <a:gd name="T63" fmla="*/ 226 h 712"/>
              <a:gd name="T64" fmla="*/ 29 w 1321"/>
              <a:gd name="T65" fmla="*/ 188 h 712"/>
              <a:gd name="T66" fmla="*/ 53 w 1321"/>
              <a:gd name="T67" fmla="*/ 152 h 712"/>
              <a:gd name="T68" fmla="*/ 82 w 1321"/>
              <a:gd name="T69" fmla="*/ 119 h 712"/>
              <a:gd name="T70" fmla="*/ 114 w 1321"/>
              <a:gd name="T71" fmla="*/ 89 h 712"/>
              <a:gd name="T72" fmla="*/ 151 w 1321"/>
              <a:gd name="T73" fmla="*/ 63 h 712"/>
              <a:gd name="T74" fmla="*/ 191 w 1321"/>
              <a:gd name="T75" fmla="*/ 42 h 712"/>
              <a:gd name="T76" fmla="*/ 232 w 1321"/>
              <a:gd name="T77" fmla="*/ 24 h 712"/>
              <a:gd name="T78" fmla="*/ 278 w 1321"/>
              <a:gd name="T79" fmla="*/ 11 h 712"/>
              <a:gd name="T80" fmla="*/ 325 w 1321"/>
              <a:gd name="T81" fmla="*/ 3 h 712"/>
              <a:gd name="T82" fmla="*/ 374 w 1321"/>
              <a:gd name="T83" fmla="*/ 0 h 712"/>
              <a:gd name="T84" fmla="*/ 374 w 1321"/>
              <a:gd name="T85" fmla="*/ 0 h 712"/>
              <a:gd name="T86" fmla="*/ 425 w 1321"/>
              <a:gd name="T87" fmla="*/ 3 h 712"/>
              <a:gd name="T88" fmla="*/ 474 w 1321"/>
              <a:gd name="T89" fmla="*/ 12 h 712"/>
              <a:gd name="T90" fmla="*/ 522 w 1321"/>
              <a:gd name="T91" fmla="*/ 27 h 712"/>
              <a:gd name="T92" fmla="*/ 566 w 1321"/>
              <a:gd name="T93" fmla="*/ 46 h 712"/>
              <a:gd name="T94" fmla="*/ 606 w 1321"/>
              <a:gd name="T95" fmla="*/ 69 h 712"/>
              <a:gd name="T96" fmla="*/ 644 w 1321"/>
              <a:gd name="T97" fmla="*/ 98 h 712"/>
              <a:gd name="T98" fmla="*/ 677 w 1321"/>
              <a:gd name="T99" fmla="*/ 130 h 712"/>
              <a:gd name="T100" fmla="*/ 705 w 1321"/>
              <a:gd name="T101" fmla="*/ 165 h 712"/>
              <a:gd name="T102" fmla="*/ 729 w 1321"/>
              <a:gd name="T103" fmla="*/ 203 h 712"/>
              <a:gd name="T104" fmla="*/ 729 w 1321"/>
              <a:gd name="T105" fmla="*/ 203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chemeClr val="accent1">
                  <a:lumMod val="75000"/>
                  <a:alpha val="0"/>
                </a:schemeClr>
              </a:gs>
            </a:gsLst>
            <a:lin ang="5400000" scaled="1"/>
          </a:gradFill>
          <a:ln>
            <a:noFill/>
          </a:ln>
        </p:spPr>
        <p:txBody>
          <a:bodyPr/>
          <a:lstStyle/>
          <a:p>
            <a:pPr>
              <a:defRPr/>
            </a:pPr>
            <a:endParaRPr lang="zh-CN" altLang="en-US" kern="0" dirty="0">
              <a:solidFill>
                <a:sysClr val="windowText" lastClr="000000"/>
              </a:solidFill>
              <a:ea typeface="微软雅黑" panose="020B0503020204020204" pitchFamily="34" charset="-122"/>
            </a:endParaRPr>
          </a:p>
        </p:txBody>
      </p:sp>
      <p:sp>
        <p:nvSpPr>
          <p:cNvPr id="19" name="MH_Other_15"/>
          <p:cNvSpPr/>
          <p:nvPr>
            <p:custDataLst>
              <p:tags r:id="rId16"/>
            </p:custDataLst>
          </p:nvPr>
        </p:nvSpPr>
        <p:spPr bwMode="auto">
          <a:xfrm>
            <a:off x="7296151" y="3924300"/>
            <a:ext cx="606425" cy="287338"/>
          </a:xfrm>
          <a:custGeom>
            <a:avLst/>
            <a:gdLst>
              <a:gd name="T0" fmla="*/ 729 w 1321"/>
              <a:gd name="T1" fmla="*/ 203 h 712"/>
              <a:gd name="T2" fmla="*/ 738 w 1321"/>
              <a:gd name="T3" fmla="*/ 224 h 712"/>
              <a:gd name="T4" fmla="*/ 740 w 1321"/>
              <a:gd name="T5" fmla="*/ 244 h 712"/>
              <a:gd name="T6" fmla="*/ 737 w 1321"/>
              <a:gd name="T7" fmla="*/ 262 h 712"/>
              <a:gd name="T8" fmla="*/ 727 w 1321"/>
              <a:gd name="T9" fmla="*/ 279 h 712"/>
              <a:gd name="T10" fmla="*/ 713 w 1321"/>
              <a:gd name="T11" fmla="*/ 294 h 712"/>
              <a:gd name="T12" fmla="*/ 694 w 1321"/>
              <a:gd name="T13" fmla="*/ 306 h 712"/>
              <a:gd name="T14" fmla="*/ 670 w 1321"/>
              <a:gd name="T15" fmla="*/ 318 h 712"/>
              <a:gd name="T16" fmla="*/ 643 w 1321"/>
              <a:gd name="T17" fmla="*/ 329 h 712"/>
              <a:gd name="T18" fmla="*/ 612 w 1321"/>
              <a:gd name="T19" fmla="*/ 338 h 712"/>
              <a:gd name="T20" fmla="*/ 578 w 1321"/>
              <a:gd name="T21" fmla="*/ 346 h 712"/>
              <a:gd name="T22" fmla="*/ 542 w 1321"/>
              <a:gd name="T23" fmla="*/ 352 h 712"/>
              <a:gd name="T24" fmla="*/ 502 w 1321"/>
              <a:gd name="T25" fmla="*/ 357 h 712"/>
              <a:gd name="T26" fmla="*/ 462 w 1321"/>
              <a:gd name="T27" fmla="*/ 360 h 712"/>
              <a:gd name="T28" fmla="*/ 445 w 1321"/>
              <a:gd name="T29" fmla="*/ 361 h 712"/>
              <a:gd name="T30" fmla="*/ 267 w 1321"/>
              <a:gd name="T31" fmla="*/ 361 h 712"/>
              <a:gd name="T32" fmla="*/ 264 w 1321"/>
              <a:gd name="T33" fmla="*/ 361 h 712"/>
              <a:gd name="T34" fmla="*/ 229 w 1321"/>
              <a:gd name="T35" fmla="*/ 359 h 712"/>
              <a:gd name="T36" fmla="*/ 195 w 1321"/>
              <a:gd name="T37" fmla="*/ 357 h 712"/>
              <a:gd name="T38" fmla="*/ 162 w 1321"/>
              <a:gd name="T39" fmla="*/ 353 h 712"/>
              <a:gd name="T40" fmla="*/ 132 w 1321"/>
              <a:gd name="T41" fmla="*/ 349 h 712"/>
              <a:gd name="T42" fmla="*/ 104 w 1321"/>
              <a:gd name="T43" fmla="*/ 343 h 712"/>
              <a:gd name="T44" fmla="*/ 79 w 1321"/>
              <a:gd name="T45" fmla="*/ 336 h 712"/>
              <a:gd name="T46" fmla="*/ 57 w 1321"/>
              <a:gd name="T47" fmla="*/ 329 h 712"/>
              <a:gd name="T48" fmla="*/ 38 w 1321"/>
              <a:gd name="T49" fmla="*/ 319 h 712"/>
              <a:gd name="T50" fmla="*/ 22 w 1321"/>
              <a:gd name="T51" fmla="*/ 308 h 712"/>
              <a:gd name="T52" fmla="*/ 10 w 1321"/>
              <a:gd name="T53" fmla="*/ 296 h 712"/>
              <a:gd name="T54" fmla="*/ 3 w 1321"/>
              <a:gd name="T55" fmla="*/ 281 h 712"/>
              <a:gd name="T56" fmla="*/ 0 w 1321"/>
              <a:gd name="T57" fmla="*/ 266 h 712"/>
              <a:gd name="T58" fmla="*/ 0 w 1321"/>
              <a:gd name="T59" fmla="*/ 264 h 712"/>
              <a:gd name="T60" fmla="*/ 2 w 1321"/>
              <a:gd name="T61" fmla="*/ 247 h 712"/>
              <a:gd name="T62" fmla="*/ 9 w 1321"/>
              <a:gd name="T63" fmla="*/ 226 h 712"/>
              <a:gd name="T64" fmla="*/ 29 w 1321"/>
              <a:gd name="T65" fmla="*/ 188 h 712"/>
              <a:gd name="T66" fmla="*/ 53 w 1321"/>
              <a:gd name="T67" fmla="*/ 152 h 712"/>
              <a:gd name="T68" fmla="*/ 82 w 1321"/>
              <a:gd name="T69" fmla="*/ 119 h 712"/>
              <a:gd name="T70" fmla="*/ 114 w 1321"/>
              <a:gd name="T71" fmla="*/ 89 h 712"/>
              <a:gd name="T72" fmla="*/ 151 w 1321"/>
              <a:gd name="T73" fmla="*/ 63 h 712"/>
              <a:gd name="T74" fmla="*/ 191 w 1321"/>
              <a:gd name="T75" fmla="*/ 42 h 712"/>
              <a:gd name="T76" fmla="*/ 232 w 1321"/>
              <a:gd name="T77" fmla="*/ 24 h 712"/>
              <a:gd name="T78" fmla="*/ 278 w 1321"/>
              <a:gd name="T79" fmla="*/ 11 h 712"/>
              <a:gd name="T80" fmla="*/ 325 w 1321"/>
              <a:gd name="T81" fmla="*/ 3 h 712"/>
              <a:gd name="T82" fmla="*/ 374 w 1321"/>
              <a:gd name="T83" fmla="*/ 0 h 712"/>
              <a:gd name="T84" fmla="*/ 374 w 1321"/>
              <a:gd name="T85" fmla="*/ 0 h 712"/>
              <a:gd name="T86" fmla="*/ 425 w 1321"/>
              <a:gd name="T87" fmla="*/ 3 h 712"/>
              <a:gd name="T88" fmla="*/ 474 w 1321"/>
              <a:gd name="T89" fmla="*/ 12 h 712"/>
              <a:gd name="T90" fmla="*/ 522 w 1321"/>
              <a:gd name="T91" fmla="*/ 27 h 712"/>
              <a:gd name="T92" fmla="*/ 566 w 1321"/>
              <a:gd name="T93" fmla="*/ 46 h 712"/>
              <a:gd name="T94" fmla="*/ 606 w 1321"/>
              <a:gd name="T95" fmla="*/ 69 h 712"/>
              <a:gd name="T96" fmla="*/ 644 w 1321"/>
              <a:gd name="T97" fmla="*/ 98 h 712"/>
              <a:gd name="T98" fmla="*/ 677 w 1321"/>
              <a:gd name="T99" fmla="*/ 130 h 712"/>
              <a:gd name="T100" fmla="*/ 705 w 1321"/>
              <a:gd name="T101" fmla="*/ 165 h 712"/>
              <a:gd name="T102" fmla="*/ 729 w 1321"/>
              <a:gd name="T103" fmla="*/ 203 h 712"/>
              <a:gd name="T104" fmla="*/ 729 w 1321"/>
              <a:gd name="T105" fmla="*/ 203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chemeClr val="accent1">
                  <a:lumMod val="60000"/>
                  <a:lumOff val="40000"/>
                  <a:alpha val="0"/>
                </a:schemeClr>
              </a:gs>
            </a:gsLst>
            <a:lin ang="5400000" scaled="1"/>
          </a:gradFill>
          <a:ln>
            <a:noFill/>
          </a:ln>
        </p:spPr>
        <p:txBody>
          <a:bodyPr/>
          <a:lstStyle/>
          <a:p>
            <a:pPr>
              <a:defRPr/>
            </a:pPr>
            <a:endParaRPr lang="zh-CN" altLang="en-US" kern="0" dirty="0">
              <a:solidFill>
                <a:sysClr val="windowText" lastClr="000000"/>
              </a:solidFill>
              <a:ea typeface="微软雅黑" panose="020B0503020204020204" pitchFamily="34" charset="-122"/>
            </a:endParaRPr>
          </a:p>
        </p:txBody>
      </p:sp>
      <p:sp>
        <p:nvSpPr>
          <p:cNvPr id="20" name="MH_Other_16"/>
          <p:cNvSpPr/>
          <p:nvPr>
            <p:custDataLst>
              <p:tags r:id="rId17"/>
            </p:custDataLst>
          </p:nvPr>
        </p:nvSpPr>
        <p:spPr bwMode="auto">
          <a:xfrm>
            <a:off x="6983413" y="2598739"/>
            <a:ext cx="436562" cy="206375"/>
          </a:xfrm>
          <a:custGeom>
            <a:avLst/>
            <a:gdLst>
              <a:gd name="T0" fmla="*/ 729 w 1321"/>
              <a:gd name="T1" fmla="*/ 203 h 712"/>
              <a:gd name="T2" fmla="*/ 738 w 1321"/>
              <a:gd name="T3" fmla="*/ 224 h 712"/>
              <a:gd name="T4" fmla="*/ 740 w 1321"/>
              <a:gd name="T5" fmla="*/ 244 h 712"/>
              <a:gd name="T6" fmla="*/ 737 w 1321"/>
              <a:gd name="T7" fmla="*/ 262 h 712"/>
              <a:gd name="T8" fmla="*/ 727 w 1321"/>
              <a:gd name="T9" fmla="*/ 279 h 712"/>
              <a:gd name="T10" fmla="*/ 713 w 1321"/>
              <a:gd name="T11" fmla="*/ 294 h 712"/>
              <a:gd name="T12" fmla="*/ 694 w 1321"/>
              <a:gd name="T13" fmla="*/ 306 h 712"/>
              <a:gd name="T14" fmla="*/ 670 w 1321"/>
              <a:gd name="T15" fmla="*/ 318 h 712"/>
              <a:gd name="T16" fmla="*/ 643 w 1321"/>
              <a:gd name="T17" fmla="*/ 329 h 712"/>
              <a:gd name="T18" fmla="*/ 612 w 1321"/>
              <a:gd name="T19" fmla="*/ 338 h 712"/>
              <a:gd name="T20" fmla="*/ 578 w 1321"/>
              <a:gd name="T21" fmla="*/ 346 h 712"/>
              <a:gd name="T22" fmla="*/ 542 w 1321"/>
              <a:gd name="T23" fmla="*/ 352 h 712"/>
              <a:gd name="T24" fmla="*/ 502 w 1321"/>
              <a:gd name="T25" fmla="*/ 357 h 712"/>
              <a:gd name="T26" fmla="*/ 462 w 1321"/>
              <a:gd name="T27" fmla="*/ 360 h 712"/>
              <a:gd name="T28" fmla="*/ 445 w 1321"/>
              <a:gd name="T29" fmla="*/ 361 h 712"/>
              <a:gd name="T30" fmla="*/ 267 w 1321"/>
              <a:gd name="T31" fmla="*/ 361 h 712"/>
              <a:gd name="T32" fmla="*/ 264 w 1321"/>
              <a:gd name="T33" fmla="*/ 361 h 712"/>
              <a:gd name="T34" fmla="*/ 229 w 1321"/>
              <a:gd name="T35" fmla="*/ 359 h 712"/>
              <a:gd name="T36" fmla="*/ 195 w 1321"/>
              <a:gd name="T37" fmla="*/ 357 h 712"/>
              <a:gd name="T38" fmla="*/ 162 w 1321"/>
              <a:gd name="T39" fmla="*/ 353 h 712"/>
              <a:gd name="T40" fmla="*/ 132 w 1321"/>
              <a:gd name="T41" fmla="*/ 349 h 712"/>
              <a:gd name="T42" fmla="*/ 104 w 1321"/>
              <a:gd name="T43" fmla="*/ 343 h 712"/>
              <a:gd name="T44" fmla="*/ 79 w 1321"/>
              <a:gd name="T45" fmla="*/ 336 h 712"/>
              <a:gd name="T46" fmla="*/ 57 w 1321"/>
              <a:gd name="T47" fmla="*/ 329 h 712"/>
              <a:gd name="T48" fmla="*/ 38 w 1321"/>
              <a:gd name="T49" fmla="*/ 319 h 712"/>
              <a:gd name="T50" fmla="*/ 22 w 1321"/>
              <a:gd name="T51" fmla="*/ 308 h 712"/>
              <a:gd name="T52" fmla="*/ 10 w 1321"/>
              <a:gd name="T53" fmla="*/ 296 h 712"/>
              <a:gd name="T54" fmla="*/ 3 w 1321"/>
              <a:gd name="T55" fmla="*/ 281 h 712"/>
              <a:gd name="T56" fmla="*/ 0 w 1321"/>
              <a:gd name="T57" fmla="*/ 266 h 712"/>
              <a:gd name="T58" fmla="*/ 0 w 1321"/>
              <a:gd name="T59" fmla="*/ 264 h 712"/>
              <a:gd name="T60" fmla="*/ 2 w 1321"/>
              <a:gd name="T61" fmla="*/ 247 h 712"/>
              <a:gd name="T62" fmla="*/ 9 w 1321"/>
              <a:gd name="T63" fmla="*/ 226 h 712"/>
              <a:gd name="T64" fmla="*/ 29 w 1321"/>
              <a:gd name="T65" fmla="*/ 188 h 712"/>
              <a:gd name="T66" fmla="*/ 53 w 1321"/>
              <a:gd name="T67" fmla="*/ 152 h 712"/>
              <a:gd name="T68" fmla="*/ 82 w 1321"/>
              <a:gd name="T69" fmla="*/ 119 h 712"/>
              <a:gd name="T70" fmla="*/ 114 w 1321"/>
              <a:gd name="T71" fmla="*/ 89 h 712"/>
              <a:gd name="T72" fmla="*/ 151 w 1321"/>
              <a:gd name="T73" fmla="*/ 63 h 712"/>
              <a:gd name="T74" fmla="*/ 191 w 1321"/>
              <a:gd name="T75" fmla="*/ 42 h 712"/>
              <a:gd name="T76" fmla="*/ 232 w 1321"/>
              <a:gd name="T77" fmla="*/ 24 h 712"/>
              <a:gd name="T78" fmla="*/ 278 w 1321"/>
              <a:gd name="T79" fmla="*/ 11 h 712"/>
              <a:gd name="T80" fmla="*/ 325 w 1321"/>
              <a:gd name="T81" fmla="*/ 3 h 712"/>
              <a:gd name="T82" fmla="*/ 374 w 1321"/>
              <a:gd name="T83" fmla="*/ 0 h 712"/>
              <a:gd name="T84" fmla="*/ 374 w 1321"/>
              <a:gd name="T85" fmla="*/ 0 h 712"/>
              <a:gd name="T86" fmla="*/ 425 w 1321"/>
              <a:gd name="T87" fmla="*/ 3 h 712"/>
              <a:gd name="T88" fmla="*/ 474 w 1321"/>
              <a:gd name="T89" fmla="*/ 12 h 712"/>
              <a:gd name="T90" fmla="*/ 522 w 1321"/>
              <a:gd name="T91" fmla="*/ 27 h 712"/>
              <a:gd name="T92" fmla="*/ 566 w 1321"/>
              <a:gd name="T93" fmla="*/ 46 h 712"/>
              <a:gd name="T94" fmla="*/ 606 w 1321"/>
              <a:gd name="T95" fmla="*/ 69 h 712"/>
              <a:gd name="T96" fmla="*/ 644 w 1321"/>
              <a:gd name="T97" fmla="*/ 98 h 712"/>
              <a:gd name="T98" fmla="*/ 677 w 1321"/>
              <a:gd name="T99" fmla="*/ 130 h 712"/>
              <a:gd name="T100" fmla="*/ 705 w 1321"/>
              <a:gd name="T101" fmla="*/ 165 h 712"/>
              <a:gd name="T102" fmla="*/ 729 w 1321"/>
              <a:gd name="T103" fmla="*/ 203 h 712"/>
              <a:gd name="T104" fmla="*/ 729 w 1321"/>
              <a:gd name="T105" fmla="*/ 203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chemeClr val="accent1">
                  <a:lumMod val="60000"/>
                  <a:lumOff val="40000"/>
                  <a:alpha val="0"/>
                </a:schemeClr>
              </a:gs>
            </a:gsLst>
            <a:lin ang="5400000" scaled="1"/>
          </a:gradFill>
          <a:ln>
            <a:noFill/>
          </a:ln>
        </p:spPr>
        <p:txBody>
          <a:bodyPr/>
          <a:lstStyle/>
          <a:p>
            <a:pPr>
              <a:defRPr/>
            </a:pPr>
            <a:endParaRPr lang="zh-CN" altLang="en-US" kern="0" dirty="0">
              <a:solidFill>
                <a:sysClr val="windowText" lastClr="000000"/>
              </a:solidFill>
              <a:ea typeface="微软雅黑" panose="020B0503020204020204" pitchFamily="34" charset="-122"/>
            </a:endParaRPr>
          </a:p>
        </p:txBody>
      </p:sp>
      <p:sp>
        <p:nvSpPr>
          <p:cNvPr id="21" name="MH_Other_17"/>
          <p:cNvSpPr/>
          <p:nvPr>
            <p:custDataLst>
              <p:tags r:id="rId18"/>
            </p:custDataLst>
          </p:nvPr>
        </p:nvSpPr>
        <p:spPr bwMode="auto">
          <a:xfrm>
            <a:off x="4760913" y="2592389"/>
            <a:ext cx="436562" cy="206375"/>
          </a:xfrm>
          <a:custGeom>
            <a:avLst/>
            <a:gdLst>
              <a:gd name="T0" fmla="*/ 729 w 1321"/>
              <a:gd name="T1" fmla="*/ 203 h 712"/>
              <a:gd name="T2" fmla="*/ 738 w 1321"/>
              <a:gd name="T3" fmla="*/ 224 h 712"/>
              <a:gd name="T4" fmla="*/ 740 w 1321"/>
              <a:gd name="T5" fmla="*/ 244 h 712"/>
              <a:gd name="T6" fmla="*/ 737 w 1321"/>
              <a:gd name="T7" fmla="*/ 262 h 712"/>
              <a:gd name="T8" fmla="*/ 727 w 1321"/>
              <a:gd name="T9" fmla="*/ 279 h 712"/>
              <a:gd name="T10" fmla="*/ 713 w 1321"/>
              <a:gd name="T11" fmla="*/ 294 h 712"/>
              <a:gd name="T12" fmla="*/ 694 w 1321"/>
              <a:gd name="T13" fmla="*/ 306 h 712"/>
              <a:gd name="T14" fmla="*/ 670 w 1321"/>
              <a:gd name="T15" fmla="*/ 318 h 712"/>
              <a:gd name="T16" fmla="*/ 643 w 1321"/>
              <a:gd name="T17" fmla="*/ 329 h 712"/>
              <a:gd name="T18" fmla="*/ 612 w 1321"/>
              <a:gd name="T19" fmla="*/ 338 h 712"/>
              <a:gd name="T20" fmla="*/ 578 w 1321"/>
              <a:gd name="T21" fmla="*/ 346 h 712"/>
              <a:gd name="T22" fmla="*/ 542 w 1321"/>
              <a:gd name="T23" fmla="*/ 352 h 712"/>
              <a:gd name="T24" fmla="*/ 502 w 1321"/>
              <a:gd name="T25" fmla="*/ 357 h 712"/>
              <a:gd name="T26" fmla="*/ 462 w 1321"/>
              <a:gd name="T27" fmla="*/ 360 h 712"/>
              <a:gd name="T28" fmla="*/ 445 w 1321"/>
              <a:gd name="T29" fmla="*/ 361 h 712"/>
              <a:gd name="T30" fmla="*/ 267 w 1321"/>
              <a:gd name="T31" fmla="*/ 361 h 712"/>
              <a:gd name="T32" fmla="*/ 264 w 1321"/>
              <a:gd name="T33" fmla="*/ 361 h 712"/>
              <a:gd name="T34" fmla="*/ 229 w 1321"/>
              <a:gd name="T35" fmla="*/ 359 h 712"/>
              <a:gd name="T36" fmla="*/ 195 w 1321"/>
              <a:gd name="T37" fmla="*/ 357 h 712"/>
              <a:gd name="T38" fmla="*/ 162 w 1321"/>
              <a:gd name="T39" fmla="*/ 353 h 712"/>
              <a:gd name="T40" fmla="*/ 132 w 1321"/>
              <a:gd name="T41" fmla="*/ 349 h 712"/>
              <a:gd name="T42" fmla="*/ 104 w 1321"/>
              <a:gd name="T43" fmla="*/ 343 h 712"/>
              <a:gd name="T44" fmla="*/ 79 w 1321"/>
              <a:gd name="T45" fmla="*/ 336 h 712"/>
              <a:gd name="T46" fmla="*/ 57 w 1321"/>
              <a:gd name="T47" fmla="*/ 329 h 712"/>
              <a:gd name="T48" fmla="*/ 38 w 1321"/>
              <a:gd name="T49" fmla="*/ 319 h 712"/>
              <a:gd name="T50" fmla="*/ 22 w 1321"/>
              <a:gd name="T51" fmla="*/ 308 h 712"/>
              <a:gd name="T52" fmla="*/ 10 w 1321"/>
              <a:gd name="T53" fmla="*/ 296 h 712"/>
              <a:gd name="T54" fmla="*/ 3 w 1321"/>
              <a:gd name="T55" fmla="*/ 281 h 712"/>
              <a:gd name="T56" fmla="*/ 0 w 1321"/>
              <a:gd name="T57" fmla="*/ 266 h 712"/>
              <a:gd name="T58" fmla="*/ 0 w 1321"/>
              <a:gd name="T59" fmla="*/ 264 h 712"/>
              <a:gd name="T60" fmla="*/ 2 w 1321"/>
              <a:gd name="T61" fmla="*/ 247 h 712"/>
              <a:gd name="T62" fmla="*/ 9 w 1321"/>
              <a:gd name="T63" fmla="*/ 226 h 712"/>
              <a:gd name="T64" fmla="*/ 29 w 1321"/>
              <a:gd name="T65" fmla="*/ 188 h 712"/>
              <a:gd name="T66" fmla="*/ 53 w 1321"/>
              <a:gd name="T67" fmla="*/ 152 h 712"/>
              <a:gd name="T68" fmla="*/ 82 w 1321"/>
              <a:gd name="T69" fmla="*/ 119 h 712"/>
              <a:gd name="T70" fmla="*/ 114 w 1321"/>
              <a:gd name="T71" fmla="*/ 89 h 712"/>
              <a:gd name="T72" fmla="*/ 151 w 1321"/>
              <a:gd name="T73" fmla="*/ 63 h 712"/>
              <a:gd name="T74" fmla="*/ 191 w 1321"/>
              <a:gd name="T75" fmla="*/ 42 h 712"/>
              <a:gd name="T76" fmla="*/ 232 w 1321"/>
              <a:gd name="T77" fmla="*/ 24 h 712"/>
              <a:gd name="T78" fmla="*/ 278 w 1321"/>
              <a:gd name="T79" fmla="*/ 11 h 712"/>
              <a:gd name="T80" fmla="*/ 325 w 1321"/>
              <a:gd name="T81" fmla="*/ 3 h 712"/>
              <a:gd name="T82" fmla="*/ 374 w 1321"/>
              <a:gd name="T83" fmla="*/ 0 h 712"/>
              <a:gd name="T84" fmla="*/ 374 w 1321"/>
              <a:gd name="T85" fmla="*/ 0 h 712"/>
              <a:gd name="T86" fmla="*/ 425 w 1321"/>
              <a:gd name="T87" fmla="*/ 3 h 712"/>
              <a:gd name="T88" fmla="*/ 474 w 1321"/>
              <a:gd name="T89" fmla="*/ 12 h 712"/>
              <a:gd name="T90" fmla="*/ 522 w 1321"/>
              <a:gd name="T91" fmla="*/ 27 h 712"/>
              <a:gd name="T92" fmla="*/ 566 w 1321"/>
              <a:gd name="T93" fmla="*/ 46 h 712"/>
              <a:gd name="T94" fmla="*/ 606 w 1321"/>
              <a:gd name="T95" fmla="*/ 69 h 712"/>
              <a:gd name="T96" fmla="*/ 644 w 1321"/>
              <a:gd name="T97" fmla="*/ 98 h 712"/>
              <a:gd name="T98" fmla="*/ 677 w 1321"/>
              <a:gd name="T99" fmla="*/ 130 h 712"/>
              <a:gd name="T100" fmla="*/ 705 w 1321"/>
              <a:gd name="T101" fmla="*/ 165 h 712"/>
              <a:gd name="T102" fmla="*/ 729 w 1321"/>
              <a:gd name="T103" fmla="*/ 203 h 712"/>
              <a:gd name="T104" fmla="*/ 729 w 1321"/>
              <a:gd name="T105" fmla="*/ 203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chemeClr val="accent1">
                  <a:lumMod val="60000"/>
                  <a:lumOff val="40000"/>
                  <a:alpha val="0"/>
                </a:schemeClr>
              </a:gs>
            </a:gsLst>
            <a:lin ang="5400000" scaled="1"/>
          </a:gradFill>
          <a:ln>
            <a:noFill/>
          </a:ln>
        </p:spPr>
        <p:txBody>
          <a:bodyPr/>
          <a:lstStyle/>
          <a:p>
            <a:pPr>
              <a:defRPr/>
            </a:pPr>
            <a:endParaRPr lang="zh-CN" altLang="en-US" kern="0" dirty="0">
              <a:solidFill>
                <a:sysClr val="windowText" lastClr="000000"/>
              </a:solidFill>
              <a:ea typeface="微软雅黑" panose="020B0503020204020204" pitchFamily="34" charset="-122"/>
            </a:endParaRPr>
          </a:p>
        </p:txBody>
      </p:sp>
      <p:sp>
        <p:nvSpPr>
          <p:cNvPr id="22" name="MH_Other_18"/>
          <p:cNvSpPr/>
          <p:nvPr>
            <p:custDataLst>
              <p:tags r:id="rId19"/>
            </p:custDataLst>
          </p:nvPr>
        </p:nvSpPr>
        <p:spPr bwMode="auto">
          <a:xfrm>
            <a:off x="4244976" y="3981450"/>
            <a:ext cx="644525" cy="306388"/>
          </a:xfrm>
          <a:custGeom>
            <a:avLst/>
            <a:gdLst>
              <a:gd name="T0" fmla="*/ 729 w 1321"/>
              <a:gd name="T1" fmla="*/ 203 h 712"/>
              <a:gd name="T2" fmla="*/ 738 w 1321"/>
              <a:gd name="T3" fmla="*/ 224 h 712"/>
              <a:gd name="T4" fmla="*/ 740 w 1321"/>
              <a:gd name="T5" fmla="*/ 244 h 712"/>
              <a:gd name="T6" fmla="*/ 737 w 1321"/>
              <a:gd name="T7" fmla="*/ 262 h 712"/>
              <a:gd name="T8" fmla="*/ 727 w 1321"/>
              <a:gd name="T9" fmla="*/ 279 h 712"/>
              <a:gd name="T10" fmla="*/ 713 w 1321"/>
              <a:gd name="T11" fmla="*/ 294 h 712"/>
              <a:gd name="T12" fmla="*/ 694 w 1321"/>
              <a:gd name="T13" fmla="*/ 306 h 712"/>
              <a:gd name="T14" fmla="*/ 670 w 1321"/>
              <a:gd name="T15" fmla="*/ 318 h 712"/>
              <a:gd name="T16" fmla="*/ 643 w 1321"/>
              <a:gd name="T17" fmla="*/ 329 h 712"/>
              <a:gd name="T18" fmla="*/ 612 w 1321"/>
              <a:gd name="T19" fmla="*/ 338 h 712"/>
              <a:gd name="T20" fmla="*/ 578 w 1321"/>
              <a:gd name="T21" fmla="*/ 346 h 712"/>
              <a:gd name="T22" fmla="*/ 542 w 1321"/>
              <a:gd name="T23" fmla="*/ 352 h 712"/>
              <a:gd name="T24" fmla="*/ 502 w 1321"/>
              <a:gd name="T25" fmla="*/ 357 h 712"/>
              <a:gd name="T26" fmla="*/ 462 w 1321"/>
              <a:gd name="T27" fmla="*/ 360 h 712"/>
              <a:gd name="T28" fmla="*/ 445 w 1321"/>
              <a:gd name="T29" fmla="*/ 361 h 712"/>
              <a:gd name="T30" fmla="*/ 267 w 1321"/>
              <a:gd name="T31" fmla="*/ 361 h 712"/>
              <a:gd name="T32" fmla="*/ 264 w 1321"/>
              <a:gd name="T33" fmla="*/ 361 h 712"/>
              <a:gd name="T34" fmla="*/ 229 w 1321"/>
              <a:gd name="T35" fmla="*/ 359 h 712"/>
              <a:gd name="T36" fmla="*/ 195 w 1321"/>
              <a:gd name="T37" fmla="*/ 357 h 712"/>
              <a:gd name="T38" fmla="*/ 162 w 1321"/>
              <a:gd name="T39" fmla="*/ 353 h 712"/>
              <a:gd name="T40" fmla="*/ 132 w 1321"/>
              <a:gd name="T41" fmla="*/ 349 h 712"/>
              <a:gd name="T42" fmla="*/ 104 w 1321"/>
              <a:gd name="T43" fmla="*/ 343 h 712"/>
              <a:gd name="T44" fmla="*/ 79 w 1321"/>
              <a:gd name="T45" fmla="*/ 336 h 712"/>
              <a:gd name="T46" fmla="*/ 57 w 1321"/>
              <a:gd name="T47" fmla="*/ 329 h 712"/>
              <a:gd name="T48" fmla="*/ 38 w 1321"/>
              <a:gd name="T49" fmla="*/ 319 h 712"/>
              <a:gd name="T50" fmla="*/ 22 w 1321"/>
              <a:gd name="T51" fmla="*/ 308 h 712"/>
              <a:gd name="T52" fmla="*/ 10 w 1321"/>
              <a:gd name="T53" fmla="*/ 296 h 712"/>
              <a:gd name="T54" fmla="*/ 3 w 1321"/>
              <a:gd name="T55" fmla="*/ 281 h 712"/>
              <a:gd name="T56" fmla="*/ 0 w 1321"/>
              <a:gd name="T57" fmla="*/ 266 h 712"/>
              <a:gd name="T58" fmla="*/ 0 w 1321"/>
              <a:gd name="T59" fmla="*/ 264 h 712"/>
              <a:gd name="T60" fmla="*/ 2 w 1321"/>
              <a:gd name="T61" fmla="*/ 247 h 712"/>
              <a:gd name="T62" fmla="*/ 9 w 1321"/>
              <a:gd name="T63" fmla="*/ 226 h 712"/>
              <a:gd name="T64" fmla="*/ 29 w 1321"/>
              <a:gd name="T65" fmla="*/ 188 h 712"/>
              <a:gd name="T66" fmla="*/ 53 w 1321"/>
              <a:gd name="T67" fmla="*/ 152 h 712"/>
              <a:gd name="T68" fmla="*/ 82 w 1321"/>
              <a:gd name="T69" fmla="*/ 119 h 712"/>
              <a:gd name="T70" fmla="*/ 114 w 1321"/>
              <a:gd name="T71" fmla="*/ 89 h 712"/>
              <a:gd name="T72" fmla="*/ 151 w 1321"/>
              <a:gd name="T73" fmla="*/ 63 h 712"/>
              <a:gd name="T74" fmla="*/ 191 w 1321"/>
              <a:gd name="T75" fmla="*/ 42 h 712"/>
              <a:gd name="T76" fmla="*/ 232 w 1321"/>
              <a:gd name="T77" fmla="*/ 24 h 712"/>
              <a:gd name="T78" fmla="*/ 278 w 1321"/>
              <a:gd name="T79" fmla="*/ 11 h 712"/>
              <a:gd name="T80" fmla="*/ 325 w 1321"/>
              <a:gd name="T81" fmla="*/ 3 h 712"/>
              <a:gd name="T82" fmla="*/ 374 w 1321"/>
              <a:gd name="T83" fmla="*/ 0 h 712"/>
              <a:gd name="T84" fmla="*/ 374 w 1321"/>
              <a:gd name="T85" fmla="*/ 0 h 712"/>
              <a:gd name="T86" fmla="*/ 425 w 1321"/>
              <a:gd name="T87" fmla="*/ 3 h 712"/>
              <a:gd name="T88" fmla="*/ 474 w 1321"/>
              <a:gd name="T89" fmla="*/ 12 h 712"/>
              <a:gd name="T90" fmla="*/ 522 w 1321"/>
              <a:gd name="T91" fmla="*/ 27 h 712"/>
              <a:gd name="T92" fmla="*/ 566 w 1321"/>
              <a:gd name="T93" fmla="*/ 46 h 712"/>
              <a:gd name="T94" fmla="*/ 606 w 1321"/>
              <a:gd name="T95" fmla="*/ 69 h 712"/>
              <a:gd name="T96" fmla="*/ 644 w 1321"/>
              <a:gd name="T97" fmla="*/ 98 h 712"/>
              <a:gd name="T98" fmla="*/ 677 w 1321"/>
              <a:gd name="T99" fmla="*/ 130 h 712"/>
              <a:gd name="T100" fmla="*/ 705 w 1321"/>
              <a:gd name="T101" fmla="*/ 165 h 712"/>
              <a:gd name="T102" fmla="*/ 729 w 1321"/>
              <a:gd name="T103" fmla="*/ 203 h 712"/>
              <a:gd name="T104" fmla="*/ 729 w 1321"/>
              <a:gd name="T105" fmla="*/ 203 h 712"/>
              <a:gd name="T106" fmla="*/ 0 60000 65536"/>
              <a:gd name="T107" fmla="*/ 0 60000 65536"/>
              <a:gd name="T108" fmla="*/ 0 60000 65536"/>
              <a:gd name="T109" fmla="*/ 0 60000 65536"/>
              <a:gd name="T110" fmla="*/ 0 60000 65536"/>
              <a:gd name="T111" fmla="*/ 0 60000 65536"/>
              <a:gd name="T112" fmla="*/ 0 60000 65536"/>
              <a:gd name="T113" fmla="*/ 0 60000 65536"/>
              <a:gd name="T114" fmla="*/ 0 60000 65536"/>
              <a:gd name="T115" fmla="*/ 0 60000 65536"/>
              <a:gd name="T116" fmla="*/ 0 60000 65536"/>
              <a:gd name="T117" fmla="*/ 0 60000 65536"/>
              <a:gd name="T118" fmla="*/ 0 60000 65536"/>
              <a:gd name="T119" fmla="*/ 0 60000 65536"/>
              <a:gd name="T120" fmla="*/ 0 60000 65536"/>
              <a:gd name="T121" fmla="*/ 0 60000 65536"/>
              <a:gd name="T122" fmla="*/ 0 60000 65536"/>
              <a:gd name="T123" fmla="*/ 0 60000 65536"/>
              <a:gd name="T124" fmla="*/ 0 60000 65536"/>
              <a:gd name="T125" fmla="*/ 0 60000 65536"/>
              <a:gd name="T126" fmla="*/ 0 60000 65536"/>
              <a:gd name="T127" fmla="*/ 0 60000 65536"/>
              <a:gd name="T128" fmla="*/ 0 60000 65536"/>
              <a:gd name="T129" fmla="*/ 0 60000 65536"/>
              <a:gd name="T130" fmla="*/ 0 60000 65536"/>
              <a:gd name="T131" fmla="*/ 0 60000 65536"/>
              <a:gd name="T132" fmla="*/ 0 60000 65536"/>
              <a:gd name="T133" fmla="*/ 0 60000 65536"/>
              <a:gd name="T134" fmla="*/ 0 60000 65536"/>
              <a:gd name="T135" fmla="*/ 0 60000 65536"/>
              <a:gd name="T136" fmla="*/ 0 60000 65536"/>
              <a:gd name="T137" fmla="*/ 0 60000 65536"/>
              <a:gd name="T138" fmla="*/ 0 60000 65536"/>
              <a:gd name="T139" fmla="*/ 0 60000 65536"/>
              <a:gd name="T140" fmla="*/ 0 60000 65536"/>
              <a:gd name="T141" fmla="*/ 0 60000 65536"/>
              <a:gd name="T142" fmla="*/ 0 60000 65536"/>
              <a:gd name="T143" fmla="*/ 0 60000 65536"/>
              <a:gd name="T144" fmla="*/ 0 60000 65536"/>
              <a:gd name="T145" fmla="*/ 0 60000 65536"/>
              <a:gd name="T146" fmla="*/ 0 60000 65536"/>
              <a:gd name="T147" fmla="*/ 0 60000 65536"/>
              <a:gd name="T148" fmla="*/ 0 60000 65536"/>
              <a:gd name="T149" fmla="*/ 0 60000 65536"/>
              <a:gd name="T150" fmla="*/ 0 60000 65536"/>
              <a:gd name="T151" fmla="*/ 0 60000 65536"/>
              <a:gd name="T152" fmla="*/ 0 60000 65536"/>
              <a:gd name="T153" fmla="*/ 0 60000 65536"/>
              <a:gd name="T154" fmla="*/ 0 60000 65536"/>
              <a:gd name="T155" fmla="*/ 0 60000 65536"/>
              <a:gd name="T156" fmla="*/ 0 60000 65536"/>
              <a:gd name="T157" fmla="*/ 0 60000 65536"/>
              <a:gd name="T158" fmla="*/ 0 60000 65536"/>
              <a:gd name="T159" fmla="*/ 0 w 1321"/>
              <a:gd name="T160" fmla="*/ 0 h 712"/>
              <a:gd name="T161" fmla="*/ 1321 w 1321"/>
              <a:gd name="T162" fmla="*/ 712 h 712"/>
            </a:gdLst>
            <a:ahLst/>
            <a:cxnLst>
              <a:cxn ang="T106">
                <a:pos x="T0" y="T1"/>
              </a:cxn>
              <a:cxn ang="T107">
                <a:pos x="T2" y="T3"/>
              </a:cxn>
              <a:cxn ang="T108">
                <a:pos x="T4" y="T5"/>
              </a:cxn>
              <a:cxn ang="T109">
                <a:pos x="T6" y="T7"/>
              </a:cxn>
              <a:cxn ang="T110">
                <a:pos x="T8" y="T9"/>
              </a:cxn>
              <a:cxn ang="T111">
                <a:pos x="T10" y="T11"/>
              </a:cxn>
              <a:cxn ang="T112">
                <a:pos x="T12" y="T13"/>
              </a:cxn>
              <a:cxn ang="T113">
                <a:pos x="T14" y="T15"/>
              </a:cxn>
              <a:cxn ang="T114">
                <a:pos x="T16" y="T17"/>
              </a:cxn>
              <a:cxn ang="T115">
                <a:pos x="T18" y="T19"/>
              </a:cxn>
              <a:cxn ang="T116">
                <a:pos x="T20" y="T21"/>
              </a:cxn>
              <a:cxn ang="T117">
                <a:pos x="T22" y="T23"/>
              </a:cxn>
              <a:cxn ang="T118">
                <a:pos x="T24" y="T25"/>
              </a:cxn>
              <a:cxn ang="T119">
                <a:pos x="T26" y="T27"/>
              </a:cxn>
              <a:cxn ang="T120">
                <a:pos x="T28" y="T29"/>
              </a:cxn>
              <a:cxn ang="T121">
                <a:pos x="T30" y="T31"/>
              </a:cxn>
              <a:cxn ang="T122">
                <a:pos x="T32" y="T33"/>
              </a:cxn>
              <a:cxn ang="T123">
                <a:pos x="T34" y="T35"/>
              </a:cxn>
              <a:cxn ang="T124">
                <a:pos x="T36" y="T37"/>
              </a:cxn>
              <a:cxn ang="T125">
                <a:pos x="T38" y="T39"/>
              </a:cxn>
              <a:cxn ang="T126">
                <a:pos x="T40" y="T41"/>
              </a:cxn>
              <a:cxn ang="T127">
                <a:pos x="T42" y="T43"/>
              </a:cxn>
              <a:cxn ang="T128">
                <a:pos x="T44" y="T45"/>
              </a:cxn>
              <a:cxn ang="T129">
                <a:pos x="T46" y="T47"/>
              </a:cxn>
              <a:cxn ang="T130">
                <a:pos x="T48" y="T49"/>
              </a:cxn>
              <a:cxn ang="T131">
                <a:pos x="T50" y="T51"/>
              </a:cxn>
              <a:cxn ang="T132">
                <a:pos x="T52" y="T53"/>
              </a:cxn>
              <a:cxn ang="T133">
                <a:pos x="T54" y="T55"/>
              </a:cxn>
              <a:cxn ang="T134">
                <a:pos x="T56" y="T57"/>
              </a:cxn>
              <a:cxn ang="T135">
                <a:pos x="T58" y="T59"/>
              </a:cxn>
              <a:cxn ang="T136">
                <a:pos x="T60" y="T61"/>
              </a:cxn>
              <a:cxn ang="T137">
                <a:pos x="T62" y="T63"/>
              </a:cxn>
              <a:cxn ang="T138">
                <a:pos x="T64" y="T65"/>
              </a:cxn>
              <a:cxn ang="T139">
                <a:pos x="T66" y="T67"/>
              </a:cxn>
              <a:cxn ang="T140">
                <a:pos x="T68" y="T69"/>
              </a:cxn>
              <a:cxn ang="T141">
                <a:pos x="T70" y="T71"/>
              </a:cxn>
              <a:cxn ang="T142">
                <a:pos x="T72" y="T73"/>
              </a:cxn>
              <a:cxn ang="T143">
                <a:pos x="T74" y="T75"/>
              </a:cxn>
              <a:cxn ang="T144">
                <a:pos x="T76" y="T77"/>
              </a:cxn>
              <a:cxn ang="T145">
                <a:pos x="T78" y="T79"/>
              </a:cxn>
              <a:cxn ang="T146">
                <a:pos x="T80" y="T81"/>
              </a:cxn>
              <a:cxn ang="T147">
                <a:pos x="T82" y="T83"/>
              </a:cxn>
              <a:cxn ang="T148">
                <a:pos x="T84" y="T85"/>
              </a:cxn>
              <a:cxn ang="T149">
                <a:pos x="T86" y="T87"/>
              </a:cxn>
              <a:cxn ang="T150">
                <a:pos x="T88" y="T89"/>
              </a:cxn>
              <a:cxn ang="T151">
                <a:pos x="T90" y="T91"/>
              </a:cxn>
              <a:cxn ang="T152">
                <a:pos x="T92" y="T93"/>
              </a:cxn>
              <a:cxn ang="T153">
                <a:pos x="T94" y="T95"/>
              </a:cxn>
              <a:cxn ang="T154">
                <a:pos x="T96" y="T97"/>
              </a:cxn>
              <a:cxn ang="T155">
                <a:pos x="T98" y="T99"/>
              </a:cxn>
              <a:cxn ang="T156">
                <a:pos x="T100" y="T101"/>
              </a:cxn>
              <a:cxn ang="T157">
                <a:pos x="T102" y="T103"/>
              </a:cxn>
              <a:cxn ang="T158">
                <a:pos x="T104" y="T105"/>
              </a:cxn>
            </a:cxnLst>
            <a:rect l="T159" t="T160" r="T161" b="T162"/>
            <a:pathLst>
              <a:path w="1321" h="712">
                <a:moveTo>
                  <a:pt x="1301" y="401"/>
                </a:moveTo>
                <a:lnTo>
                  <a:pt x="1317" y="442"/>
                </a:lnTo>
                <a:lnTo>
                  <a:pt x="1321" y="481"/>
                </a:lnTo>
                <a:lnTo>
                  <a:pt x="1315" y="516"/>
                </a:lnTo>
                <a:lnTo>
                  <a:pt x="1298" y="550"/>
                </a:lnTo>
                <a:lnTo>
                  <a:pt x="1272" y="579"/>
                </a:lnTo>
                <a:lnTo>
                  <a:pt x="1239" y="604"/>
                </a:lnTo>
                <a:lnTo>
                  <a:pt x="1196" y="628"/>
                </a:lnTo>
                <a:lnTo>
                  <a:pt x="1147" y="649"/>
                </a:lnTo>
                <a:lnTo>
                  <a:pt x="1092" y="667"/>
                </a:lnTo>
                <a:lnTo>
                  <a:pt x="1031" y="683"/>
                </a:lnTo>
                <a:lnTo>
                  <a:pt x="967" y="694"/>
                </a:lnTo>
                <a:lnTo>
                  <a:pt x="896" y="704"/>
                </a:lnTo>
                <a:lnTo>
                  <a:pt x="824" y="710"/>
                </a:lnTo>
                <a:lnTo>
                  <a:pt x="795" y="712"/>
                </a:lnTo>
                <a:lnTo>
                  <a:pt x="476" y="712"/>
                </a:lnTo>
                <a:lnTo>
                  <a:pt x="472" y="712"/>
                </a:lnTo>
                <a:lnTo>
                  <a:pt x="409" y="708"/>
                </a:lnTo>
                <a:lnTo>
                  <a:pt x="348" y="704"/>
                </a:lnTo>
                <a:lnTo>
                  <a:pt x="290" y="696"/>
                </a:lnTo>
                <a:lnTo>
                  <a:pt x="235" y="689"/>
                </a:lnTo>
                <a:lnTo>
                  <a:pt x="186" y="677"/>
                </a:lnTo>
                <a:lnTo>
                  <a:pt x="141" y="663"/>
                </a:lnTo>
                <a:lnTo>
                  <a:pt x="102" y="648"/>
                </a:lnTo>
                <a:lnTo>
                  <a:pt x="67" y="630"/>
                </a:lnTo>
                <a:lnTo>
                  <a:pt x="39" y="608"/>
                </a:lnTo>
                <a:lnTo>
                  <a:pt x="18" y="583"/>
                </a:lnTo>
                <a:lnTo>
                  <a:pt x="6" y="554"/>
                </a:lnTo>
                <a:lnTo>
                  <a:pt x="0" y="524"/>
                </a:lnTo>
                <a:lnTo>
                  <a:pt x="0" y="520"/>
                </a:lnTo>
                <a:lnTo>
                  <a:pt x="4" y="487"/>
                </a:lnTo>
                <a:lnTo>
                  <a:pt x="16" y="446"/>
                </a:lnTo>
                <a:lnTo>
                  <a:pt x="51" y="370"/>
                </a:lnTo>
                <a:lnTo>
                  <a:pt x="94" y="299"/>
                </a:lnTo>
                <a:lnTo>
                  <a:pt x="147" y="235"/>
                </a:lnTo>
                <a:lnTo>
                  <a:pt x="204" y="176"/>
                </a:lnTo>
                <a:lnTo>
                  <a:pt x="270" y="125"/>
                </a:lnTo>
                <a:lnTo>
                  <a:pt x="341" y="82"/>
                </a:lnTo>
                <a:lnTo>
                  <a:pt x="415" y="47"/>
                </a:lnTo>
                <a:lnTo>
                  <a:pt x="497" y="21"/>
                </a:lnTo>
                <a:lnTo>
                  <a:pt x="581" y="6"/>
                </a:lnTo>
                <a:lnTo>
                  <a:pt x="667" y="0"/>
                </a:lnTo>
                <a:lnTo>
                  <a:pt x="759" y="6"/>
                </a:lnTo>
                <a:lnTo>
                  <a:pt x="847" y="23"/>
                </a:lnTo>
                <a:lnTo>
                  <a:pt x="932" y="53"/>
                </a:lnTo>
                <a:lnTo>
                  <a:pt x="1010" y="90"/>
                </a:lnTo>
                <a:lnTo>
                  <a:pt x="1082" y="137"/>
                </a:lnTo>
                <a:lnTo>
                  <a:pt x="1149" y="194"/>
                </a:lnTo>
                <a:lnTo>
                  <a:pt x="1208" y="256"/>
                </a:lnTo>
                <a:lnTo>
                  <a:pt x="1258" y="325"/>
                </a:lnTo>
                <a:lnTo>
                  <a:pt x="1301" y="401"/>
                </a:lnTo>
                <a:close/>
              </a:path>
            </a:pathLst>
          </a:custGeom>
          <a:gradFill rotWithShape="1">
            <a:gsLst>
              <a:gs pos="0">
                <a:srgbClr val="FFFFFF"/>
              </a:gs>
              <a:gs pos="100000">
                <a:schemeClr val="accent1">
                  <a:lumMod val="60000"/>
                  <a:lumOff val="40000"/>
                  <a:alpha val="0"/>
                </a:schemeClr>
              </a:gs>
            </a:gsLst>
            <a:lin ang="5400000" scaled="1"/>
          </a:gradFill>
          <a:ln>
            <a:noFill/>
          </a:ln>
        </p:spPr>
        <p:txBody>
          <a:bodyPr/>
          <a:lstStyle/>
          <a:p>
            <a:pPr>
              <a:defRPr/>
            </a:pPr>
            <a:endParaRPr lang="zh-CN" altLang="en-US" kern="0" dirty="0">
              <a:solidFill>
                <a:sysClr val="windowText" lastClr="000000"/>
              </a:solidFill>
              <a:ea typeface="微软雅黑" panose="020B0503020204020204" pitchFamily="34" charset="-122"/>
            </a:endParaRPr>
          </a:p>
        </p:txBody>
      </p:sp>
      <p:sp>
        <p:nvSpPr>
          <p:cNvPr id="23" name="MH_SubTitle_2"/>
          <p:cNvSpPr txBox="1">
            <a:spLocks noChangeArrowheads="1"/>
          </p:cNvSpPr>
          <p:nvPr>
            <p:custDataLst>
              <p:tags r:id="rId20"/>
            </p:custDataLst>
          </p:nvPr>
        </p:nvSpPr>
        <p:spPr bwMode="auto">
          <a:xfrm>
            <a:off x="7497763" y="2225675"/>
            <a:ext cx="2393950" cy="11953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lstStyle>
            <a:defPPr>
              <a:defRPr lang="zh-CN"/>
            </a:defPPr>
            <a:lvl1pPr algn="r">
              <a:lnSpc>
                <a:spcPct val="130000"/>
              </a:lnSpc>
              <a:defRPr sz="2000"/>
            </a:lvl1pPr>
            <a:lvl2pPr marL="742950" indent="-285750">
              <a:defRPr>
                <a:latin typeface="Arial Narrow" panose="020B0606020202030204" pitchFamily="34" charset="0"/>
                <a:ea typeface="宋体" panose="02010600030101010101" pitchFamily="2" charset="-122"/>
              </a:defRPr>
            </a:lvl2pPr>
            <a:lvl3pPr marL="1143000" indent="-228600">
              <a:defRPr>
                <a:latin typeface="Arial Narrow" panose="020B0606020202030204" pitchFamily="34" charset="0"/>
                <a:ea typeface="宋体" panose="02010600030101010101" pitchFamily="2" charset="-122"/>
              </a:defRPr>
            </a:lvl3pPr>
            <a:lvl4pPr marL="1600200" indent="-228600">
              <a:defRPr>
                <a:latin typeface="Arial Narrow" panose="020B0606020202030204" pitchFamily="34" charset="0"/>
                <a:ea typeface="宋体" panose="02010600030101010101" pitchFamily="2" charset="-122"/>
              </a:defRPr>
            </a:lvl4pPr>
            <a:lvl5pPr marL="2057400" indent="-228600">
              <a:defRPr>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latin typeface="Arial Narrow" panose="020B0606020202030204" pitchFamily="34" charset="0"/>
                <a:ea typeface="宋体" panose="02010600030101010101" pitchFamily="2" charset="-122"/>
              </a:defRPr>
            </a:lvl9pPr>
          </a:lstStyle>
          <a:p>
            <a:pPr algn="l"/>
            <a:r>
              <a:rPr lang="zh-CN" altLang="en-US" sz="2800" b="1" dirty="0">
                <a:effectLst>
                  <a:outerShdw blurRad="75057" dist="38100" dir="5400000" sy="-20000" rotWithShape="0">
                    <a:prstClr val="black">
                      <a:alpha val="25000"/>
                    </a:prstClr>
                  </a:outerShdw>
                </a:effectLst>
              </a:rPr>
              <a:t>模块化设计</a:t>
            </a:r>
            <a:endParaRPr lang="zh-CN" altLang="en-US" sz="2800" b="1" dirty="0">
              <a:effectLst>
                <a:outerShdw blurRad="75057" dist="38100" dir="5400000" sy="-20000" rotWithShape="0">
                  <a:prstClr val="black">
                    <a:alpha val="25000"/>
                  </a:prstClr>
                </a:outerShdw>
              </a:effectLst>
            </a:endParaRPr>
          </a:p>
        </p:txBody>
      </p:sp>
      <p:sp>
        <p:nvSpPr>
          <p:cNvPr id="24" name="MH_SubTitle_1"/>
          <p:cNvSpPr txBox="1">
            <a:spLocks noChangeArrowheads="1"/>
          </p:cNvSpPr>
          <p:nvPr>
            <p:custDataLst>
              <p:tags r:id="rId21"/>
            </p:custDataLst>
          </p:nvPr>
        </p:nvSpPr>
        <p:spPr bwMode="auto">
          <a:xfrm>
            <a:off x="2152651" y="2236789"/>
            <a:ext cx="2505075" cy="1195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lstStyle>
            <a:lvl1pPr>
              <a:defRPr>
                <a:solidFill>
                  <a:schemeClr val="tx1"/>
                </a:solidFill>
                <a:latin typeface="Arial Narrow" panose="020B0606020202030204" pitchFamily="34" charset="0"/>
                <a:ea typeface="宋体" panose="02010600030101010101" pitchFamily="2" charset="-122"/>
              </a:defRPr>
            </a:lvl1pPr>
            <a:lvl2pPr marL="742950" indent="-285750">
              <a:defRPr>
                <a:solidFill>
                  <a:schemeClr val="tx1"/>
                </a:solidFill>
                <a:latin typeface="Arial Narrow" panose="020B0606020202030204" pitchFamily="34" charset="0"/>
                <a:ea typeface="宋体" panose="02010600030101010101" pitchFamily="2" charset="-122"/>
              </a:defRPr>
            </a:lvl2pPr>
            <a:lvl3pPr marL="1143000" indent="-228600">
              <a:defRPr>
                <a:solidFill>
                  <a:schemeClr val="tx1"/>
                </a:solidFill>
                <a:latin typeface="Arial Narrow" panose="020B0606020202030204" pitchFamily="34" charset="0"/>
                <a:ea typeface="宋体" panose="02010600030101010101" pitchFamily="2" charset="-122"/>
              </a:defRPr>
            </a:lvl3pPr>
            <a:lvl4pPr marL="1600200" indent="-228600">
              <a:defRPr>
                <a:solidFill>
                  <a:schemeClr val="tx1"/>
                </a:solidFill>
                <a:latin typeface="Arial Narrow" panose="020B0606020202030204" pitchFamily="34" charset="0"/>
                <a:ea typeface="宋体" panose="02010600030101010101" pitchFamily="2" charset="-122"/>
              </a:defRPr>
            </a:lvl4pPr>
            <a:lvl5pPr marL="2057400" indent="-228600">
              <a:defRPr>
                <a:solidFill>
                  <a:schemeClr val="tx1"/>
                </a:solidFill>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Narrow" panose="020B0606020202030204" pitchFamily="34" charset="0"/>
                <a:ea typeface="宋体" panose="02010600030101010101" pitchFamily="2" charset="-122"/>
              </a:defRPr>
            </a:lvl9pPr>
          </a:lstStyle>
          <a:p>
            <a:pPr algn="r" eaLnBrk="1" hangingPunct="1">
              <a:lnSpc>
                <a:spcPct val="130000"/>
              </a:lnSpc>
              <a:defRPr/>
            </a:pPr>
            <a:r>
              <a:rPr lang="zh-CN" altLang="en-US" sz="2800" b="1" dirty="0" smtClean="0">
                <a:effectLst>
                  <a:outerShdw blurRad="75057" dist="38100" dir="5400000" sy="-20000" rotWithShape="0">
                    <a:prstClr val="black">
                      <a:alpha val="25000"/>
                    </a:prstClr>
                  </a:outerShdw>
                </a:effectLst>
                <a:latin typeface="+mn-lt"/>
                <a:ea typeface="+mn-ea"/>
              </a:rPr>
              <a:t>自顶向下</a:t>
            </a:r>
            <a:endParaRPr lang="zh-CN" altLang="en-US" sz="2800" b="1" dirty="0" smtClean="0">
              <a:effectLst>
                <a:outerShdw blurRad="75057" dist="38100" dir="5400000" sy="-20000" rotWithShape="0">
                  <a:prstClr val="black">
                    <a:alpha val="25000"/>
                  </a:prstClr>
                </a:outerShdw>
              </a:effectLst>
              <a:latin typeface="+mn-lt"/>
              <a:ea typeface="+mn-ea"/>
            </a:endParaRPr>
          </a:p>
        </p:txBody>
      </p:sp>
      <p:sp>
        <p:nvSpPr>
          <p:cNvPr id="25" name="MH_SubTitle_4"/>
          <p:cNvSpPr txBox="1">
            <a:spLocks noChangeArrowheads="1"/>
          </p:cNvSpPr>
          <p:nvPr>
            <p:custDataLst>
              <p:tags r:id="rId22"/>
            </p:custDataLst>
          </p:nvPr>
        </p:nvSpPr>
        <p:spPr bwMode="auto">
          <a:xfrm>
            <a:off x="2152651" y="3744914"/>
            <a:ext cx="2047875" cy="1195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lstStyle>
            <a:defPPr>
              <a:defRPr lang="zh-CN"/>
            </a:defPPr>
            <a:lvl1pPr algn="r">
              <a:lnSpc>
                <a:spcPct val="130000"/>
              </a:lnSpc>
              <a:defRPr sz="2000"/>
            </a:lvl1pPr>
            <a:lvl2pPr marL="742950" indent="-285750">
              <a:defRPr>
                <a:latin typeface="Arial Narrow" panose="020B0606020202030204" pitchFamily="34" charset="0"/>
                <a:ea typeface="宋体" panose="02010600030101010101" pitchFamily="2" charset="-122"/>
              </a:defRPr>
            </a:lvl2pPr>
            <a:lvl3pPr marL="1143000" indent="-228600">
              <a:defRPr>
                <a:latin typeface="Arial Narrow" panose="020B0606020202030204" pitchFamily="34" charset="0"/>
                <a:ea typeface="宋体" panose="02010600030101010101" pitchFamily="2" charset="-122"/>
              </a:defRPr>
            </a:lvl3pPr>
            <a:lvl4pPr marL="1600200" indent="-228600">
              <a:defRPr>
                <a:latin typeface="Arial Narrow" panose="020B0606020202030204" pitchFamily="34" charset="0"/>
                <a:ea typeface="宋体" panose="02010600030101010101" pitchFamily="2" charset="-122"/>
              </a:defRPr>
            </a:lvl4pPr>
            <a:lvl5pPr marL="2057400" indent="-228600">
              <a:defRPr>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latin typeface="Arial Narrow" panose="020B0606020202030204" pitchFamily="34" charset="0"/>
                <a:ea typeface="宋体" panose="02010600030101010101" pitchFamily="2" charset="-122"/>
              </a:defRPr>
            </a:lvl9pPr>
          </a:lstStyle>
          <a:p>
            <a:r>
              <a:rPr lang="zh-CN" altLang="en-US" sz="2800" b="1" dirty="0">
                <a:effectLst>
                  <a:outerShdw blurRad="75057" dist="38100" dir="5400000" sy="-20000" rotWithShape="0">
                    <a:prstClr val="black">
                      <a:alpha val="25000"/>
                    </a:prstClr>
                  </a:outerShdw>
                </a:effectLst>
              </a:rPr>
              <a:t>逐步细化</a:t>
            </a:r>
            <a:endParaRPr lang="zh-CN" altLang="en-US" sz="2800" b="1" dirty="0">
              <a:effectLst>
                <a:outerShdw blurRad="75057" dist="38100" dir="5400000" sy="-20000" rotWithShape="0">
                  <a:prstClr val="black">
                    <a:alpha val="25000"/>
                  </a:prstClr>
                </a:outerShdw>
              </a:effectLst>
            </a:endParaRPr>
          </a:p>
        </p:txBody>
      </p:sp>
      <p:sp>
        <p:nvSpPr>
          <p:cNvPr id="26" name="MH_SubTitle_3"/>
          <p:cNvSpPr txBox="1">
            <a:spLocks noChangeArrowheads="1"/>
          </p:cNvSpPr>
          <p:nvPr>
            <p:custDataLst>
              <p:tags r:id="rId23"/>
            </p:custDataLst>
          </p:nvPr>
        </p:nvSpPr>
        <p:spPr bwMode="auto">
          <a:xfrm>
            <a:off x="7990205" y="3667125"/>
            <a:ext cx="2776855" cy="11957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nchor="ctr"/>
          <a:lstStyle>
            <a:defPPr>
              <a:defRPr lang="zh-CN"/>
            </a:defPPr>
            <a:lvl1pPr algn="r">
              <a:lnSpc>
                <a:spcPct val="130000"/>
              </a:lnSpc>
              <a:defRPr sz="2000"/>
            </a:lvl1pPr>
            <a:lvl2pPr marL="742950" indent="-285750">
              <a:defRPr>
                <a:latin typeface="Arial Narrow" panose="020B0606020202030204" pitchFamily="34" charset="0"/>
                <a:ea typeface="宋体" panose="02010600030101010101" pitchFamily="2" charset="-122"/>
              </a:defRPr>
            </a:lvl2pPr>
            <a:lvl3pPr marL="1143000" indent="-228600">
              <a:defRPr>
                <a:latin typeface="Arial Narrow" panose="020B0606020202030204" pitchFamily="34" charset="0"/>
                <a:ea typeface="宋体" panose="02010600030101010101" pitchFamily="2" charset="-122"/>
              </a:defRPr>
            </a:lvl3pPr>
            <a:lvl4pPr marL="1600200" indent="-228600">
              <a:defRPr>
                <a:latin typeface="Arial Narrow" panose="020B0606020202030204" pitchFamily="34" charset="0"/>
                <a:ea typeface="宋体" panose="02010600030101010101" pitchFamily="2" charset="-122"/>
              </a:defRPr>
            </a:lvl4pPr>
            <a:lvl5pPr marL="2057400" indent="-228600">
              <a:defRPr>
                <a:latin typeface="Arial Narrow" panose="020B0606020202030204" pitchFamily="34" charset="0"/>
                <a:ea typeface="宋体" panose="02010600030101010101" pitchFamily="2" charset="-122"/>
              </a:defRPr>
            </a:lvl5pPr>
            <a:lvl6pPr marL="2514600" indent="-228600" eaLnBrk="0" fontAlgn="base" hangingPunct="0">
              <a:spcBef>
                <a:spcPct val="0"/>
              </a:spcBef>
              <a:spcAft>
                <a:spcPct val="0"/>
              </a:spcAft>
              <a:defRPr>
                <a:latin typeface="Arial Narrow" panose="020B0606020202030204" pitchFamily="34" charset="0"/>
                <a:ea typeface="宋体" panose="02010600030101010101" pitchFamily="2" charset="-122"/>
              </a:defRPr>
            </a:lvl6pPr>
            <a:lvl7pPr marL="2971800" indent="-228600" eaLnBrk="0" fontAlgn="base" hangingPunct="0">
              <a:spcBef>
                <a:spcPct val="0"/>
              </a:spcBef>
              <a:spcAft>
                <a:spcPct val="0"/>
              </a:spcAft>
              <a:defRPr>
                <a:latin typeface="Arial Narrow" panose="020B0606020202030204" pitchFamily="34" charset="0"/>
                <a:ea typeface="宋体" panose="02010600030101010101" pitchFamily="2" charset="-122"/>
              </a:defRPr>
            </a:lvl7pPr>
            <a:lvl8pPr marL="3429000" indent="-228600" eaLnBrk="0" fontAlgn="base" hangingPunct="0">
              <a:spcBef>
                <a:spcPct val="0"/>
              </a:spcBef>
              <a:spcAft>
                <a:spcPct val="0"/>
              </a:spcAft>
              <a:defRPr>
                <a:latin typeface="Arial Narrow" panose="020B0606020202030204" pitchFamily="34" charset="0"/>
                <a:ea typeface="宋体" panose="02010600030101010101" pitchFamily="2" charset="-122"/>
              </a:defRPr>
            </a:lvl8pPr>
            <a:lvl9pPr marL="3886200" indent="-228600" eaLnBrk="0" fontAlgn="base" hangingPunct="0">
              <a:spcBef>
                <a:spcPct val="0"/>
              </a:spcBef>
              <a:spcAft>
                <a:spcPct val="0"/>
              </a:spcAft>
              <a:defRPr>
                <a:latin typeface="Arial Narrow" panose="020B0606020202030204" pitchFamily="34" charset="0"/>
                <a:ea typeface="宋体" panose="02010600030101010101" pitchFamily="2" charset="-122"/>
              </a:defRPr>
            </a:lvl9pPr>
          </a:lstStyle>
          <a:p>
            <a:pPr algn="l"/>
            <a:r>
              <a:rPr lang="zh-CN" altLang="en-US" sz="2800" b="1" dirty="0">
                <a:effectLst>
                  <a:outerShdw blurRad="75057" dist="38100" dir="5400000" sy="-20000" rotWithShape="0">
                    <a:prstClr val="black">
                      <a:alpha val="25000"/>
                    </a:prstClr>
                  </a:outerShdw>
                </a:effectLst>
              </a:rPr>
              <a:t>结构化编码</a:t>
            </a:r>
            <a:endParaRPr lang="zh-CN" altLang="en-US" sz="2800" b="1" dirty="0">
              <a:effectLst>
                <a:outerShdw blurRad="75057" dist="38100" dir="5400000" sy="-20000" rotWithShape="0">
                  <a:prstClr val="black">
                    <a:alpha val="25000"/>
                  </a:prstClr>
                </a:outerShdw>
              </a:effectLst>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MH" val="20170803150623"/>
  <p:tag name="MH_LIBRARY" val="GRAPHIC"/>
  <p:tag name="MH_ORDER" val="Freeform 21"/>
</p:tagLst>
</file>

<file path=ppt/tags/tag2.xml><?xml version="1.0" encoding="utf-8"?>
<p:tagLst xmlns:p="http://schemas.openxmlformats.org/presentationml/2006/main">
  <p:tag name="MH" val="20170803150623"/>
  <p:tag name="MH_LIBRARY" val="GRAPHIC"/>
  <p:tag name="MH_ORDER" val="Straight Connector 22"/>
</p:tagLst>
</file>

<file path=ppt/tags/tag3.xml><?xml version="1.0" encoding="utf-8"?>
<p:tagLst xmlns:p="http://schemas.openxmlformats.org/presentationml/2006/main">
  <p:tag name="MH" val="20170803150623"/>
  <p:tag name="MH_LIBRARY" val="GRAPHIC"/>
  <p:tag name="MH_ORDER" val="Straight Connector 23"/>
</p:tagLst>
</file>

<file path=ppt/tags/tag4.xml><?xml version="1.0" encoding="utf-8"?>
<p:tagLst xmlns:p="http://schemas.openxmlformats.org/presentationml/2006/main">
  <p:tag name="MH" val="20170803150623"/>
  <p:tag name="MH_LIBRARY" val="GRAPHIC"/>
  <p:tag name="MH_ORDER" val="TextBox 24"/>
</p:tagLst>
</file>

<file path=ppt/tags/tag5.xml><?xml version="1.0" encoding="utf-8"?>
<p:tagLst xmlns:p="http://schemas.openxmlformats.org/presentationml/2006/main">
  <p:tag name="MH" val="20170803150623"/>
  <p:tag name="MH_LIBRARY" val="GRAPHIC"/>
  <p:tag name="MH_ORDER" val="文本框 25"/>
</p:tagLst>
</file>

<file path=ppt/tags/tag6.xml><?xml version="1.0" encoding="utf-8"?>
<p:tagLst xmlns:p="http://schemas.openxmlformats.org/presentationml/2006/main">
  <p:tag name="MH" val="20170803150623"/>
  <p:tag name="MH_LIBRARY" val="GRAPHIC"/>
  <p:tag name="MH_ORDER" val="TextBox 26"/>
</p:tagLst>
</file>

<file path=ppt/tags/tag7.xml><?xml version="1.0" encoding="utf-8"?>
<p:tagLst xmlns:p="http://schemas.openxmlformats.org/presentationml/2006/main">
  <p:tag name="MH" val="20170803150623"/>
  <p:tag name="MH_LIBRARY" val="GRAPHIC"/>
  <p:tag name="MH_ORDER" val="TextBox 27"/>
</p:tagLst>
</file>

<file path=ppt/tags/tag8.xml><?xml version="1.0" encoding="utf-8"?>
<p:tagLst xmlns:p="http://schemas.openxmlformats.org/presentationml/2006/main">
  <p:tag name="MH" val="20170803150623"/>
  <p:tag name="MH_LIBRARY" val="GRAPHIC"/>
</p:tagLst>
</file>

<file path=ppt/tags/tag9.xml><?xml version="1.0" encoding="utf-8"?>
<p:tagLst xmlns:p="http://schemas.openxmlformats.org/presentationml/2006/main">
  <p:tag name="MH" val="20170804105837"/>
  <p:tag name="MH_LIBRARY" val="GRAPHIC"/>
  <p:tag name="MH_TYPE" val="Text"/>
  <p:tag name="MH_ORDER" val="1"/>
</p:tagLst>
</file>

<file path=ppt/tags/tag10.xml><?xml version="1.0" encoding="utf-8"?>
<p:tagLst xmlns:p="http://schemas.openxmlformats.org/presentationml/2006/main">
  <p:tag name="MH" val="20170804105837"/>
  <p:tag name="MH_LIBRARY" val="GRAPHIC"/>
  <p:tag name="MH_TYPE" val="SubTitle"/>
  <p:tag name="MH_ORDER" val="1"/>
</p:tagLst>
</file>

<file path=ppt/tags/tag11.xml><?xml version="1.0" encoding="utf-8"?>
<p:tagLst xmlns:p="http://schemas.openxmlformats.org/presentationml/2006/main">
  <p:tag name="MH" val="20170804112855"/>
  <p:tag name="MH_LIBRARY" val="GRAPHIC"/>
  <p:tag name="MH_TYPE" val="Other"/>
  <p:tag name="MH_ORDER" val="1"/>
</p:tagLst>
</file>

<file path=ppt/tags/tag12.xml><?xml version="1.0" encoding="utf-8"?>
<p:tagLst xmlns:p="http://schemas.openxmlformats.org/presentationml/2006/main">
  <p:tag name="MH" val="20170804113727"/>
  <p:tag name="MH_LIBRARY" val="GRAPHIC"/>
  <p:tag name="MH_TYPE" val="SubTitle"/>
  <p:tag name="MH_ORDER" val="2"/>
</p:tagLst>
</file>

<file path=ppt/tags/tag13.xml><?xml version="1.0" encoding="utf-8"?>
<p:tagLst xmlns:p="http://schemas.openxmlformats.org/presentationml/2006/main">
  <p:tag name="MH" val="20170804113727"/>
  <p:tag name="MH_LIBRARY" val="GRAPHIC"/>
  <p:tag name="MH_TYPE" val="SubTitle"/>
  <p:tag name="MH_ORDER" val="1"/>
</p:tagLst>
</file>

<file path=ppt/tags/tag14.xml><?xml version="1.0" encoding="utf-8"?>
<p:tagLst xmlns:p="http://schemas.openxmlformats.org/presentationml/2006/main">
  <p:tag name="MH" val="20170804113727"/>
  <p:tag name="MH_LIBRARY" val="GRAPHIC"/>
  <p:tag name="MH_TYPE" val="Title"/>
  <p:tag name="MH_ORDER" val="1"/>
</p:tagLst>
</file>

<file path=ppt/tags/tag15.xml><?xml version="1.0" encoding="utf-8"?>
<p:tagLst xmlns:p="http://schemas.openxmlformats.org/presentationml/2006/main">
  <p:tag name="MH" val="20170804113727"/>
  <p:tag name="MH_LIBRARY" val="GRAPHIC"/>
  <p:tag name="MH_TYPE" val="Text"/>
  <p:tag name="MH_ORDER" val="1"/>
</p:tagLst>
</file>

<file path=ppt/tags/tag16.xml><?xml version="1.0" encoding="utf-8"?>
<p:tagLst xmlns:p="http://schemas.openxmlformats.org/presentationml/2006/main">
  <p:tag name="MH" val="20170804113727"/>
  <p:tag name="MH_LIBRARY" val="GRAPHIC"/>
  <p:tag name="MH_TYPE" val="Text"/>
  <p:tag name="MH_ORDER" val="2"/>
</p:tagLst>
</file>

<file path=ppt/tags/tag17.xml><?xml version="1.0" encoding="utf-8"?>
<p:tagLst xmlns:p="http://schemas.openxmlformats.org/presentationml/2006/main">
  <p:tag name="MH" val="20170804115606"/>
  <p:tag name="MH_LIBRARY" val="GRAPHIC"/>
  <p:tag name="MH_TYPE" val="Text"/>
  <p:tag name="MH_ORDER" val="1"/>
</p:tagLst>
</file>

<file path=ppt/tags/tag18.xml><?xml version="1.0" encoding="utf-8"?>
<p:tagLst xmlns:p="http://schemas.openxmlformats.org/presentationml/2006/main">
  <p:tag name="MH" val="20170804115606"/>
  <p:tag name="MH_LIBRARY" val="GRAPHIC"/>
  <p:tag name="MH_TYPE" val="Other"/>
  <p:tag name="MH_ORDER" val="1"/>
</p:tagLst>
</file>

<file path=ppt/tags/tag19.xml><?xml version="1.0" encoding="utf-8"?>
<p:tagLst xmlns:p="http://schemas.openxmlformats.org/presentationml/2006/main">
  <p:tag name="MH" val="20170804115606"/>
  <p:tag name="MH_LIBRARY" val="GRAPHIC"/>
  <p:tag name="MH_TYPE" val="Other"/>
  <p:tag name="MH_ORDER" val="2"/>
</p:tagLst>
</file>

<file path=ppt/tags/tag20.xml><?xml version="1.0" encoding="utf-8"?>
<p:tagLst xmlns:p="http://schemas.openxmlformats.org/presentationml/2006/main">
  <p:tag name="MH" val="20170804115606"/>
  <p:tag name="MH_LIBRARY" val="GRAPHIC"/>
  <p:tag name="MH_TYPE" val="SubTitle"/>
  <p:tag name="MH_ORDER" val="1"/>
</p:tagLst>
</file>

<file path=ppt/tags/tag21.xml><?xml version="1.0" encoding="utf-8"?>
<p:tagLst xmlns:p="http://schemas.openxmlformats.org/presentationml/2006/main">
  <p:tag name="MH" val="20170804115606"/>
  <p:tag name="MH_LIBRARY" val="GRAPHIC"/>
  <p:tag name="MH_TYPE" val="Text"/>
  <p:tag name="MH_ORDER" val="1"/>
</p:tagLst>
</file>

<file path=ppt/tags/tag22.xml><?xml version="1.0" encoding="utf-8"?>
<p:tagLst xmlns:p="http://schemas.openxmlformats.org/presentationml/2006/main">
  <p:tag name="MH" val="20170804115606"/>
  <p:tag name="MH_LIBRARY" val="GRAPHIC"/>
  <p:tag name="MH_TYPE" val="Other"/>
  <p:tag name="MH_ORDER" val="1"/>
</p:tagLst>
</file>

<file path=ppt/tags/tag23.xml><?xml version="1.0" encoding="utf-8"?>
<p:tagLst xmlns:p="http://schemas.openxmlformats.org/presentationml/2006/main">
  <p:tag name="MH" val="20170804115606"/>
  <p:tag name="MH_LIBRARY" val="GRAPHIC"/>
  <p:tag name="MH_TYPE" val="Other"/>
  <p:tag name="MH_ORDER" val="2"/>
</p:tagLst>
</file>

<file path=ppt/tags/tag24.xml><?xml version="1.0" encoding="utf-8"?>
<p:tagLst xmlns:p="http://schemas.openxmlformats.org/presentationml/2006/main">
  <p:tag name="MH" val="20170804115606"/>
  <p:tag name="MH_LIBRARY" val="GRAPHIC"/>
  <p:tag name="MH_TYPE" val="SubTitle"/>
  <p:tag name="MH_ORDER" val="1"/>
</p:tagLst>
</file>

<file path=ppt/tags/tag25.xml><?xml version="1.0" encoding="utf-8"?>
<p:tagLst xmlns:p="http://schemas.openxmlformats.org/presentationml/2006/main">
  <p:tag name="MH" val="20170804115606"/>
  <p:tag name="MH_LIBRARY" val="GRAPHIC"/>
  <p:tag name="MH_TYPE" val="Text"/>
  <p:tag name="MH_ORDER" val="1"/>
</p:tagLst>
</file>

<file path=ppt/tags/tag26.xml><?xml version="1.0" encoding="utf-8"?>
<p:tagLst xmlns:p="http://schemas.openxmlformats.org/presentationml/2006/main">
  <p:tag name="MH" val="20170804115606"/>
  <p:tag name="MH_LIBRARY" val="GRAPHIC"/>
  <p:tag name="MH_TYPE" val="Other"/>
  <p:tag name="MH_ORDER" val="1"/>
</p:tagLst>
</file>

<file path=ppt/tags/tag27.xml><?xml version="1.0" encoding="utf-8"?>
<p:tagLst xmlns:p="http://schemas.openxmlformats.org/presentationml/2006/main">
  <p:tag name="MH" val="20170804115606"/>
  <p:tag name="MH_LIBRARY" val="GRAPHIC"/>
  <p:tag name="MH_TYPE" val="Other"/>
  <p:tag name="MH_ORDER" val="2"/>
</p:tagLst>
</file>

<file path=ppt/tags/tag28.xml><?xml version="1.0" encoding="utf-8"?>
<p:tagLst xmlns:p="http://schemas.openxmlformats.org/presentationml/2006/main">
  <p:tag name="MH" val="20170804115606"/>
  <p:tag name="MH_LIBRARY" val="GRAPHIC"/>
  <p:tag name="MH_TYPE" val="SubTitle"/>
  <p:tag name="MH_ORDER" val="1"/>
</p:tagLst>
</file>

<file path=ppt/tags/tag29.xml><?xml version="1.0" encoding="utf-8"?>
<p:tagLst xmlns:p="http://schemas.openxmlformats.org/presentationml/2006/main">
  <p:tag name="MH" val="20170804144137"/>
  <p:tag name="MH_LIBRARY" val="GRAPHIC"/>
  <p:tag name="MH_TYPE" val="Desc"/>
  <p:tag name="MH_ORDER" val="1"/>
</p:tagLst>
</file>

<file path=ppt/tags/tag30.xml><?xml version="1.0" encoding="utf-8"?>
<p:tagLst xmlns:p="http://schemas.openxmlformats.org/presentationml/2006/main">
  <p:tag name="MH" val="20170804115606"/>
  <p:tag name="MH_LIBRARY" val="GRAPHIC"/>
  <p:tag name="MH_TYPE" val="Text"/>
  <p:tag name="MH_ORDER" val="1"/>
</p:tagLst>
</file>

<file path=ppt/tags/tag31.xml><?xml version="1.0" encoding="utf-8"?>
<p:tagLst xmlns:p="http://schemas.openxmlformats.org/presentationml/2006/main">
  <p:tag name="MH" val="20170804115606"/>
  <p:tag name="MH_LIBRARY" val="GRAPHIC"/>
  <p:tag name="MH_TYPE" val="Other"/>
  <p:tag name="MH_ORDER" val="1"/>
</p:tagLst>
</file>

<file path=ppt/tags/tag32.xml><?xml version="1.0" encoding="utf-8"?>
<p:tagLst xmlns:p="http://schemas.openxmlformats.org/presentationml/2006/main">
  <p:tag name="MH" val="20170804115606"/>
  <p:tag name="MH_LIBRARY" val="GRAPHIC"/>
  <p:tag name="MH_TYPE" val="Other"/>
  <p:tag name="MH_ORDER" val="2"/>
</p:tagLst>
</file>

<file path=ppt/tags/tag33.xml><?xml version="1.0" encoding="utf-8"?>
<p:tagLst xmlns:p="http://schemas.openxmlformats.org/presentationml/2006/main">
  <p:tag name="MH" val="20170804115606"/>
  <p:tag name="MH_LIBRARY" val="GRAPHIC"/>
  <p:tag name="MH_TYPE" val="SubTitle"/>
  <p:tag name="MH_ORDER" val="1"/>
</p:tagLst>
</file>

<file path=ppt/tags/tag34.xml><?xml version="1.0" encoding="utf-8"?>
<p:tagLst xmlns:p="http://schemas.openxmlformats.org/presentationml/2006/main">
  <p:tag name="MH" val="20170804151029"/>
  <p:tag name="MH_LIBRARY" val="GRAPHIC"/>
  <p:tag name="MH_TYPE" val="Other"/>
  <p:tag name="MH_ORDER" val="1"/>
</p:tagLst>
</file>

<file path=ppt/tags/tag35.xml><?xml version="1.0" encoding="utf-8"?>
<p:tagLst xmlns:p="http://schemas.openxmlformats.org/presentationml/2006/main">
  <p:tag name="MH" val="20170804151029"/>
  <p:tag name="MH_LIBRARY" val="GRAPHIC"/>
  <p:tag name="MH_TYPE" val="Other"/>
  <p:tag name="MH_ORDER" val="2"/>
</p:tagLst>
</file>

<file path=ppt/tags/tag36.xml><?xml version="1.0" encoding="utf-8"?>
<p:tagLst xmlns:p="http://schemas.openxmlformats.org/presentationml/2006/main">
  <p:tag name="MH" val="20170804151029"/>
  <p:tag name="MH_LIBRARY" val="GRAPHIC"/>
  <p:tag name="MH_TYPE" val="Other"/>
  <p:tag name="MH_ORDER" val="3"/>
</p:tagLst>
</file>

<file path=ppt/tags/tag37.xml><?xml version="1.0" encoding="utf-8"?>
<p:tagLst xmlns:p="http://schemas.openxmlformats.org/presentationml/2006/main">
  <p:tag name="MH" val="20170804151029"/>
  <p:tag name="MH_LIBRARY" val="GRAPHIC"/>
  <p:tag name="MH_TYPE" val="Other"/>
  <p:tag name="MH_ORDER" val="4"/>
</p:tagLst>
</file>

<file path=ppt/tags/tag38.xml><?xml version="1.0" encoding="utf-8"?>
<p:tagLst xmlns:p="http://schemas.openxmlformats.org/presentationml/2006/main">
  <p:tag name="MH" val="20170804151029"/>
  <p:tag name="MH_LIBRARY" val="GRAPHIC"/>
  <p:tag name="MH_TYPE" val="SubTitle"/>
  <p:tag name="MH_ORDER" val="1"/>
</p:tagLst>
</file>

<file path=ppt/tags/tag39.xml><?xml version="1.0" encoding="utf-8"?>
<p:tagLst xmlns:p="http://schemas.openxmlformats.org/presentationml/2006/main">
  <p:tag name="MH" val="20170804151029"/>
  <p:tag name="MH_LIBRARY" val="GRAPHIC"/>
  <p:tag name="MH_TYPE" val="Other"/>
  <p:tag name="MH_ORDER" val="9"/>
</p:tagLst>
</file>

<file path=ppt/tags/tag40.xml><?xml version="1.0" encoding="utf-8"?>
<p:tagLst xmlns:p="http://schemas.openxmlformats.org/presentationml/2006/main">
  <p:tag name="MH" val="20170804151029"/>
  <p:tag name="MH_LIBRARY" val="GRAPHIC"/>
  <p:tag name="MH_TYPE" val="Other"/>
  <p:tag name="MH_ORDER" val="10"/>
</p:tagLst>
</file>

<file path=ppt/tags/tag41.xml><?xml version="1.0" encoding="utf-8"?>
<p:tagLst xmlns:p="http://schemas.openxmlformats.org/presentationml/2006/main">
  <p:tag name="MH" val="20170804151029"/>
  <p:tag name="MH_LIBRARY" val="GRAPHIC"/>
  <p:tag name="MH_TYPE" val="Other"/>
  <p:tag name="MH_ORDER" val="11"/>
</p:tagLst>
</file>

<file path=ppt/tags/tag42.xml><?xml version="1.0" encoding="utf-8"?>
<p:tagLst xmlns:p="http://schemas.openxmlformats.org/presentationml/2006/main">
  <p:tag name="MH" val="20170804151029"/>
  <p:tag name="MH_LIBRARY" val="GRAPHIC"/>
  <p:tag name="MH_TYPE" val="Other"/>
  <p:tag name="MH_ORDER" val="12"/>
</p:tagLst>
</file>

<file path=ppt/tags/tag43.xml><?xml version="1.0" encoding="utf-8"?>
<p:tagLst xmlns:p="http://schemas.openxmlformats.org/presentationml/2006/main">
  <p:tag name="MH" val="20170804151029"/>
  <p:tag name="MH_LIBRARY" val="GRAPHIC"/>
  <p:tag name="MH_TYPE" val="SubTitle"/>
  <p:tag name="MH_ORDER" val="3"/>
</p:tagLst>
</file>

<file path=ppt/tags/tag44.xml><?xml version="1.0" encoding="utf-8"?>
<p:tagLst xmlns:p="http://schemas.openxmlformats.org/presentationml/2006/main">
  <p:tag name="MH" val="20170804151029"/>
  <p:tag name="MH_LIBRARY" val="GRAPHIC"/>
  <p:tag name="MH_TYPE" val="SubTitle"/>
  <p:tag name="MH_ORDER" val="4"/>
</p:tagLst>
</file>

<file path=ppt/tags/tag45.xml><?xml version="1.0" encoding="utf-8"?>
<p:tagLst xmlns:p="http://schemas.openxmlformats.org/presentationml/2006/main">
  <p:tag name="MH" val="20170804151029"/>
  <p:tag name="MH_LIBRARY" val="GRAPHIC"/>
  <p:tag name="MH_TYPE" val="SubTitle"/>
  <p:tag name="MH_ORDER" val="2"/>
</p:tagLst>
</file>

<file path=ppt/tags/tag46.xml><?xml version="1.0" encoding="utf-8"?>
<p:tagLst xmlns:p="http://schemas.openxmlformats.org/presentationml/2006/main">
  <p:tag name="MH" val="20170804115606"/>
  <p:tag name="MH_LIBRARY" val="GRAPHIC"/>
  <p:tag name="MH_TYPE" val="Text"/>
  <p:tag name="MH_ORDER" val="1"/>
</p:tagLst>
</file>

<file path=ppt/tags/tag47.xml><?xml version="1.0" encoding="utf-8"?>
<p:tagLst xmlns:p="http://schemas.openxmlformats.org/presentationml/2006/main">
  <p:tag name="MH" val="20170804115606"/>
  <p:tag name="MH_LIBRARY" val="GRAPHIC"/>
  <p:tag name="MH_TYPE" val="Other"/>
  <p:tag name="MH_ORDER" val="1"/>
</p:tagLst>
</file>

<file path=ppt/tags/tag48.xml><?xml version="1.0" encoding="utf-8"?>
<p:tagLst xmlns:p="http://schemas.openxmlformats.org/presentationml/2006/main">
  <p:tag name="MH" val="20170804115606"/>
  <p:tag name="MH_LIBRARY" val="GRAPHIC"/>
  <p:tag name="MH_TYPE" val="Other"/>
  <p:tag name="MH_ORDER" val="2"/>
</p:tagLst>
</file>

<file path=ppt/tags/tag49.xml><?xml version="1.0" encoding="utf-8"?>
<p:tagLst xmlns:p="http://schemas.openxmlformats.org/presentationml/2006/main">
  <p:tag name="MH" val="20170804115606"/>
  <p:tag name="MH_LIBRARY" val="GRAPHIC"/>
  <p:tag name="MH_TYPE" val="SubTitle"/>
  <p:tag name="MH_ORDER" val="1"/>
</p:tagLst>
</file>

<file path=ppt/tags/tag50.xml><?xml version="1.0" encoding="utf-8"?>
<p:tagLst xmlns:p="http://schemas.openxmlformats.org/presentationml/2006/main">
  <p:tag name="MH" val="20170804144137"/>
  <p:tag name="MH_LIBRARY" val="GRAPHIC"/>
  <p:tag name="MH_TYPE" val="Desc"/>
  <p:tag name="MH_ORDER" val="1"/>
</p:tagLst>
</file>

<file path=ppt/tags/tag51.xml><?xml version="1.0" encoding="utf-8"?>
<p:tagLst xmlns:p="http://schemas.openxmlformats.org/presentationml/2006/main">
  <p:tag name="MH" val="20170804115606"/>
  <p:tag name="MH_LIBRARY" val="GRAPHIC"/>
  <p:tag name="MH_TYPE" val="Text"/>
  <p:tag name="MH_ORDER" val="1"/>
</p:tagLst>
</file>

<file path=ppt/tags/tag52.xml><?xml version="1.0" encoding="utf-8"?>
<p:tagLst xmlns:p="http://schemas.openxmlformats.org/presentationml/2006/main">
  <p:tag name="MH" val="20170804115606"/>
  <p:tag name="MH_LIBRARY" val="GRAPHIC"/>
  <p:tag name="MH_TYPE" val="Other"/>
  <p:tag name="MH_ORDER" val="1"/>
</p:tagLst>
</file>

<file path=ppt/tags/tag53.xml><?xml version="1.0" encoding="utf-8"?>
<p:tagLst xmlns:p="http://schemas.openxmlformats.org/presentationml/2006/main">
  <p:tag name="MH" val="20170804115606"/>
  <p:tag name="MH_LIBRARY" val="GRAPHIC"/>
  <p:tag name="MH_TYPE" val="Other"/>
  <p:tag name="MH_ORDER" val="2"/>
</p:tagLst>
</file>

<file path=ppt/tags/tag54.xml><?xml version="1.0" encoding="utf-8"?>
<p:tagLst xmlns:p="http://schemas.openxmlformats.org/presentationml/2006/main">
  <p:tag name="MH" val="20170804115606"/>
  <p:tag name="MH_LIBRARY" val="GRAPHIC"/>
  <p:tag name="MH_TYPE" val="SubTitle"/>
  <p:tag name="MH_ORDER" val="1"/>
</p:tagLst>
</file>

<file path=ppt/tags/tag55.xml><?xml version="1.0" encoding="utf-8"?>
<p:tagLst xmlns:p="http://schemas.openxmlformats.org/presentationml/2006/main">
  <p:tag name="MH" val="20170804154943"/>
  <p:tag name="MH_LIBRARY" val="GRAPHIC"/>
  <p:tag name="MH_TYPE" val="Other"/>
  <p:tag name="MH_ORDER" val="1"/>
</p:tagLst>
</file>

<file path=ppt/tags/tag56.xml><?xml version="1.0" encoding="utf-8"?>
<p:tagLst xmlns:p="http://schemas.openxmlformats.org/presentationml/2006/main">
  <p:tag name="MH" val="20170804154943"/>
  <p:tag name="MH_LIBRARY" val="GRAPHIC"/>
  <p:tag name="MH_TYPE" val="Other"/>
  <p:tag name="MH_ORDER" val="2"/>
</p:tagLst>
</file>

<file path=ppt/tags/tag57.xml><?xml version="1.0" encoding="utf-8"?>
<p:tagLst xmlns:p="http://schemas.openxmlformats.org/presentationml/2006/main">
  <p:tag name="MH" val="20170804154943"/>
  <p:tag name="MH_LIBRARY" val="GRAPHIC"/>
  <p:tag name="MH_TYPE" val="Other"/>
  <p:tag name="MH_ORDER" val="3"/>
</p:tagLst>
</file>

<file path=ppt/tags/tag58.xml><?xml version="1.0" encoding="utf-8"?>
<p:tagLst xmlns:p="http://schemas.openxmlformats.org/presentationml/2006/main">
  <p:tag name="MH" val="20170804154943"/>
  <p:tag name="MH_LIBRARY" val="GRAPHIC"/>
  <p:tag name="MH_TYPE" val="Other"/>
  <p:tag name="MH_ORDER" val="4"/>
</p:tagLst>
</file>

<file path=ppt/tags/tag59.xml><?xml version="1.0" encoding="utf-8"?>
<p:tagLst xmlns:p="http://schemas.openxmlformats.org/presentationml/2006/main">
  <p:tag name="MH" val="20170804154943"/>
  <p:tag name="MH_LIBRARY" val="GRAPHIC"/>
  <p:tag name="MH_TYPE" val="Other"/>
  <p:tag name="MH_ORDER" val="5"/>
</p:tagLst>
</file>

<file path=ppt/tags/tag60.xml><?xml version="1.0" encoding="utf-8"?>
<p:tagLst xmlns:p="http://schemas.openxmlformats.org/presentationml/2006/main">
  <p:tag name="MH" val="20170804154943"/>
  <p:tag name="MH_LIBRARY" val="GRAPHIC"/>
  <p:tag name="MH_TYPE" val="Other"/>
  <p:tag name="MH_ORDER" val="6"/>
</p:tagLst>
</file>

<file path=ppt/tags/tag61.xml><?xml version="1.0" encoding="utf-8"?>
<p:tagLst xmlns:p="http://schemas.openxmlformats.org/presentationml/2006/main">
  <p:tag name="MH" val="20170804154943"/>
  <p:tag name="MH_LIBRARY" val="GRAPHIC"/>
  <p:tag name="MH_TYPE" val="Other"/>
  <p:tag name="MH_ORDER" val="7"/>
</p:tagLst>
</file>

<file path=ppt/tags/tag62.xml><?xml version="1.0" encoding="utf-8"?>
<p:tagLst xmlns:p="http://schemas.openxmlformats.org/presentationml/2006/main">
  <p:tag name="MH" val="20170804154943"/>
  <p:tag name="MH_LIBRARY" val="GRAPHIC"/>
  <p:tag name="MH_TYPE" val="Other"/>
  <p:tag name="MH_ORDER" val="8"/>
</p:tagLst>
</file>

<file path=ppt/tags/tag63.xml><?xml version="1.0" encoding="utf-8"?>
<p:tagLst xmlns:p="http://schemas.openxmlformats.org/presentationml/2006/main">
  <p:tag name="MH" val="20170804154943"/>
  <p:tag name="MH_LIBRARY" val="GRAPHIC"/>
  <p:tag name="MH_TYPE" val="Other"/>
  <p:tag name="MH_ORDER" val="9"/>
</p:tagLst>
</file>

<file path=ppt/tags/tag64.xml><?xml version="1.0" encoding="utf-8"?>
<p:tagLst xmlns:p="http://schemas.openxmlformats.org/presentationml/2006/main">
  <p:tag name="MH" val="20170804154943"/>
  <p:tag name="MH_LIBRARY" val="GRAPHIC"/>
  <p:tag name="MH_TYPE" val="Other"/>
  <p:tag name="MH_ORDER" val="10"/>
</p:tagLst>
</file>

<file path=ppt/tags/tag65.xml><?xml version="1.0" encoding="utf-8"?>
<p:tagLst xmlns:p="http://schemas.openxmlformats.org/presentationml/2006/main">
  <p:tag name="MH" val="20170804154943"/>
  <p:tag name="MH_LIBRARY" val="GRAPHIC"/>
  <p:tag name="MH_TYPE" val="Other"/>
  <p:tag name="MH_ORDER" val="11"/>
</p:tagLst>
</file>

<file path=ppt/tags/tag66.xml><?xml version="1.0" encoding="utf-8"?>
<p:tagLst xmlns:p="http://schemas.openxmlformats.org/presentationml/2006/main">
  <p:tag name="MH" val="20170804154943"/>
  <p:tag name="MH_LIBRARY" val="GRAPHIC"/>
  <p:tag name="MH_TYPE" val="Other"/>
  <p:tag name="MH_ORDER" val="12"/>
</p:tagLst>
</file>

<file path=ppt/tags/tag67.xml><?xml version="1.0" encoding="utf-8"?>
<p:tagLst xmlns:p="http://schemas.openxmlformats.org/presentationml/2006/main">
  <p:tag name="MH" val="20170804154943"/>
  <p:tag name="MH_LIBRARY" val="GRAPHIC"/>
  <p:tag name="MH_TYPE" val="Other"/>
  <p:tag name="MH_ORDER" val="13"/>
</p:tagLst>
</file>

<file path=ppt/tags/tag68.xml><?xml version="1.0" encoding="utf-8"?>
<p:tagLst xmlns:p="http://schemas.openxmlformats.org/presentationml/2006/main">
  <p:tag name="MH" val="20170804154943"/>
  <p:tag name="MH_LIBRARY" val="GRAPHIC"/>
  <p:tag name="MH_TYPE" val="Other"/>
  <p:tag name="MH_ORDER" val="14"/>
</p:tagLst>
</file>

<file path=ppt/tags/tag69.xml><?xml version="1.0" encoding="utf-8"?>
<p:tagLst xmlns:p="http://schemas.openxmlformats.org/presentationml/2006/main">
  <p:tag name="MH" val="20170804154943"/>
  <p:tag name="MH_LIBRARY" val="GRAPHIC"/>
  <p:tag name="MH_TYPE" val="Other"/>
  <p:tag name="MH_ORDER" val="15"/>
</p:tagLst>
</file>

<file path=ppt/tags/tag70.xml><?xml version="1.0" encoding="utf-8"?>
<p:tagLst xmlns:p="http://schemas.openxmlformats.org/presentationml/2006/main">
  <p:tag name="MH" val="20170804154943"/>
  <p:tag name="MH_LIBRARY" val="GRAPHIC"/>
  <p:tag name="MH_TYPE" val="Other"/>
  <p:tag name="MH_ORDER" val="16"/>
</p:tagLst>
</file>

<file path=ppt/tags/tag71.xml><?xml version="1.0" encoding="utf-8"?>
<p:tagLst xmlns:p="http://schemas.openxmlformats.org/presentationml/2006/main">
  <p:tag name="MH" val="20170804154943"/>
  <p:tag name="MH_LIBRARY" val="GRAPHIC"/>
  <p:tag name="MH_TYPE" val="Other"/>
  <p:tag name="MH_ORDER" val="17"/>
</p:tagLst>
</file>

<file path=ppt/tags/tag72.xml><?xml version="1.0" encoding="utf-8"?>
<p:tagLst xmlns:p="http://schemas.openxmlformats.org/presentationml/2006/main">
  <p:tag name="MH" val="20170804154943"/>
  <p:tag name="MH_LIBRARY" val="GRAPHIC"/>
  <p:tag name="MH_TYPE" val="Other"/>
  <p:tag name="MH_ORDER" val="18"/>
</p:tagLst>
</file>

<file path=ppt/tags/tag73.xml><?xml version="1.0" encoding="utf-8"?>
<p:tagLst xmlns:p="http://schemas.openxmlformats.org/presentationml/2006/main">
  <p:tag name="MH" val="20170804154943"/>
  <p:tag name="MH_LIBRARY" val="GRAPHIC"/>
  <p:tag name="MH_TYPE" val="Other"/>
  <p:tag name="MH_ORDER" val="19"/>
</p:tagLst>
</file>

<file path=ppt/tags/tag74.xml><?xml version="1.0" encoding="utf-8"?>
<p:tagLst xmlns:p="http://schemas.openxmlformats.org/presentationml/2006/main">
  <p:tag name="MH" val="20170804154943"/>
  <p:tag name="MH_LIBRARY" val="GRAPHIC"/>
  <p:tag name="MH_TYPE" val="Other"/>
  <p:tag name="MH_ORDER" val="20"/>
</p:tagLst>
</file>

<file path=ppt/tags/tag75.xml><?xml version="1.0" encoding="utf-8"?>
<p:tagLst xmlns:p="http://schemas.openxmlformats.org/presentationml/2006/main">
  <p:tag name="MH" val="20170804154943"/>
  <p:tag name="MH_LIBRARY" val="GRAPHIC"/>
  <p:tag name="MH_TYPE" val="SubTitle"/>
  <p:tag name="MH_ORDER" val="1"/>
</p:tagLst>
</file>

<file path=ppt/tags/tag76.xml><?xml version="1.0" encoding="utf-8"?>
<p:tagLst xmlns:p="http://schemas.openxmlformats.org/presentationml/2006/main">
  <p:tag name="MH" val="20170804154943"/>
  <p:tag name="MH_LIBRARY" val="GRAPHIC"/>
  <p:tag name="MH_TYPE" val="Text"/>
  <p:tag name="MH_ORDER" val="1"/>
</p:tagLst>
</file>

<file path=ppt/tags/tag77.xml><?xml version="1.0" encoding="utf-8"?>
<p:tagLst xmlns:p="http://schemas.openxmlformats.org/presentationml/2006/main">
  <p:tag name="MH" val="20170804154943"/>
  <p:tag name="MH_LIBRARY" val="GRAPHIC"/>
  <p:tag name="MH_TYPE" val="SubTitle"/>
  <p:tag name="MH_ORDER" val="2"/>
</p:tagLst>
</file>

<file path=ppt/tags/tag78.xml><?xml version="1.0" encoding="utf-8"?>
<p:tagLst xmlns:p="http://schemas.openxmlformats.org/presentationml/2006/main">
  <p:tag name="MH" val="20170804154943"/>
  <p:tag name="MH_LIBRARY" val="GRAPHIC"/>
  <p:tag name="MH_TYPE" val="Text"/>
  <p:tag name="MH_ORDER" val="2"/>
</p:tagLst>
</file>

<file path=ppt/tags/tag79.xml><?xml version="1.0" encoding="utf-8"?>
<p:tagLst xmlns:p="http://schemas.openxmlformats.org/presentationml/2006/main">
  <p:tag name="MH" val="20170804154943"/>
  <p:tag name="MH_LIBRARY" val="GRAPHIC"/>
  <p:tag name="MH_TYPE" val="SubTitle"/>
  <p:tag name="MH_ORDER" val="3"/>
</p:tagLst>
</file>

<file path=ppt/tags/tag80.xml><?xml version="1.0" encoding="utf-8"?>
<p:tagLst xmlns:p="http://schemas.openxmlformats.org/presentationml/2006/main">
  <p:tag name="MH" val="20170804154943"/>
  <p:tag name="MH_LIBRARY" val="GRAPHIC"/>
  <p:tag name="MH_TYPE" val="Text"/>
  <p:tag name="MH_ORDER" val="3"/>
</p:tagLst>
</file>

<file path=ppt/tags/tag81.xml><?xml version="1.0" encoding="utf-8"?>
<p:tagLst xmlns:p="http://schemas.openxmlformats.org/presentationml/2006/main">
  <p:tag name="MH" val="20170804154943"/>
  <p:tag name="MH_LIBRARY" val="GRAPHIC"/>
  <p:tag name="MH_TYPE" val="SubTitle"/>
  <p:tag name="MH_ORDER" val="4"/>
</p:tagLst>
</file>

<file path=ppt/tags/tag82.xml><?xml version="1.0" encoding="utf-8"?>
<p:tagLst xmlns:p="http://schemas.openxmlformats.org/presentationml/2006/main">
  <p:tag name="MH" val="20170804154943"/>
  <p:tag name="MH_LIBRARY" val="GRAPHIC"/>
  <p:tag name="MH_TYPE" val="Text"/>
  <p:tag name="MH_ORDER" val="4"/>
</p:tagLst>
</file>

<file path=ppt/tags/tag83.xml><?xml version="1.0" encoding="utf-8"?>
<p:tagLst xmlns:p="http://schemas.openxmlformats.org/presentationml/2006/main">
  <p:tag name="MH" val="20170804154943"/>
  <p:tag name="MH_LIBRARY" val="GRAPHIC"/>
  <p:tag name="MH_TYPE" val="SubTitle"/>
  <p:tag name="MH_ORDER" val="5"/>
</p:tagLst>
</file>

<file path=ppt/tags/tag84.xml><?xml version="1.0" encoding="utf-8"?>
<p:tagLst xmlns:p="http://schemas.openxmlformats.org/presentationml/2006/main">
  <p:tag name="MH" val="20170804154943"/>
  <p:tag name="MH_LIBRARY" val="GRAPHIC"/>
  <p:tag name="MH_TYPE" val="Text"/>
  <p:tag name="MH_ORDER" val="5"/>
</p:tagLst>
</file>

<file path=ppt/tags/tag85.xml><?xml version="1.0" encoding="utf-8"?>
<p:tagLst xmlns:p="http://schemas.openxmlformats.org/presentationml/2006/main">
  <p:tag name="MH" val="20170804155713"/>
  <p:tag name="MH_LIBRARY" val="GRAPHIC"/>
  <p:tag name="MH_TYPE" val="Title"/>
  <p:tag name="MH_ORDER" val="1"/>
</p:tagLst>
</file>

<file path=ppt/tags/tag86.xml><?xml version="1.0" encoding="utf-8"?>
<p:tagLst xmlns:p="http://schemas.openxmlformats.org/presentationml/2006/main">
  <p:tag name="MH" val="20170804155713"/>
  <p:tag name="MH_LIBRARY" val="GRAPHIC"/>
  <p:tag name="MH_TYPE" val="Other"/>
  <p:tag name="MH_ORDER" val="1"/>
</p:tagLst>
</file>

<file path=ppt/tags/tag87.xml><?xml version="1.0" encoding="utf-8"?>
<p:tagLst xmlns:p="http://schemas.openxmlformats.org/presentationml/2006/main">
  <p:tag name="MH" val="20170804155713"/>
  <p:tag name="MH_LIBRARY" val="GRAPHIC"/>
  <p:tag name="MH_TYPE" val="SubTitle"/>
  <p:tag name="MH_ORDER" val="4"/>
</p:tagLst>
</file>

<file path=ppt/tags/tag88.xml><?xml version="1.0" encoding="utf-8"?>
<p:tagLst xmlns:p="http://schemas.openxmlformats.org/presentationml/2006/main">
  <p:tag name="MH" val="20170804155713"/>
  <p:tag name="MH_LIBRARY" val="GRAPHIC"/>
  <p:tag name="MH_TYPE" val="Other"/>
  <p:tag name="MH_ORDER" val="2"/>
</p:tagLst>
</file>

<file path=ppt/tags/tag89.xml><?xml version="1.0" encoding="utf-8"?>
<p:tagLst xmlns:p="http://schemas.openxmlformats.org/presentationml/2006/main">
  <p:tag name="MH" val="20170804155713"/>
  <p:tag name="MH_LIBRARY" val="GRAPHIC"/>
  <p:tag name="MH_TYPE" val="SubTitle"/>
  <p:tag name="MH_ORDER" val="3"/>
</p:tagLst>
</file>

<file path=ppt/tags/tag90.xml><?xml version="1.0" encoding="utf-8"?>
<p:tagLst xmlns:p="http://schemas.openxmlformats.org/presentationml/2006/main">
  <p:tag name="MH" val="20170804155713"/>
  <p:tag name="MH_LIBRARY" val="GRAPHIC"/>
  <p:tag name="MH_TYPE" val="Other"/>
  <p:tag name="MH_ORDER" val="3"/>
</p:tagLst>
</file>

<file path=ppt/tags/tag91.xml><?xml version="1.0" encoding="utf-8"?>
<p:tagLst xmlns:p="http://schemas.openxmlformats.org/presentationml/2006/main">
  <p:tag name="MH" val="20170804155713"/>
  <p:tag name="MH_LIBRARY" val="GRAPHIC"/>
  <p:tag name="MH_TYPE" val="SubTitle"/>
  <p:tag name="MH_ORDER" val="2"/>
</p:tagLst>
</file>

<file path=ppt/tags/tag92.xml><?xml version="1.0" encoding="utf-8"?>
<p:tagLst xmlns:p="http://schemas.openxmlformats.org/presentationml/2006/main">
  <p:tag name="MH" val="20170804155713"/>
  <p:tag name="MH_LIBRARY" val="GRAPHIC"/>
  <p:tag name="MH_TYPE" val="Other"/>
  <p:tag name="MH_ORDER" val="4"/>
</p:tagLst>
</file>

<file path=ppt/tags/tag93.xml><?xml version="1.0" encoding="utf-8"?>
<p:tagLst xmlns:p="http://schemas.openxmlformats.org/presentationml/2006/main">
  <p:tag name="MH" val="20170804155713"/>
  <p:tag name="MH_LIBRARY" val="GRAPHIC"/>
  <p:tag name="MH_TYPE" val="SubTitle"/>
  <p:tag name="MH_ORDER" val="1"/>
</p:tagLst>
</file>

<file path=ppt/tags/tag94.xml><?xml version="1.0" encoding="utf-8"?>
<p:tagLst xmlns:p="http://schemas.openxmlformats.org/presentationml/2006/main">
  <p:tag name="MH" val="20170804155713"/>
  <p:tag name="MH_LIBRARY" val="GRAPHIC"/>
  <p:tag name="MH_TYPE" val="Other"/>
  <p:tag name="MH_ORDER" val="5"/>
</p:tagLst>
</file>

<file path=ppt/tags/tag95.xml><?xml version="1.0" encoding="utf-8"?>
<p:tagLst xmlns:p="http://schemas.openxmlformats.org/presentationml/2006/main">
  <p:tag name="MH" val="20170804155713"/>
  <p:tag name="MH_LIBRARY" val="GRAPHIC"/>
  <p:tag name="MH_TYPE" val="Other"/>
  <p:tag name="MH_ORDER" val="6"/>
</p:tagLst>
</file>

<file path=ppt/tags/tag96.xml><?xml version="1.0" encoding="utf-8"?>
<p:tagLst xmlns:p="http://schemas.openxmlformats.org/presentationml/2006/main">
  <p:tag name="MH" val="20170804155713"/>
  <p:tag name="MH_LIBRARY" val="GRAPHIC"/>
  <p:tag name="MH_TYPE" val="Other"/>
  <p:tag name="MH_ORDER" val="7"/>
</p:tagLst>
</file>

<file path=ppt/tags/tag97.xml><?xml version="1.0" encoding="utf-8"?>
<p:tagLst xmlns:p="http://schemas.openxmlformats.org/presentationml/2006/main">
  <p:tag name="MH" val="20170804155713"/>
  <p:tag name="MH_LIBRARY" val="GRAPHIC"/>
  <p:tag name="MH_TYPE" val="Other"/>
  <p:tag name="MH_ORDER" val="8"/>
</p:tagLst>
</file>

<file path=ppt/tags/tag98.xml><?xml version="1.0" encoding="utf-8"?>
<p:tagLst xmlns:p="http://schemas.openxmlformats.org/presentationml/2006/main">
  <p:tag name="MH" val="20170804155713"/>
  <p:tag name="MH_LIBRARY" val="GRAPHIC"/>
  <p:tag name="MH_TYPE" val="Other"/>
  <p:tag name="MH_ORDER" val="9"/>
</p:tagLst>
</file>

<file path=ppt/tags/tag99.xml><?xml version="1.0" encoding="utf-8"?>
<p:tagLst xmlns:p="http://schemas.openxmlformats.org/presentationml/2006/main">
  <p:tag name="MH" val="20170804115606"/>
  <p:tag name="MH_LIBRARY" val="GRAPHIC"/>
  <p:tag name="MH_TYPE" val="Text"/>
  <p:tag name="MH_ORDER" val="1"/>
</p:tagLst>
</file>

<file path=ppt/tags/tag100.xml><?xml version="1.0" encoding="utf-8"?>
<p:tagLst xmlns:p="http://schemas.openxmlformats.org/presentationml/2006/main">
  <p:tag name="MH" val="20170804115606"/>
  <p:tag name="MH_LIBRARY" val="GRAPHIC"/>
  <p:tag name="MH_TYPE" val="Other"/>
  <p:tag name="MH_ORDER" val="1"/>
</p:tagLst>
</file>

<file path=ppt/tags/tag101.xml><?xml version="1.0" encoding="utf-8"?>
<p:tagLst xmlns:p="http://schemas.openxmlformats.org/presentationml/2006/main">
  <p:tag name="MH" val="20170804115606"/>
  <p:tag name="MH_LIBRARY" val="GRAPHIC"/>
  <p:tag name="MH_TYPE" val="Other"/>
  <p:tag name="MH_ORDER" val="2"/>
</p:tagLst>
</file>

<file path=ppt/tags/tag102.xml><?xml version="1.0" encoding="utf-8"?>
<p:tagLst xmlns:p="http://schemas.openxmlformats.org/presentationml/2006/main">
  <p:tag name="MH" val="20170804115606"/>
  <p:tag name="MH_LIBRARY" val="GRAPHIC"/>
  <p:tag name="MH_TYPE" val="SubTitle"/>
  <p:tag name="MH_ORDER" val="1"/>
</p:tagLst>
</file>

<file path=ppt/tags/tag103.xml><?xml version="1.0" encoding="utf-8"?>
<p:tagLst xmlns:p="http://schemas.openxmlformats.org/presentationml/2006/main">
  <p:tag name="MH" val="20170804144137"/>
  <p:tag name="MH_LIBRARY" val="GRAPHIC"/>
  <p:tag name="MH_TYPE" val="Desc"/>
  <p:tag name="MH_ORDER" val="1"/>
</p:tagLst>
</file>

<file path=ppt/tags/tag104.xml><?xml version="1.0" encoding="utf-8"?>
<p:tagLst xmlns:p="http://schemas.openxmlformats.org/presentationml/2006/main">
  <p:tag name="MH" val="20170804115606"/>
  <p:tag name="MH_LIBRARY" val="GRAPHIC"/>
  <p:tag name="MH_TYPE" val="Text"/>
  <p:tag name="MH_ORDER" val="1"/>
</p:tagLst>
</file>

<file path=ppt/tags/tag105.xml><?xml version="1.0" encoding="utf-8"?>
<p:tagLst xmlns:p="http://schemas.openxmlformats.org/presentationml/2006/main">
  <p:tag name="MH" val="20170804115606"/>
  <p:tag name="MH_LIBRARY" val="GRAPHIC"/>
  <p:tag name="MH_TYPE" val="Other"/>
  <p:tag name="MH_ORDER" val="1"/>
</p:tagLst>
</file>

<file path=ppt/tags/tag106.xml><?xml version="1.0" encoding="utf-8"?>
<p:tagLst xmlns:p="http://schemas.openxmlformats.org/presentationml/2006/main">
  <p:tag name="MH" val="20170804115606"/>
  <p:tag name="MH_LIBRARY" val="GRAPHIC"/>
  <p:tag name="MH_TYPE" val="Other"/>
  <p:tag name="MH_ORDER" val="2"/>
</p:tagLst>
</file>

<file path=ppt/tags/tag107.xml><?xml version="1.0" encoding="utf-8"?>
<p:tagLst xmlns:p="http://schemas.openxmlformats.org/presentationml/2006/main">
  <p:tag name="MH" val="20170804115606"/>
  <p:tag name="MH_LIBRARY" val="GRAPHIC"/>
  <p:tag name="MH_TYPE" val="SubTitle"/>
  <p:tag name="MH_ORDER" val="1"/>
</p:tagLst>
</file>

<file path=ppt/tags/tag108.xml><?xml version="1.0" encoding="utf-8"?>
<p:tagLst xmlns:p="http://schemas.openxmlformats.org/presentationml/2006/main">
  <p:tag name="MH" val="20170804144137"/>
  <p:tag name="MH_LIBRARY" val="GRAPHIC"/>
  <p:tag name="MH_TYPE" val="Desc"/>
  <p:tag name="MH_ORDER" val="1"/>
</p:tagLst>
</file>

<file path=ppt/tags/tag109.xml><?xml version="1.0" encoding="utf-8"?>
<p:tagLst xmlns:p="http://schemas.openxmlformats.org/presentationml/2006/main">
  <p:tag name="MH" val="20170804115606"/>
  <p:tag name="MH_LIBRARY" val="GRAPHIC"/>
  <p:tag name="MH_TYPE" val="Text"/>
  <p:tag name="MH_ORDER" val="1"/>
</p:tagLst>
</file>

<file path=ppt/tags/tag110.xml><?xml version="1.0" encoding="utf-8"?>
<p:tagLst xmlns:p="http://schemas.openxmlformats.org/presentationml/2006/main">
  <p:tag name="MH" val="20170804115606"/>
  <p:tag name="MH_LIBRARY" val="GRAPHIC"/>
  <p:tag name="MH_TYPE" val="Other"/>
  <p:tag name="MH_ORDER" val="1"/>
</p:tagLst>
</file>

<file path=ppt/tags/tag111.xml><?xml version="1.0" encoding="utf-8"?>
<p:tagLst xmlns:p="http://schemas.openxmlformats.org/presentationml/2006/main">
  <p:tag name="MH" val="20170804115606"/>
  <p:tag name="MH_LIBRARY" val="GRAPHIC"/>
  <p:tag name="MH_TYPE" val="Other"/>
  <p:tag name="MH_ORDER" val="2"/>
</p:tagLst>
</file>

<file path=ppt/tags/tag112.xml><?xml version="1.0" encoding="utf-8"?>
<p:tagLst xmlns:p="http://schemas.openxmlformats.org/presentationml/2006/main">
  <p:tag name="MH" val="20170804115606"/>
  <p:tag name="MH_LIBRARY" val="GRAPHIC"/>
  <p:tag name="MH_TYPE" val="SubTitle"/>
  <p:tag name="MH_ORDER" val="1"/>
</p:tagLst>
</file>

<file path=ppt/tags/tag113.xml><?xml version="1.0" encoding="utf-8"?>
<p:tagLst xmlns:p="http://schemas.openxmlformats.org/presentationml/2006/main">
  <p:tag name="MH" val="20170804144137"/>
  <p:tag name="MH_LIBRARY" val="GRAPHIC"/>
  <p:tag name="MH_TYPE" val="Desc"/>
  <p:tag name="MH_ORDER" val="1"/>
</p:tagLst>
</file>

<file path=ppt/tags/tag114.xml><?xml version="1.0" encoding="utf-8"?>
<p:tagLst xmlns:p="http://schemas.openxmlformats.org/presentationml/2006/main">
  <p:tag name="MH" val="20170804115606"/>
  <p:tag name="MH_LIBRARY" val="GRAPHIC"/>
  <p:tag name="MH_TYPE" val="Text"/>
  <p:tag name="MH_ORDER" val="1"/>
</p:tagLst>
</file>

<file path=ppt/tags/tag115.xml><?xml version="1.0" encoding="utf-8"?>
<p:tagLst xmlns:p="http://schemas.openxmlformats.org/presentationml/2006/main">
  <p:tag name="MH" val="20170804115606"/>
  <p:tag name="MH_LIBRARY" val="GRAPHIC"/>
  <p:tag name="MH_TYPE" val="Other"/>
  <p:tag name="MH_ORDER" val="1"/>
</p:tagLst>
</file>

<file path=ppt/tags/tag116.xml><?xml version="1.0" encoding="utf-8"?>
<p:tagLst xmlns:p="http://schemas.openxmlformats.org/presentationml/2006/main">
  <p:tag name="MH" val="20170804115606"/>
  <p:tag name="MH_LIBRARY" val="GRAPHIC"/>
  <p:tag name="MH_TYPE" val="Other"/>
  <p:tag name="MH_ORDER" val="2"/>
</p:tagLst>
</file>

<file path=ppt/tags/tag117.xml><?xml version="1.0" encoding="utf-8"?>
<p:tagLst xmlns:p="http://schemas.openxmlformats.org/presentationml/2006/main">
  <p:tag name="MH" val="20170804115606"/>
  <p:tag name="MH_LIBRARY" val="GRAPHIC"/>
  <p:tag name="MH_TYPE" val="SubTitle"/>
  <p:tag name="MH_ORDER" val="1"/>
</p:tagLst>
</file>

<file path=ppt/tags/tag118.xml><?xml version="1.0" encoding="utf-8"?>
<p:tagLst xmlns:p="http://schemas.openxmlformats.org/presentationml/2006/main">
  <p:tag name="MH" val="20170804222521"/>
  <p:tag name="MH_LIBRARY" val="GRAPHIC"/>
  <p:tag name="MH_TYPE" val="Other"/>
  <p:tag name="MH_ORDER" val="1"/>
</p:tagLst>
</file>

<file path=ppt/tags/tag119.xml><?xml version="1.0" encoding="utf-8"?>
<p:tagLst xmlns:p="http://schemas.openxmlformats.org/presentationml/2006/main">
  <p:tag name="MH" val="20170804222521"/>
  <p:tag name="MH_LIBRARY" val="GRAPHIC"/>
  <p:tag name="MH_TYPE" val="Other"/>
  <p:tag name="MH_ORDER" val="2"/>
</p:tagLst>
</file>

<file path=ppt/tags/tag120.xml><?xml version="1.0" encoding="utf-8"?>
<p:tagLst xmlns:p="http://schemas.openxmlformats.org/presentationml/2006/main">
  <p:tag name="MH" val="20170804222521"/>
  <p:tag name="MH_LIBRARY" val="GRAPHIC"/>
  <p:tag name="MH_TYPE" val="SubTitle"/>
  <p:tag name="MH_ORDER" val="1"/>
</p:tagLst>
</file>

<file path=ppt/tags/tag121.xml><?xml version="1.0" encoding="utf-8"?>
<p:tagLst xmlns:p="http://schemas.openxmlformats.org/presentationml/2006/main">
  <p:tag name="MH" val="20170804222521"/>
  <p:tag name="MH_LIBRARY" val="GRAPHIC"/>
  <p:tag name="MH_TYPE" val="Other"/>
  <p:tag name="MH_ORDER" val="3"/>
</p:tagLst>
</file>

<file path=ppt/tags/tag122.xml><?xml version="1.0" encoding="utf-8"?>
<p:tagLst xmlns:p="http://schemas.openxmlformats.org/presentationml/2006/main">
  <p:tag name="MH" val="20170804222521"/>
  <p:tag name="MH_LIBRARY" val="GRAPHIC"/>
  <p:tag name="MH_TYPE" val="Other"/>
  <p:tag name="MH_ORDER" val="4"/>
</p:tagLst>
</file>

<file path=ppt/tags/tag123.xml><?xml version="1.0" encoding="utf-8"?>
<p:tagLst xmlns:p="http://schemas.openxmlformats.org/presentationml/2006/main">
  <p:tag name="MH" val="20170804222521"/>
  <p:tag name="MH_LIBRARY" val="GRAPHIC"/>
  <p:tag name="MH_TYPE" val="SubTitle"/>
  <p:tag name="MH_ORDER" val="2"/>
</p:tagLst>
</file>

<file path=ppt/tags/tag124.xml><?xml version="1.0" encoding="utf-8"?>
<p:tagLst xmlns:p="http://schemas.openxmlformats.org/presentationml/2006/main">
  <p:tag name="MH" val="20170804222521"/>
  <p:tag name="MH_LIBRARY" val="GRAPHIC"/>
  <p:tag name="MH_TYPE" val="Other"/>
  <p:tag name="MH_ORDER" val="5"/>
</p:tagLst>
</file>

<file path=ppt/tags/tag125.xml><?xml version="1.0" encoding="utf-8"?>
<p:tagLst xmlns:p="http://schemas.openxmlformats.org/presentationml/2006/main">
  <p:tag name="MH" val="20170804222521"/>
  <p:tag name="MH_LIBRARY" val="GRAPHIC"/>
  <p:tag name="MH_TYPE" val="Other"/>
  <p:tag name="MH_ORDER" val="6"/>
</p:tagLst>
</file>

<file path=ppt/tags/tag126.xml><?xml version="1.0" encoding="utf-8"?>
<p:tagLst xmlns:p="http://schemas.openxmlformats.org/presentationml/2006/main">
  <p:tag name="MH" val="20170804222521"/>
  <p:tag name="MH_LIBRARY" val="GRAPHIC"/>
  <p:tag name="MH_TYPE" val="SubTitle"/>
  <p:tag name="MH_ORDER" val="3"/>
</p:tagLst>
</file>

<file path=ppt/tags/tag127.xml><?xml version="1.0" encoding="utf-8"?>
<p:tagLst xmlns:p="http://schemas.openxmlformats.org/presentationml/2006/main">
  <p:tag name="MH" val="20170804222521"/>
  <p:tag name="MH_LIBRARY" val="GRAPHIC"/>
  <p:tag name="MH_TYPE" val="Other"/>
  <p:tag name="MH_ORDER" val="7"/>
</p:tagLst>
</file>

<file path=ppt/tags/tag128.xml><?xml version="1.0" encoding="utf-8"?>
<p:tagLst xmlns:p="http://schemas.openxmlformats.org/presentationml/2006/main">
  <p:tag name="MH" val="20170804222521"/>
  <p:tag name="MH_LIBRARY" val="GRAPHIC"/>
  <p:tag name="MH_TYPE" val="Other"/>
  <p:tag name="MH_ORDER" val="8"/>
</p:tagLst>
</file>

<file path=ppt/tags/tag129.xml><?xml version="1.0" encoding="utf-8"?>
<p:tagLst xmlns:p="http://schemas.openxmlformats.org/presentationml/2006/main">
  <p:tag name="MH" val="20170804222521"/>
  <p:tag name="MH_LIBRARY" val="GRAPHIC"/>
  <p:tag name="MH_TYPE" val="SubTitle"/>
  <p:tag name="MH_ORDER" val="4"/>
</p:tagLst>
</file>

<file path=ppt/tags/tag130.xml><?xml version="1.0" encoding="utf-8"?>
<p:tagLst xmlns:p="http://schemas.openxmlformats.org/presentationml/2006/main">
  <p:tag name="MH" val="20170804223525"/>
  <p:tag name="MH_LIBRARY" val="GRAPHIC"/>
  <p:tag name="MH_TYPE" val="Other"/>
  <p:tag name="MH_ORDER" val="1"/>
</p:tagLst>
</file>

<file path=ppt/tags/tag131.xml><?xml version="1.0" encoding="utf-8"?>
<p:tagLst xmlns:p="http://schemas.openxmlformats.org/presentationml/2006/main">
  <p:tag name="MH" val="20170804223525"/>
  <p:tag name="MH_LIBRARY" val="GRAPHIC"/>
  <p:tag name="MH_TYPE" val="Other"/>
  <p:tag name="MH_ORDER" val="2"/>
</p:tagLst>
</file>

<file path=ppt/tags/tag132.xml><?xml version="1.0" encoding="utf-8"?>
<p:tagLst xmlns:p="http://schemas.openxmlformats.org/presentationml/2006/main">
  <p:tag name="MH" val="20170804223525"/>
  <p:tag name="MH_LIBRARY" val="GRAPHIC"/>
  <p:tag name="MH_TYPE" val="Other"/>
  <p:tag name="MH_ORDER" val="5"/>
</p:tagLst>
</file>

<file path=ppt/tags/tag133.xml><?xml version="1.0" encoding="utf-8"?>
<p:tagLst xmlns:p="http://schemas.openxmlformats.org/presentationml/2006/main">
  <p:tag name="MH" val="20170804223525"/>
  <p:tag name="MH_LIBRARY" val="GRAPHIC"/>
  <p:tag name="MH_TYPE" val="Other"/>
  <p:tag name="MH_ORDER" val="3"/>
</p:tagLst>
</file>

<file path=ppt/tags/tag134.xml><?xml version="1.0" encoding="utf-8"?>
<p:tagLst xmlns:p="http://schemas.openxmlformats.org/presentationml/2006/main">
  <p:tag name="MH" val="20170804223525"/>
  <p:tag name="MH_LIBRARY" val="GRAPHIC"/>
  <p:tag name="MH_TYPE" val="Other"/>
  <p:tag name="MH_ORDER" val="4"/>
</p:tagLst>
</file>

<file path=ppt/tags/tag135.xml><?xml version="1.0" encoding="utf-8"?>
<p:tagLst xmlns:p="http://schemas.openxmlformats.org/presentationml/2006/main">
  <p:tag name="MH" val="20170804223525"/>
  <p:tag name="MH_LIBRARY" val="GRAPHIC"/>
  <p:tag name="MH_TYPE" val="Other"/>
  <p:tag name="MH_ORDER" val="6"/>
</p:tagLst>
</file>

<file path=ppt/tags/tag136.xml><?xml version="1.0" encoding="utf-8"?>
<p:tagLst xmlns:p="http://schemas.openxmlformats.org/presentationml/2006/main">
  <p:tag name="MH" val="20170804115606"/>
  <p:tag name="MH_LIBRARY" val="GRAPHIC"/>
  <p:tag name="MH_TYPE" val="Text"/>
  <p:tag name="MH_ORDER" val="1"/>
</p:tagLst>
</file>

<file path=ppt/tags/tag137.xml><?xml version="1.0" encoding="utf-8"?>
<p:tagLst xmlns:p="http://schemas.openxmlformats.org/presentationml/2006/main">
  <p:tag name="MH" val="20170804115606"/>
  <p:tag name="MH_LIBRARY" val="GRAPHIC"/>
  <p:tag name="MH_TYPE" val="Other"/>
  <p:tag name="MH_ORDER" val="1"/>
</p:tagLst>
</file>

<file path=ppt/tags/tag138.xml><?xml version="1.0" encoding="utf-8"?>
<p:tagLst xmlns:p="http://schemas.openxmlformats.org/presentationml/2006/main">
  <p:tag name="MH" val="20170804115606"/>
  <p:tag name="MH_LIBRARY" val="GRAPHIC"/>
  <p:tag name="MH_TYPE" val="Other"/>
  <p:tag name="MH_ORDER" val="2"/>
</p:tagLst>
</file>

<file path=ppt/tags/tag139.xml><?xml version="1.0" encoding="utf-8"?>
<p:tagLst xmlns:p="http://schemas.openxmlformats.org/presentationml/2006/main">
  <p:tag name="MH" val="20170804115606"/>
  <p:tag name="MH_LIBRARY" val="GRAPHIC"/>
  <p:tag name="MH_TYPE" val="SubTitle"/>
  <p:tag name="MH_ORDER" val="1"/>
</p:tagLst>
</file>

<file path=ppt/tags/tag140.xml><?xml version="1.0" encoding="utf-8"?>
<p:tagLst xmlns:p="http://schemas.openxmlformats.org/presentationml/2006/main">
  <p:tag name="MH" val="20170804144137"/>
  <p:tag name="MH_LIBRARY" val="GRAPHIC"/>
  <p:tag name="MH_TYPE" val="Desc"/>
  <p:tag name="MH_ORDER" val="1"/>
</p:tagLst>
</file>

<file path=ppt/tags/tag141.xml><?xml version="1.0" encoding="utf-8"?>
<p:tagLst xmlns:p="http://schemas.openxmlformats.org/presentationml/2006/main">
  <p:tag name="MH" val="20170804115606"/>
  <p:tag name="MH_LIBRARY" val="GRAPHIC"/>
  <p:tag name="MH_TYPE" val="Text"/>
  <p:tag name="MH_ORDER" val="1"/>
</p:tagLst>
</file>

<file path=ppt/tags/tag142.xml><?xml version="1.0" encoding="utf-8"?>
<p:tagLst xmlns:p="http://schemas.openxmlformats.org/presentationml/2006/main">
  <p:tag name="MH" val="20170804115606"/>
  <p:tag name="MH_LIBRARY" val="GRAPHIC"/>
  <p:tag name="MH_TYPE" val="Text"/>
  <p:tag name="MH_ORDER" val="1"/>
</p:tagLst>
</file>

<file path=ppt/tags/tag143.xml><?xml version="1.0" encoding="utf-8"?>
<p:tagLst xmlns:p="http://schemas.openxmlformats.org/presentationml/2006/main">
  <p:tag name="MH" val="20170804115606"/>
  <p:tag name="MH_LIBRARY" val="GRAPHIC"/>
  <p:tag name="MH_TYPE" val="Text"/>
  <p:tag name="MH_ORDER" val="1"/>
</p:tagLst>
</file>

<file path=ppt/tags/tag144.xml><?xml version="1.0" encoding="utf-8"?>
<p:tagLst xmlns:p="http://schemas.openxmlformats.org/presentationml/2006/main">
  <p:tag name="MH" val="20170804115606"/>
  <p:tag name="MH_LIBRARY" val="GRAPHIC"/>
  <p:tag name="MH_TYPE" val="Text"/>
  <p:tag name="MH_ORDER" val="1"/>
</p:tagLst>
</file>

<file path=ppt/tags/tag145.xml><?xml version="1.0" encoding="utf-8"?>
<p:tagLst xmlns:p="http://schemas.openxmlformats.org/presentationml/2006/main">
  <p:tag name="MH" val="20170804115606"/>
  <p:tag name="MH_LIBRARY" val="GRAPHIC"/>
  <p:tag name="MH_TYPE" val="Text"/>
  <p:tag name="MH_ORDER" val="1"/>
</p:tagLst>
</file>

<file path=ppt/tags/tag146.xml><?xml version="1.0" encoding="utf-8"?>
<p:tagLst xmlns:p="http://schemas.openxmlformats.org/presentationml/2006/main">
  <p:tag name="MH" val="20170804115606"/>
  <p:tag name="MH_LIBRARY" val="GRAPHIC"/>
  <p:tag name="MH_TYPE" val="Other"/>
  <p:tag name="MH_ORDER" val="1"/>
</p:tagLst>
</file>

<file path=ppt/tags/tag147.xml><?xml version="1.0" encoding="utf-8"?>
<p:tagLst xmlns:p="http://schemas.openxmlformats.org/presentationml/2006/main">
  <p:tag name="MH" val="20170804115606"/>
  <p:tag name="MH_LIBRARY" val="GRAPHIC"/>
  <p:tag name="MH_TYPE" val="Other"/>
  <p:tag name="MH_ORDER" val="2"/>
</p:tagLst>
</file>

<file path=ppt/tags/tag148.xml><?xml version="1.0" encoding="utf-8"?>
<p:tagLst xmlns:p="http://schemas.openxmlformats.org/presentationml/2006/main">
  <p:tag name="MH" val="20170804115606"/>
  <p:tag name="MH_LIBRARY" val="GRAPHIC"/>
  <p:tag name="MH_TYPE" val="SubTitle"/>
  <p:tag name="MH_ORDER" val="1"/>
</p:tagLst>
</file>

<file path=ppt/tags/tag149.xml><?xml version="1.0" encoding="utf-8"?>
<p:tagLst xmlns:p="http://schemas.openxmlformats.org/presentationml/2006/main">
  <p:tag name="MH" val="20170804144137"/>
  <p:tag name="MH_LIBRARY" val="GRAPHIC"/>
  <p:tag name="MH_TYPE" val="Desc"/>
  <p:tag name="MH_ORDER" val="1"/>
</p:tagLst>
</file>

<file path=ppt/tags/tag150.xml><?xml version="1.0" encoding="utf-8"?>
<p:tagLst xmlns:p="http://schemas.openxmlformats.org/presentationml/2006/main">
  <p:tag name="MH" val="20170804115606"/>
  <p:tag name="MH_LIBRARY" val="GRAPHIC"/>
  <p:tag name="MH_TYPE" val="Text"/>
  <p:tag name="MH_ORDER" val="1"/>
</p:tagLst>
</file>

<file path=ppt/tags/tag151.xml><?xml version="1.0" encoding="utf-8"?>
<p:tagLst xmlns:p="http://schemas.openxmlformats.org/presentationml/2006/main">
  <p:tag name="MH" val="20170804115606"/>
  <p:tag name="MH_LIBRARY" val="GRAPHIC"/>
  <p:tag name="MH_TYPE" val="Other"/>
  <p:tag name="MH_ORDER" val="1"/>
</p:tagLst>
</file>

<file path=ppt/tags/tag152.xml><?xml version="1.0" encoding="utf-8"?>
<p:tagLst xmlns:p="http://schemas.openxmlformats.org/presentationml/2006/main">
  <p:tag name="MH" val="20170804115606"/>
  <p:tag name="MH_LIBRARY" val="GRAPHIC"/>
  <p:tag name="MH_TYPE" val="Other"/>
  <p:tag name="MH_ORDER" val="2"/>
</p:tagLst>
</file>

<file path=ppt/tags/tag153.xml><?xml version="1.0" encoding="utf-8"?>
<p:tagLst xmlns:p="http://schemas.openxmlformats.org/presentationml/2006/main">
  <p:tag name="MH" val="20170804115606"/>
  <p:tag name="MH_LIBRARY" val="GRAPHIC"/>
  <p:tag name="MH_TYPE" val="SubTitle"/>
  <p:tag name="MH_ORDER" val="1"/>
</p:tagLst>
</file>

<file path=ppt/tags/tag154.xml><?xml version="1.0" encoding="utf-8"?>
<p:tagLst xmlns:p="http://schemas.openxmlformats.org/presentationml/2006/main">
  <p:tag name="MH" val="20170804144137"/>
  <p:tag name="MH_LIBRARY" val="GRAPHIC"/>
  <p:tag name="MH_TYPE" val="Desc"/>
  <p:tag name="MH_ORDER" val="1"/>
</p:tagLst>
</file>

<file path=ppt/tags/tag155.xml><?xml version="1.0" encoding="utf-8"?>
<p:tagLst xmlns:p="http://schemas.openxmlformats.org/presentationml/2006/main">
  <p:tag name="MH" val="20170804115606"/>
  <p:tag name="MH_LIBRARY" val="GRAPHIC"/>
  <p:tag name="MH_TYPE" val="Text"/>
  <p:tag name="MH_ORDER" val="1"/>
</p:tagLst>
</file>

<file path=ppt/tags/tag156.xml><?xml version="1.0" encoding="utf-8"?>
<p:tagLst xmlns:p="http://schemas.openxmlformats.org/presentationml/2006/main">
  <p:tag name="MH" val="20170804115606"/>
  <p:tag name="MH_LIBRARY" val="GRAPHIC"/>
  <p:tag name="MH_TYPE" val="Other"/>
  <p:tag name="MH_ORDER" val="1"/>
</p:tagLst>
</file>

<file path=ppt/tags/tag157.xml><?xml version="1.0" encoding="utf-8"?>
<p:tagLst xmlns:p="http://schemas.openxmlformats.org/presentationml/2006/main">
  <p:tag name="MH" val="20170804115606"/>
  <p:tag name="MH_LIBRARY" val="GRAPHIC"/>
  <p:tag name="MH_TYPE" val="Other"/>
  <p:tag name="MH_ORDER" val="2"/>
</p:tagLst>
</file>

<file path=ppt/tags/tag158.xml><?xml version="1.0" encoding="utf-8"?>
<p:tagLst xmlns:p="http://schemas.openxmlformats.org/presentationml/2006/main">
  <p:tag name="MH" val="20170804115606"/>
  <p:tag name="MH_LIBRARY" val="GRAPHIC"/>
  <p:tag name="MH_TYPE" val="SubTitle"/>
  <p:tag name="MH_ORDER" val="1"/>
</p:tagLst>
</file>

<file path=ppt/tags/tag159.xml><?xml version="1.0" encoding="utf-8"?>
<p:tagLst xmlns:p="http://schemas.openxmlformats.org/presentationml/2006/main">
  <p:tag name="MH" val="20170804144137"/>
  <p:tag name="MH_LIBRARY" val="GRAPHIC"/>
  <p:tag name="MH_TYPE" val="Desc"/>
  <p:tag name="MH_ORDER" val="1"/>
</p:tagLst>
</file>

<file path=ppt/tags/tag160.xml><?xml version="1.0" encoding="utf-8"?>
<p:tagLst xmlns:p="http://schemas.openxmlformats.org/presentationml/2006/main">
  <p:tag name="MH" val="20170805002624"/>
  <p:tag name="MH_LIBRARY" val="GRAPHIC"/>
  <p:tag name="MH_TYPE" val="Other"/>
  <p:tag name="MH_ORDER" val="1"/>
</p:tagLst>
</file>

<file path=ppt/tags/tag161.xml><?xml version="1.0" encoding="utf-8"?>
<p:tagLst xmlns:p="http://schemas.openxmlformats.org/presentationml/2006/main">
  <p:tag name="MH" val="20170805002624"/>
  <p:tag name="MH_LIBRARY" val="GRAPHIC"/>
  <p:tag name="MH_TYPE" val="Other"/>
  <p:tag name="MH_ORDER" val="2"/>
</p:tagLst>
</file>

<file path=ppt/tags/tag162.xml><?xml version="1.0" encoding="utf-8"?>
<p:tagLst xmlns:p="http://schemas.openxmlformats.org/presentationml/2006/main">
  <p:tag name="MH" val="20170805002624"/>
  <p:tag name="MH_LIBRARY" val="GRAPHIC"/>
  <p:tag name="MH_TYPE" val="Other"/>
  <p:tag name="MH_ORDER" val="3"/>
</p:tagLst>
</file>

<file path=ppt/tags/tag163.xml><?xml version="1.0" encoding="utf-8"?>
<p:tagLst xmlns:p="http://schemas.openxmlformats.org/presentationml/2006/main">
  <p:tag name="MH" val="20170805002624"/>
  <p:tag name="MH_LIBRARY" val="GRAPHIC"/>
  <p:tag name="MH_TYPE" val="Other"/>
  <p:tag name="MH_ORDER" val="4"/>
</p:tagLst>
</file>

<file path=ppt/tags/tag164.xml><?xml version="1.0" encoding="utf-8"?>
<p:tagLst xmlns:p="http://schemas.openxmlformats.org/presentationml/2006/main">
  <p:tag name="MH" val="20170805002624"/>
  <p:tag name="MH_LIBRARY" val="GRAPHIC"/>
  <p:tag name="MH_TYPE" val="Other"/>
  <p:tag name="MH_ORDER" val="5"/>
</p:tagLst>
</file>

<file path=ppt/tags/tag165.xml><?xml version="1.0" encoding="utf-8"?>
<p:tagLst xmlns:p="http://schemas.openxmlformats.org/presentationml/2006/main">
  <p:tag name="MH" val="20170805002624"/>
  <p:tag name="MH_LIBRARY" val="GRAPHIC"/>
  <p:tag name="MH_TYPE" val="Other"/>
  <p:tag name="MH_ORDER" val="6"/>
</p:tagLst>
</file>

<file path=ppt/tags/tag166.xml><?xml version="1.0" encoding="utf-8"?>
<p:tagLst xmlns:p="http://schemas.openxmlformats.org/presentationml/2006/main">
  <p:tag name="MH" val="20170805002624"/>
  <p:tag name="MH_LIBRARY" val="GRAPHIC"/>
  <p:tag name="MH_TYPE" val="Other"/>
  <p:tag name="MH_ORDER" val="7"/>
</p:tagLst>
</file>

<file path=ppt/tags/tag167.xml><?xml version="1.0" encoding="utf-8"?>
<p:tagLst xmlns:p="http://schemas.openxmlformats.org/presentationml/2006/main">
  <p:tag name="MH" val="20170805002624"/>
  <p:tag name="MH_LIBRARY" val="GRAPHIC"/>
  <p:tag name="MH_TYPE" val="Other"/>
  <p:tag name="MH_ORDER" val="8"/>
</p:tagLst>
</file>

<file path=ppt/tags/tag168.xml><?xml version="1.0" encoding="utf-8"?>
<p:tagLst xmlns:p="http://schemas.openxmlformats.org/presentationml/2006/main">
  <p:tag name="MH" val="20170805002624"/>
  <p:tag name="MH_LIBRARY" val="GRAPHIC"/>
  <p:tag name="MH_TYPE" val="Other"/>
  <p:tag name="MH_ORDER" val="9"/>
</p:tagLst>
</file>

<file path=ppt/tags/tag169.xml><?xml version="1.0" encoding="utf-8"?>
<p:tagLst xmlns:p="http://schemas.openxmlformats.org/presentationml/2006/main">
  <p:tag name="MH" val="20170805002624"/>
  <p:tag name="MH_LIBRARY" val="GRAPHIC"/>
  <p:tag name="MH_TYPE" val="Other"/>
  <p:tag name="MH_ORDER" val="10"/>
</p:tagLst>
</file>

<file path=ppt/tags/tag170.xml><?xml version="1.0" encoding="utf-8"?>
<p:tagLst xmlns:p="http://schemas.openxmlformats.org/presentationml/2006/main">
  <p:tag name="MH" val="20170805002624"/>
  <p:tag name="MH_LIBRARY" val="GRAPHIC"/>
  <p:tag name="MH_TYPE" val="Other"/>
  <p:tag name="MH_ORDER" val="11"/>
</p:tagLst>
</file>

<file path=ppt/tags/tag171.xml><?xml version="1.0" encoding="utf-8"?>
<p:tagLst xmlns:p="http://schemas.openxmlformats.org/presentationml/2006/main">
  <p:tag name="MH" val="20170805002624"/>
  <p:tag name="MH_LIBRARY" val="GRAPHIC"/>
  <p:tag name="MH_TYPE" val="Other"/>
  <p:tag name="MH_ORDER" val="12"/>
</p:tagLst>
</file>

<file path=ppt/tags/tag172.xml><?xml version="1.0" encoding="utf-8"?>
<p:tagLst xmlns:p="http://schemas.openxmlformats.org/presentationml/2006/main">
  <p:tag name="MH" val="20170805002624"/>
  <p:tag name="MH_LIBRARY" val="GRAPHIC"/>
  <p:tag name="MH_TYPE" val="Other"/>
  <p:tag name="MH_ORDER" val="13"/>
</p:tagLst>
</file>

<file path=ppt/tags/tag173.xml><?xml version="1.0" encoding="utf-8"?>
<p:tagLst xmlns:p="http://schemas.openxmlformats.org/presentationml/2006/main">
  <p:tag name="MH" val="20170805002624"/>
  <p:tag name="MH_LIBRARY" val="GRAPHIC"/>
  <p:tag name="MH_TYPE" val="Title"/>
  <p:tag name="MH_ORDER" val="1"/>
</p:tagLst>
</file>

<file path=ppt/tags/tag174.xml><?xml version="1.0" encoding="utf-8"?>
<p:tagLst xmlns:p="http://schemas.openxmlformats.org/presentationml/2006/main">
  <p:tag name="MH" val="20170805002624"/>
  <p:tag name="MH_LIBRARY" val="GRAPHIC"/>
  <p:tag name="MH_TYPE" val="Other"/>
  <p:tag name="MH_ORDER" val="14"/>
</p:tagLst>
</file>

<file path=ppt/tags/tag175.xml><?xml version="1.0" encoding="utf-8"?>
<p:tagLst xmlns:p="http://schemas.openxmlformats.org/presentationml/2006/main">
  <p:tag name="MH" val="20170805002624"/>
  <p:tag name="MH_LIBRARY" val="GRAPHIC"/>
  <p:tag name="MH_TYPE" val="Other"/>
  <p:tag name="MH_ORDER" val="15"/>
</p:tagLst>
</file>

<file path=ppt/tags/tag176.xml><?xml version="1.0" encoding="utf-8"?>
<p:tagLst xmlns:p="http://schemas.openxmlformats.org/presentationml/2006/main">
  <p:tag name="MH" val="20170805002624"/>
  <p:tag name="MH_LIBRARY" val="GRAPHIC"/>
  <p:tag name="MH_TYPE" val="Other"/>
  <p:tag name="MH_ORDER" val="16"/>
</p:tagLst>
</file>

<file path=ppt/tags/tag177.xml><?xml version="1.0" encoding="utf-8"?>
<p:tagLst xmlns:p="http://schemas.openxmlformats.org/presentationml/2006/main">
  <p:tag name="MH" val="20170805002624"/>
  <p:tag name="MH_LIBRARY" val="GRAPHIC"/>
  <p:tag name="MH_TYPE" val="Other"/>
  <p:tag name="MH_ORDER" val="17"/>
</p:tagLst>
</file>

<file path=ppt/tags/tag178.xml><?xml version="1.0" encoding="utf-8"?>
<p:tagLst xmlns:p="http://schemas.openxmlformats.org/presentationml/2006/main">
  <p:tag name="MH" val="20170805002624"/>
  <p:tag name="MH_LIBRARY" val="GRAPHIC"/>
  <p:tag name="MH_TYPE" val="Other"/>
  <p:tag name="MH_ORDER" val="18"/>
</p:tagLst>
</file>

<file path=ppt/tags/tag179.xml><?xml version="1.0" encoding="utf-8"?>
<p:tagLst xmlns:p="http://schemas.openxmlformats.org/presentationml/2006/main">
  <p:tag name="MH" val="20170805002624"/>
  <p:tag name="MH_LIBRARY" val="GRAPHIC"/>
  <p:tag name="MH_TYPE" val="SubTitle"/>
  <p:tag name="MH_ORDER" val="2"/>
</p:tagLst>
</file>

<file path=ppt/tags/tag180.xml><?xml version="1.0" encoding="utf-8"?>
<p:tagLst xmlns:p="http://schemas.openxmlformats.org/presentationml/2006/main">
  <p:tag name="MH" val="20170805002624"/>
  <p:tag name="MH_LIBRARY" val="GRAPHIC"/>
  <p:tag name="MH_TYPE" val="SubTitle"/>
  <p:tag name="MH_ORDER" val="1"/>
</p:tagLst>
</file>

<file path=ppt/tags/tag181.xml><?xml version="1.0" encoding="utf-8"?>
<p:tagLst xmlns:p="http://schemas.openxmlformats.org/presentationml/2006/main">
  <p:tag name="MH" val="20170805002624"/>
  <p:tag name="MH_LIBRARY" val="GRAPHIC"/>
  <p:tag name="MH_TYPE" val="SubTitle"/>
  <p:tag name="MH_ORDER" val="4"/>
</p:tagLst>
</file>

<file path=ppt/tags/tag182.xml><?xml version="1.0" encoding="utf-8"?>
<p:tagLst xmlns:p="http://schemas.openxmlformats.org/presentationml/2006/main">
  <p:tag name="MH" val="20170805002624"/>
  <p:tag name="MH_LIBRARY" val="GRAPHIC"/>
  <p:tag name="MH_TYPE" val="SubTitle"/>
  <p:tag name="MH_ORDER" val="3"/>
</p:tagLst>
</file>

<file path=ppt/theme/theme1.xml><?xml version="1.0" encoding="utf-8"?>
<a:theme xmlns:a="http://schemas.openxmlformats.org/drawingml/2006/main" name="Office 主题​​">
  <a:themeElements>
    <a:clrScheme name="红橙色">
      <a:dk1>
        <a:sysClr val="windowText" lastClr="000000"/>
      </a:dk1>
      <a:lt1>
        <a:sysClr val="window" lastClr="FFFFFF"/>
      </a:lt1>
      <a:dk2>
        <a:srgbClr val="505046"/>
      </a:dk2>
      <a:lt2>
        <a:srgbClr val="EEECE1"/>
      </a:lt2>
      <a:accent1>
        <a:srgbClr val="E84C22"/>
      </a:accent1>
      <a:accent2>
        <a:srgbClr val="FFBD47"/>
      </a:accent2>
      <a:accent3>
        <a:srgbClr val="B64926"/>
      </a:accent3>
      <a:accent4>
        <a:srgbClr val="FF8427"/>
      </a:accent4>
      <a:accent5>
        <a:srgbClr val="CC9900"/>
      </a:accent5>
      <a:accent6>
        <a:srgbClr val="B22600"/>
      </a:accent6>
      <a:hlink>
        <a:srgbClr val="CC9900"/>
      </a:hlink>
      <a:folHlink>
        <a:srgbClr val="666699"/>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4379</Words>
  <Application>WPS 演示</Application>
  <PresentationFormat>宽屏</PresentationFormat>
  <Paragraphs>661</Paragraphs>
  <Slides>28</Slides>
  <Notes>5</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28</vt:i4>
      </vt:variant>
    </vt:vector>
  </HeadingPairs>
  <TitlesOfParts>
    <vt:vector size="48" baseType="lpstr">
      <vt:lpstr>Arial</vt:lpstr>
      <vt:lpstr>宋体</vt:lpstr>
      <vt:lpstr>Wingdings</vt:lpstr>
      <vt:lpstr>微软雅黑</vt:lpstr>
      <vt:lpstr>Baskerville Old Face</vt:lpstr>
      <vt:lpstr>华文隶书</vt:lpstr>
      <vt:lpstr>Microsoft New Tai Lue</vt:lpstr>
      <vt:lpstr>Calibri</vt:lpstr>
      <vt:lpstr>华文中宋</vt:lpstr>
      <vt:lpstr>Arial Narrow</vt:lpstr>
      <vt:lpstr>黑体</vt:lpstr>
      <vt:lpstr>Adobe Gothic Std B</vt:lpstr>
      <vt:lpstr>Yu Gothic UI Semibold</vt:lpstr>
      <vt:lpstr>等线</vt:lpstr>
      <vt:lpstr>Arial Unicode MS</vt:lpstr>
      <vt:lpstr>等线 Light</vt:lpstr>
      <vt:lpstr>Times New Roman</vt:lpstr>
      <vt:lpstr>Bodoni MT Black</vt:lpstr>
      <vt:lpstr>幼圆</vt:lpstr>
      <vt:lpstr>Office 主题​​</vt:lpstr>
      <vt:lpstr>PowerPoint 演示文稿</vt:lpstr>
      <vt:lpstr>PowerPoint 演示文稿</vt:lpstr>
      <vt:lpstr>PowerPoint 演示文稿</vt:lpstr>
      <vt:lpstr>算法</vt:lpstr>
      <vt:lpstr>PowerPoint 演示文稿</vt:lpstr>
      <vt:lpstr>简单的算法举例</vt:lpstr>
      <vt:lpstr>简单的算法举例</vt:lpstr>
      <vt:lpstr>简单的算法举例</vt:lpstr>
      <vt:lpstr>简单的算法举例</vt:lpstr>
      <vt:lpstr>简单的算法举例</vt:lpstr>
      <vt:lpstr>算法的特性</vt:lpstr>
      <vt:lpstr>PowerPoint 演示文稿</vt:lpstr>
      <vt:lpstr>用流程图表示算法</vt:lpstr>
      <vt:lpstr>算法的流程图表示举例</vt:lpstr>
      <vt:lpstr>算法的流程图表示举例</vt:lpstr>
      <vt:lpstr>算法的流程图表示举例</vt:lpstr>
      <vt:lpstr>算法的流程图表示举例</vt:lpstr>
      <vt:lpstr>简单的算法举例</vt:lpstr>
      <vt:lpstr>传统流程图的弊端</vt:lpstr>
      <vt:lpstr>三种基本结构</vt:lpstr>
      <vt:lpstr>三种基本结构的特点</vt:lpstr>
      <vt:lpstr>用N-S流程图表示算法</vt:lpstr>
      <vt:lpstr>用伪代码表示算法</vt:lpstr>
      <vt:lpstr>算法的流程图表示举例</vt:lpstr>
      <vt:lpstr>算法的流程图表示举例</vt:lpstr>
      <vt:lpstr>用计算机语言表示算法</vt:lpstr>
      <vt:lpstr>用计算机语言表示算法</vt:lpstr>
      <vt:lpstr>结构化程序设计方法</vt:lpstr>
    </vt:vector>
  </TitlesOfParts>
  <Company>Microsoft</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C程序设计</dc:title>
  <dc:creator>zi jin</dc:creator>
  <cp:lastModifiedBy>韩咏</cp:lastModifiedBy>
  <cp:revision>120</cp:revision>
  <dcterms:created xsi:type="dcterms:W3CDTF">2017-08-03T06:51:00Z</dcterms:created>
  <dcterms:modified xsi:type="dcterms:W3CDTF">2020-10-12T01:00:48Z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2052-11.1.0.9999</vt:lpwstr>
  </property>
</Properties>
</file>